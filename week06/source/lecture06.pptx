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6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7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8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6e2f8dc03495e" /><Relationship Type="http://schemas.openxmlformats.org/officeDocument/2006/relationships/extended-properties" Target="/docProps/app.xml" Id="R4816767ea1624ca0" /><Relationship Type="http://schemas.openxmlformats.org/officeDocument/2006/relationships/officeDocument" Target="/ppt/presentation.xml" Id="Rd82ccfe45081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e15e1689f439a"/>
  </p:sldMasterIdLst>
  <p:notesMasterIdLst>
    <p:notesMasterId xmlns:r="http://schemas.openxmlformats.org/officeDocument/2006/relationships" r:id="R45f89c7eeef447ad"/>
  </p:notesMasterIdLst>
  <p:sldIdLst>
    <p:sldId xmlns:r="http://schemas.openxmlformats.org/officeDocument/2006/relationships" id="256" r:id="Rd66197aa45784887"/>
    <p:sldId xmlns:r="http://schemas.openxmlformats.org/officeDocument/2006/relationships" id="257" r:id="Rb368067701be4e78"/>
    <p:sldId xmlns:r="http://schemas.openxmlformats.org/officeDocument/2006/relationships" id="258" r:id="Rc3133fd162b54af1"/>
    <p:sldId xmlns:r="http://schemas.openxmlformats.org/officeDocument/2006/relationships" id="259" r:id="R8ed9aef3922f4e36"/>
    <p:sldId xmlns:r="http://schemas.openxmlformats.org/officeDocument/2006/relationships" id="260" r:id="Racb231597b434248"/>
    <p:sldId xmlns:r="http://schemas.openxmlformats.org/officeDocument/2006/relationships" id="261" r:id="R8282952ce6be43b7"/>
    <p:sldId xmlns:r="http://schemas.openxmlformats.org/officeDocument/2006/relationships" id="262" r:id="R1328a21e4ff94b81"/>
    <p:sldId xmlns:r="http://schemas.openxmlformats.org/officeDocument/2006/relationships" id="263" r:id="R5aa4277778c84d7b"/>
    <p:sldId xmlns:r="http://schemas.openxmlformats.org/officeDocument/2006/relationships" id="264" r:id="R0a966c8111184526"/>
    <p:sldId xmlns:r="http://schemas.openxmlformats.org/officeDocument/2006/relationships" id="265" r:id="R63f37eb3f1804bee"/>
    <p:sldId xmlns:r="http://schemas.openxmlformats.org/officeDocument/2006/relationships" id="266" r:id="Rd02f719f25b0473d"/>
    <p:sldId xmlns:r="http://schemas.openxmlformats.org/officeDocument/2006/relationships" id="267" r:id="Rd2d43ba489c742c4"/>
    <p:sldId xmlns:r="http://schemas.openxmlformats.org/officeDocument/2006/relationships" id="268" r:id="R5b4cdf74a16f4f08"/>
    <p:sldId xmlns:r="http://schemas.openxmlformats.org/officeDocument/2006/relationships" id="269" r:id="Rc2caa0d36b5a46b0"/>
    <p:sldId xmlns:r="http://schemas.openxmlformats.org/officeDocument/2006/relationships" id="270" r:id="Radf67e6354254c41"/>
    <p:sldId xmlns:r="http://schemas.openxmlformats.org/officeDocument/2006/relationships" id="271" r:id="R41ab3eedc8e54436"/>
    <p:sldId xmlns:r="http://schemas.openxmlformats.org/officeDocument/2006/relationships" id="272" r:id="Rcd99685c567c47dd"/>
    <p:sldId xmlns:r="http://schemas.openxmlformats.org/officeDocument/2006/relationships" id="273" r:id="Rc0f69b7c18d5409e"/>
    <p:sldId xmlns:r="http://schemas.openxmlformats.org/officeDocument/2006/relationships" id="274" r:id="Rc3183d09daa94d38"/>
    <p:sldId xmlns:r="http://schemas.openxmlformats.org/officeDocument/2006/relationships" id="275" r:id="R293690629c684a02"/>
    <p:sldId xmlns:r="http://schemas.openxmlformats.org/officeDocument/2006/relationships" id="276" r:id="R3337fdbc5f9f4933"/>
    <p:sldId xmlns:r="http://schemas.openxmlformats.org/officeDocument/2006/relationships" id="277" r:id="Rfbbaa95d1c604a3c"/>
    <p:sldId xmlns:r="http://schemas.openxmlformats.org/officeDocument/2006/relationships" id="278" r:id="R323c24159d0e4b8a"/>
    <p:sldId xmlns:r="http://schemas.openxmlformats.org/officeDocument/2006/relationships" id="279" r:id="R8b0ae7829f924bab"/>
    <p:sldId xmlns:r="http://schemas.openxmlformats.org/officeDocument/2006/relationships" id="280" r:id="R83dafad4bf9f4ea2"/>
    <p:sldId xmlns:r="http://schemas.openxmlformats.org/officeDocument/2006/relationships" id="281" r:id="Rd68f9c7d765b4fb3"/>
    <p:sldId xmlns:r="http://schemas.openxmlformats.org/officeDocument/2006/relationships" id="282" r:id="R8350a8a86f6e4cb4"/>
    <p:sldId xmlns:r="http://schemas.openxmlformats.org/officeDocument/2006/relationships" id="283" r:id="R219bcccd18fe4299"/>
    <p:sldId xmlns:r="http://schemas.openxmlformats.org/officeDocument/2006/relationships" id="284" r:id="Rcd02dc8822844cd6"/>
    <p:sldId xmlns:r="http://schemas.openxmlformats.org/officeDocument/2006/relationships" id="285" r:id="Rc62d16405e784e61"/>
    <p:sldId xmlns:r="http://schemas.openxmlformats.org/officeDocument/2006/relationships" id="286" r:id="R447b1c976b5d493a"/>
    <p:sldId xmlns:r="http://schemas.openxmlformats.org/officeDocument/2006/relationships" id="287" r:id="R80044dca442a4a1f"/>
    <p:sldId xmlns:r="http://schemas.openxmlformats.org/officeDocument/2006/relationships" id="288" r:id="R031696eddc734f7f"/>
    <p:sldId xmlns:r="http://schemas.openxmlformats.org/officeDocument/2006/relationships" id="289" r:id="R9e2fb095f41147d2"/>
    <p:sldId xmlns:r="http://schemas.openxmlformats.org/officeDocument/2006/relationships" id="290" r:id="Rfc6c5b05a11d4f06"/>
    <p:sldId xmlns:r="http://schemas.openxmlformats.org/officeDocument/2006/relationships" id="291" r:id="R00edba90a60c4c7a"/>
    <p:sldId xmlns:r="http://schemas.openxmlformats.org/officeDocument/2006/relationships" id="292" r:id="Ra7dbea49371a4b9a"/>
    <p:sldId xmlns:r="http://schemas.openxmlformats.org/officeDocument/2006/relationships" id="293" r:id="Rd18ded5adc004af7"/>
    <p:sldId xmlns:r="http://schemas.openxmlformats.org/officeDocument/2006/relationships" id="294" r:id="Raad6b1bf7ae44315"/>
    <p:sldId xmlns:r="http://schemas.openxmlformats.org/officeDocument/2006/relationships" id="295" r:id="R0d453ca3b7a04c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01375061a4742" /><Relationship Type="http://schemas.openxmlformats.org/officeDocument/2006/relationships/slideMaster" Target="/ppt/slideMasters/slideMaster1.xml" Id="Rf75e15e1689f439a" /><Relationship Type="http://schemas.openxmlformats.org/officeDocument/2006/relationships/notesMaster" Target="/ppt/notesMasters/notesMaster1.xml" Id="R45f89c7eeef447ad" /><Relationship Type="http://schemas.openxmlformats.org/officeDocument/2006/relationships/presProps" Target="/ppt/presProps.xml" Id="R3396fa260af54df5" /><Relationship Type="http://schemas.openxmlformats.org/officeDocument/2006/relationships/viewProps" Target="/ppt/viewProps.xml" Id="Ra7b5544df3fb44f6" /><Relationship Type="http://schemas.openxmlformats.org/officeDocument/2006/relationships/tableStyles" Target="/ppt/tableStyles.xml" Id="Rfe90d4a232684825" /><Relationship Type="http://schemas.openxmlformats.org/officeDocument/2006/relationships/slide" Target="/ppt/slides/slide1.xml" Id="Rd66197aa45784887" /><Relationship Type="http://schemas.openxmlformats.org/officeDocument/2006/relationships/slide" Target="/ppt/slides/slide2.xml" Id="Rb368067701be4e78" /><Relationship Type="http://schemas.openxmlformats.org/officeDocument/2006/relationships/slide" Target="/ppt/slides/slide3.xml" Id="Rc3133fd162b54af1" /><Relationship Type="http://schemas.openxmlformats.org/officeDocument/2006/relationships/slide" Target="/ppt/slides/slide4.xml" Id="R8ed9aef3922f4e36" /><Relationship Type="http://schemas.openxmlformats.org/officeDocument/2006/relationships/slide" Target="/ppt/slides/slide5.xml" Id="Racb231597b434248" /><Relationship Type="http://schemas.openxmlformats.org/officeDocument/2006/relationships/slide" Target="/ppt/slides/slide6.xml" Id="R8282952ce6be43b7" /><Relationship Type="http://schemas.openxmlformats.org/officeDocument/2006/relationships/slide" Target="/ppt/slides/slide7.xml" Id="R1328a21e4ff94b81" /><Relationship Type="http://schemas.openxmlformats.org/officeDocument/2006/relationships/slide" Target="/ppt/slides/slide8.xml" Id="R5aa4277778c84d7b" /><Relationship Type="http://schemas.openxmlformats.org/officeDocument/2006/relationships/slide" Target="/ppt/slides/slide9.xml" Id="R0a966c8111184526" /><Relationship Type="http://schemas.openxmlformats.org/officeDocument/2006/relationships/slide" Target="/ppt/slides/slide10.xml" Id="R63f37eb3f1804bee" /><Relationship Type="http://schemas.openxmlformats.org/officeDocument/2006/relationships/slide" Target="/ppt/slides/slide11.xml" Id="Rd02f719f25b0473d" /><Relationship Type="http://schemas.openxmlformats.org/officeDocument/2006/relationships/slide" Target="/ppt/slides/slide12.xml" Id="Rd2d43ba489c742c4" /><Relationship Type="http://schemas.openxmlformats.org/officeDocument/2006/relationships/slide" Target="/ppt/slides/slide13.xml" Id="R5b4cdf74a16f4f08" /><Relationship Type="http://schemas.openxmlformats.org/officeDocument/2006/relationships/slide" Target="/ppt/slides/slide14.xml" Id="Rc2caa0d36b5a46b0" /><Relationship Type="http://schemas.openxmlformats.org/officeDocument/2006/relationships/slide" Target="/ppt/slides/slide15.xml" Id="Radf67e6354254c41" /><Relationship Type="http://schemas.openxmlformats.org/officeDocument/2006/relationships/slide" Target="/ppt/slides/slide16.xml" Id="R41ab3eedc8e54436" /><Relationship Type="http://schemas.openxmlformats.org/officeDocument/2006/relationships/slide" Target="/ppt/slides/slide17.xml" Id="Rcd99685c567c47dd" /><Relationship Type="http://schemas.openxmlformats.org/officeDocument/2006/relationships/slide" Target="/ppt/slides/slide18.xml" Id="Rc0f69b7c18d5409e" /><Relationship Type="http://schemas.openxmlformats.org/officeDocument/2006/relationships/slide" Target="/ppt/slides/slide19.xml" Id="Rc3183d09daa94d38" /><Relationship Type="http://schemas.openxmlformats.org/officeDocument/2006/relationships/slide" Target="/ppt/slides/slide20.xml" Id="R293690629c684a02" /><Relationship Type="http://schemas.openxmlformats.org/officeDocument/2006/relationships/slide" Target="/ppt/slides/slide21.xml" Id="R3337fdbc5f9f4933" /><Relationship Type="http://schemas.openxmlformats.org/officeDocument/2006/relationships/slide" Target="/ppt/slides/slide22.xml" Id="Rfbbaa95d1c604a3c" /><Relationship Type="http://schemas.openxmlformats.org/officeDocument/2006/relationships/slide" Target="/ppt/slides/slide23.xml" Id="R323c24159d0e4b8a" /><Relationship Type="http://schemas.openxmlformats.org/officeDocument/2006/relationships/slide" Target="/ppt/slides/slide24.xml" Id="R8b0ae7829f924bab" /><Relationship Type="http://schemas.openxmlformats.org/officeDocument/2006/relationships/slide" Target="/ppt/slides/slide25.xml" Id="R83dafad4bf9f4ea2" /><Relationship Type="http://schemas.openxmlformats.org/officeDocument/2006/relationships/slide" Target="/ppt/slides/slide26.xml" Id="Rd68f9c7d765b4fb3" /><Relationship Type="http://schemas.openxmlformats.org/officeDocument/2006/relationships/slide" Target="/ppt/slides/slide27.xml" Id="R8350a8a86f6e4cb4" /><Relationship Type="http://schemas.openxmlformats.org/officeDocument/2006/relationships/slide" Target="/ppt/slides/slide28.xml" Id="R219bcccd18fe4299" /><Relationship Type="http://schemas.openxmlformats.org/officeDocument/2006/relationships/slide" Target="/ppt/slides/slide29.xml" Id="Rcd02dc8822844cd6" /><Relationship Type="http://schemas.openxmlformats.org/officeDocument/2006/relationships/slide" Target="/ppt/slides/slide30.xml" Id="Rc62d16405e784e61" /><Relationship Type="http://schemas.openxmlformats.org/officeDocument/2006/relationships/slide" Target="/ppt/slides/slide31.xml" Id="R447b1c976b5d493a" /><Relationship Type="http://schemas.openxmlformats.org/officeDocument/2006/relationships/slide" Target="/ppt/slides/slide32.xml" Id="R80044dca442a4a1f" /><Relationship Type="http://schemas.openxmlformats.org/officeDocument/2006/relationships/slide" Target="/ppt/slides/slide33.xml" Id="R031696eddc734f7f" /><Relationship Type="http://schemas.openxmlformats.org/officeDocument/2006/relationships/slide" Target="/ppt/slides/slide34.xml" Id="R9e2fb095f41147d2" /><Relationship Type="http://schemas.openxmlformats.org/officeDocument/2006/relationships/slide" Target="/ppt/slides/slide35.xml" Id="Rfc6c5b05a11d4f06" /><Relationship Type="http://schemas.openxmlformats.org/officeDocument/2006/relationships/slide" Target="/ppt/slides/slide36.xml" Id="R00edba90a60c4c7a" /><Relationship Type="http://schemas.openxmlformats.org/officeDocument/2006/relationships/slide" Target="/ppt/slides/slide37.xml" Id="Ra7dbea49371a4b9a" /><Relationship Type="http://schemas.openxmlformats.org/officeDocument/2006/relationships/slide" Target="/ppt/slides/slide38.xml" Id="Rd18ded5adc004af7" /><Relationship Type="http://schemas.openxmlformats.org/officeDocument/2006/relationships/slide" Target="/ppt/slides/slide39.xml" Id="Raad6b1bf7ae44315" /><Relationship Type="http://schemas.openxmlformats.org/officeDocument/2006/relationships/slide" Target="/ppt/slides/slide40.xml" Id="R0d453ca3b7a0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57dce0d24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2e7c3c06c5455c" /><Relationship Type="http://schemas.openxmlformats.org/officeDocument/2006/relationships/notesMaster" Target="/ppt/notesMasters/notesMaster1.xml" Id="Rdbf48078b24c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cc635f7e5c4b31" /><Relationship Type="http://schemas.openxmlformats.org/officeDocument/2006/relationships/notesMaster" Target="/ppt/notesMasters/notesMaster1.xml" Id="R14b105a36b294e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fc25d2e1fa4743" /><Relationship Type="http://schemas.openxmlformats.org/officeDocument/2006/relationships/notesMaster" Target="/ppt/notesMasters/notesMaster1.xml" Id="Ra07787cd07fa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2028805e674220" /><Relationship Type="http://schemas.openxmlformats.org/officeDocument/2006/relationships/notesMaster" Target="/ppt/notesMasters/notesMaster1.xml" Id="R11eb58756215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99ea85cafd4a9c" /><Relationship Type="http://schemas.openxmlformats.org/officeDocument/2006/relationships/notesMaster" Target="/ppt/notesMasters/notesMaster1.xml" Id="R52ba7adb0e1246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601f46fe7e4558" /><Relationship Type="http://schemas.openxmlformats.org/officeDocument/2006/relationships/notesMaster" Target="/ppt/notesMasters/notesMaster1.xml" Id="R1c39a656db07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28106466c4ee6" /><Relationship Type="http://schemas.openxmlformats.org/officeDocument/2006/relationships/notesMaster" Target="/ppt/notesMasters/notesMaster1.xml" Id="Rf5bd094a518546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e769f6a524348" /><Relationship Type="http://schemas.openxmlformats.org/officeDocument/2006/relationships/notesMaster" Target="/ppt/notesMasters/notesMaster1.xml" Id="Rac9a618156544e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f0c16eecd84018" /><Relationship Type="http://schemas.openxmlformats.org/officeDocument/2006/relationships/notesMaster" Target="/ppt/notesMasters/notesMaster1.xml" Id="R84848d17282d4b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7748d1e16b4c77" /><Relationship Type="http://schemas.openxmlformats.org/officeDocument/2006/relationships/notesMaster" Target="/ppt/notesMasters/notesMaster1.xml" Id="Refdfb27152874a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a9830eb88748dd" /><Relationship Type="http://schemas.openxmlformats.org/officeDocument/2006/relationships/notesMaster" Target="/ppt/notesMasters/notesMaster1.xml" Id="R8644342192964d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277ad32b4b49fe" /><Relationship Type="http://schemas.openxmlformats.org/officeDocument/2006/relationships/notesMaster" Target="/ppt/notesMasters/notesMaster1.xml" Id="R49442129e5374c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62acac1bbc42a4" /><Relationship Type="http://schemas.openxmlformats.org/officeDocument/2006/relationships/notesMaster" Target="/ppt/notesMasters/notesMaster1.xml" Id="R783591e4d4924a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75c85d26d84579" /><Relationship Type="http://schemas.openxmlformats.org/officeDocument/2006/relationships/notesMaster" Target="/ppt/notesMasters/notesMaster1.xml" Id="R5cd644441a9c4c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4a708a3d6a418b" /><Relationship Type="http://schemas.openxmlformats.org/officeDocument/2006/relationships/notesMaster" Target="/ppt/notesMasters/notesMaster1.xml" Id="R76835c1920bb49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af2c7625d44f97" /><Relationship Type="http://schemas.openxmlformats.org/officeDocument/2006/relationships/notesMaster" Target="/ppt/notesMasters/notesMaster1.xml" Id="R9bccea952d7a4f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6e64f2604e4f26" /><Relationship Type="http://schemas.openxmlformats.org/officeDocument/2006/relationships/notesMaster" Target="/ppt/notesMasters/notesMaster1.xml" Id="R85ff33b6579c42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cc388213114a16" /><Relationship Type="http://schemas.openxmlformats.org/officeDocument/2006/relationships/notesMaster" Target="/ppt/notesMasters/notesMaster1.xml" Id="Rd89a0993149a45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58a51ba19e4079" /><Relationship Type="http://schemas.openxmlformats.org/officeDocument/2006/relationships/notesMaster" Target="/ppt/notesMasters/notesMaster1.xml" Id="Rf1aa2492bbcd4a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c1f2d90e7246ee" /><Relationship Type="http://schemas.openxmlformats.org/officeDocument/2006/relationships/notesMaster" Target="/ppt/notesMasters/notesMaster1.xml" Id="R8a7e84f9ac204e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9a7a3ec83c4e7b" /><Relationship Type="http://schemas.openxmlformats.org/officeDocument/2006/relationships/notesMaster" Target="/ppt/notesMasters/notesMaster1.xml" Id="Rcc4be6dceb6b4b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4846d7a94f4ec2" /><Relationship Type="http://schemas.openxmlformats.org/officeDocument/2006/relationships/notesMaster" Target="/ppt/notesMasters/notesMaster1.xml" Id="R8a1feae696c347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2812fec44d4150" /><Relationship Type="http://schemas.openxmlformats.org/officeDocument/2006/relationships/notesMaster" Target="/ppt/notesMasters/notesMaster1.xml" Id="Rd1a58b6b92cc4e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378e33641c4384" /><Relationship Type="http://schemas.openxmlformats.org/officeDocument/2006/relationships/notesMaster" Target="/ppt/notesMasters/notesMaster1.xml" Id="Ra69cf15125e145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80ea2bb38944fd" /><Relationship Type="http://schemas.openxmlformats.org/officeDocument/2006/relationships/notesMaster" Target="/ppt/notesMasters/notesMaster1.xml" Id="R1b16030f701c44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300e1186504971" /><Relationship Type="http://schemas.openxmlformats.org/officeDocument/2006/relationships/notesMaster" Target="/ppt/notesMasters/notesMaster1.xml" Id="R05f71f8d194541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f94d5aa56840a3" /><Relationship Type="http://schemas.openxmlformats.org/officeDocument/2006/relationships/notesMaster" Target="/ppt/notesMasters/notesMaster1.xml" Id="Rdd700b323d174e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c94bb738764047" /><Relationship Type="http://schemas.openxmlformats.org/officeDocument/2006/relationships/notesMaster" Target="/ppt/notesMasters/notesMaster1.xml" Id="R3d6428cc7c7945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fca46915b034111" /><Relationship Type="http://schemas.openxmlformats.org/officeDocument/2006/relationships/notesMaster" Target="/ppt/notesMasters/notesMaster1.xml" Id="R88b4ad9656c145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b9a75a39544272" /><Relationship Type="http://schemas.openxmlformats.org/officeDocument/2006/relationships/notesMaster" Target="/ppt/notesMasters/notesMaster1.xml" Id="Rd9755adb31ad4e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8b263d54454cbb" /><Relationship Type="http://schemas.openxmlformats.org/officeDocument/2006/relationships/notesMaster" Target="/ppt/notesMasters/notesMaster1.xml" Id="R810b6d292198488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55b937e2e14a11" /><Relationship Type="http://schemas.openxmlformats.org/officeDocument/2006/relationships/notesMaster" Target="/ppt/notesMasters/notesMaster1.xml" Id="R499b54c48ced45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01065c112234646" /><Relationship Type="http://schemas.openxmlformats.org/officeDocument/2006/relationships/notesMaster" Target="/ppt/notesMasters/notesMaster1.xml" Id="R613cba280272439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51e23a6f964b7f" /><Relationship Type="http://schemas.openxmlformats.org/officeDocument/2006/relationships/notesMaster" Target="/ppt/notesMasters/notesMaster1.xml" Id="Rf131d535a9374c1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12cd5ed4e64176" /><Relationship Type="http://schemas.openxmlformats.org/officeDocument/2006/relationships/notesMaster" Target="/ppt/notesMasters/notesMaster1.xml" Id="R7fedd205a8c648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35141d1b69446f" /><Relationship Type="http://schemas.openxmlformats.org/officeDocument/2006/relationships/notesMaster" Target="/ppt/notesMasters/notesMaster1.xml" Id="R919622711bb445b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f4c8113dfe042d8" /><Relationship Type="http://schemas.openxmlformats.org/officeDocument/2006/relationships/notesMaster" Target="/ppt/notesMasters/notesMaster1.xml" Id="Rd6f45c47c4aa47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601306dc0f74634" /><Relationship Type="http://schemas.openxmlformats.org/officeDocument/2006/relationships/notesMaster" Target="/ppt/notesMasters/notesMaster1.xml" Id="Raf8a0edd44a841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8e9e9c9e8f41ea" /><Relationship Type="http://schemas.openxmlformats.org/officeDocument/2006/relationships/notesMaster" Target="/ppt/notesMasters/notesMaster1.xml" Id="Re0130baa576949b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caeaa9dc8684b1b" /><Relationship Type="http://schemas.openxmlformats.org/officeDocument/2006/relationships/notesMaster" Target="/ppt/notesMasters/notesMaster1.xml" Id="Rc8183535385a4d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Машинное обучение, ФТиАД. Лекция 6. Продолжение лекций 4 и 5: линейная классификация и метрики.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5.</a:t>
            </a:r>
          </a:p>
          <a:p xmlns:a="http://schemas.openxmlformats.org/drawingml/2006/main">
            <a:r>
              <a:t>ЦУ, «МАГА2026_Презентация_Неделя 5.pptx», новый запуск, слайды 31.</a:t>
            </a:r>
          </a:p>
          <a:p xmlns:a="http://schemas.openxmlformats.org/drawingml/2006/main">
            <a:r>
              <a:t>Баннер и пример размещения: https://yandex.ru/support/partner/ru/web/units/formats/media . Изображение https://cdn-viewer.diplodoc.com/docs-assets/support-partner/rev/r21618795/ru/_images/media-example.png . Просмотрено 13.10.2026. Кадрирование средствами PPTX оставляет баннер целиком. Числа и модель в лекции учебные и не относятся к рекламной кампании на изображении.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6.</a:t>
            </a:r>
          </a:p>
          <a:p xmlns:a="http://schemas.openxmlformats.org/drawingml/2006/main">
            <a:r>
              <a:t>ЦУ, «МАГА2026_Презентация_Неделя 5.pptx», новый запуск, слайды 31.</a:t>
            </a:r>
          </a:p>
          <a:p xmlns:a="http://schemas.openxmlformats.org/drawingml/2006/main">
            <a:r>
              <a:t>Упрощённая задача. Получаем c рублей только за клик. Расходы, аукцион и ограничения показа опущены. p заданы как учебные оценки, не измерены для баннера на предыдущем слайде. При пороге .5 все классы равны0, однако ожидаемый доход различен.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4, 5, 7, 10.</a:t>
            </a:r>
          </a:p>
          <a:p xmlns:a="http://schemas.openxmlformats.org/drawingml/2006/main">
            <a:r>
              <a:t>ЦУ, «МАГА2026_Презентация_Неделя 5.pptx», новый запуск, слайды 25.</a:t>
            </a:r>
          </a:p>
          <a:p xmlns:a="http://schemas.openxmlformats.org/drawingml/2006/main">
            <a:r>
              <a:t>Учебные примеры. В каждой строке рассматриваем показы с одной и той же вероятностью p. Ожидаемое число кликов равно np, если p соответствует истинной вероятности. Последний столбец показывает возможные случайные результаты, а не реальные данные. Четыре строки не являются точками калибровочной кривой. Калибровку оценивают на новых данных, группируя близкие прогнозы и сравнивая средний прогноз с долей кликов. Калибровочную кривую подробнее разберём далее в курсе.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3, 15.</a:t>
            </a:r>
          </a:p>
          <a:p xmlns:a="http://schemas.openxmlformats.org/drawingml/2006/main">
            <a:r>
              <a:t>ЦУ, «МАГА2026_Презентация_Неделя 5.pptx», новый запуск, слайды 13, 14, 15.</a:t>
            </a:r>
          </a:p>
          <a:p xmlns:a="http://schemas.openxmlformats.org/drawingml/2006/main">
            <a:r>
              <a:t>Используем метки 0 и 1. Скор z = −2 выбран для примера. Порог 0,5 служит для получения класса. Для выбора баннера в нашей задаче сравниваем ожидаемый доход.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15, 16.</a:t>
            </a:r>
          </a:p>
          <a:p xmlns:a="http://schemas.openxmlformats.org/drawingml/2006/main">
            <a:r>
              <a:t>ЦУ, «МАГА2026_Презентация_Неделя 5.pptx», новый запуск, слайды 16, 17.</a:t>
            </a:r>
          </a:p>
          <a:p xmlns:a="http://schemas.openxmlformats.org/drawingml/2006/main">
            <a:r>
              <a:t>Точки на нативном графике имеют координаты(-2,sigma(-2)),(0,.5),(2,sigma(2)). Сигмоида строго возрастает, диапазон(0,1). Попадание в диапазон не гарантирует калибровку.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15.</a:t>
            </a:r>
          </a:p>
          <a:p xmlns:a="http://schemas.openxmlformats.org/drawingml/2006/main">
            <a:r>
              <a:t>ЦУ, «МАГА2026_Презентация_Неделя 5.pptx», новый запуск, слайды 17, 29, 30.</a:t>
            </a:r>
          </a:p>
          <a:p xmlns:a="http://schemas.openxmlformats.org/drawingml/2006/main">
            <a:r>
              <a:t>Коэффициенты заданы для учебного примера. Все признаки известны до показа. Полученные вероятности не описывают реальную рекламную кампанию.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16, 17.</a:t>
            </a:r>
          </a:p>
          <a:p xmlns:a="http://schemas.openxmlformats.org/drawingml/2006/main">
            <a:r>
              <a:t>ЦУ, «МАГА2026_Презентация_Неделя 5.pptx», новый запуск, слайды 18.</a:t>
            </a:r>
          </a:p>
          <a:p xmlns:a="http://schemas.openxmlformats.org/drawingml/2006/main">
            <a:r>
              <a:t>Шансы равны p/(1 − p). В таблице они оценены отношением частот для показов с фиксированными признаками.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16, 17.</a:t>
            </a:r>
          </a:p>
          <a:p xmlns:a="http://schemas.openxmlformats.org/drawingml/2006/main">
            <a:r>
              <a:t>ЦУ, «МАГА2026_Презентация_Неделя 5.pptx», новый запуск, слайды 18, 19.</a:t>
            </a:r>
          </a:p>
          <a:p xmlns:a="http://schemas.openxmlformats.org/drawingml/2006/main">
            <a:r>
              <a:t>В логистической регрессии предполагаем, что логарифм шансов линейно зависит от признаков. Используем натуральный логарифм. Обратное преобразование выведено в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16, 17.</a:t>
            </a:r>
          </a:p>
          <a:p xmlns:a="http://schemas.openxmlformats.org/drawingml/2006/main">
            <a:r>
              <a:t>ЦУ, «МАГА2026_Презентация_Неделя 5.pptx», новый запуск, слайды 18, 29.</a:t>
            </a:r>
          </a:p>
          <a:p xmlns:a="http://schemas.openxmlformats.org/drawingml/2006/main">
            <a:r>
              <a:t>Дополнительный источник: ЦУ, БАК_ML_Презентация_Неделя 5 (2), слайд 25. Меняем число посещений с 2 на 3 при фиксированном устройстве. Шансы умножаются на exp(0,7) ≈ 2,014. Вероятность меняется с 0,250 до 0,401. Это изменение прогноза модели, причинный эффект из него не следует.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19.</a:t>
            </a:r>
          </a:p>
          <a:p xmlns:a="http://schemas.openxmlformats.org/drawingml/2006/main">
            <a:r>
              <a:t>ЦУ, «МАГА2026_Презентация_Неделя 5.pptx», новый запуск, слайды 20, 22.</a:t>
            </a:r>
          </a:p>
          <a:p xmlns:a="http://schemas.openxmlformats.org/drawingml/2006/main">
            <a:r>
              <a:t>p обозначает вероятность клика. Вероятность наблюдавшегося ответа равна p для клика и 1 − p для отсутствия клика. В лекции 5 log loss уже использовалась как метрика.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19.</a:t>
            </a:r>
          </a:p>
          <a:p xmlns:a="http://schemas.openxmlformats.org/drawingml/2006/main">
            <a:r>
              <a:t>ЦУ, «МАГА2026_Презентация_Неделя 5.pptx», новый запуск, слайды 20, 21.</a:t>
            </a:r>
          </a:p>
          <a:p xmlns:a="http://schemas.openxmlformats.org/drawingml/2006/main">
            <a:r>
              <a:t>При фиксированных признаках и весах считаем ответы независимыми. Для набора A правдоподобие равно 0,9 · 0,8 = 0,72, для B оно равно 0,3 · 0,2 = 0,06.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19.</a:t>
            </a:r>
          </a:p>
          <a:p xmlns:a="http://schemas.openxmlformats.org/drawingml/2006/main">
            <a:r>
              <a:t>ЦУ, «МАГА2026_Презентация_Неделя 5.pptx», новый запуск, слайды 21.</a:t>
            </a:r>
          </a:p>
          <a:p xmlns:a="http://schemas.openxmlformats.org/drawingml/2006/main">
            <a:r>
              <a:t>Натуральный логарифм строго возрастает, поэтому максимум сохраняется. Смена знака превращает задачу максимизации в задачу минимизации.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19.</a:t>
            </a:r>
          </a:p>
          <a:p xmlns:a="http://schemas.openxmlformats.org/drawingml/2006/main">
            <a:r>
              <a:t>ЦУ, «МАГА2026_Презентация_Неделя 5.pptx», новый запуск, слайды 22, 23.</a:t>
            </a:r>
          </a:p>
          <a:p xmlns:a="http://schemas.openxmlformats.org/drawingml/2006/main">
            <a:r>
              <a:t>Для y = 1 остаётся слагаемое −ln p, для y = 0 остаётся −ln(1 − p). Везде используем натуральный логарифм.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19.</a:t>
            </a:r>
          </a:p>
          <a:p xmlns:a="http://schemas.openxmlformats.org/drawingml/2006/main">
            <a:r>
              <a:t>ЦУ, «МАГА2026_Презентация_Неделя 5.pptx», новый запуск, слайды 21, 22.</a:t>
            </a:r>
          </a:p>
          <a:p xmlns:a="http://schemas.openxmlformats.org/drawingml/2006/main">
            <a:r>
              <a:t>Средняя log loss в примере равна 0,582746. Общие веса модели задают вероятности всех показов. Без регуляризации минимум средней log loss соответствует максимуму правдоподобия.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18, 21.</a:t>
            </a:r>
          </a:p>
          <a:p xmlns:a="http://schemas.openxmlformats.org/drawingml/2006/main">
            <a:r>
              <a:t>ЦУ, «МАГА2026_Презентация_Неделя 5.pptx», новый запуск, слайды 24.</a:t>
            </a:r>
          </a:p>
          <a:p xmlns:a="http://schemas.openxmlformats.org/drawingml/2006/main">
            <a:r>
              <a:t>Производная по скору равна p − y. При z = −6 и y = 1 она равна −0,997527 для log loss и −0,004921 для квадратичной ошибки.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5.pptx», новый запуск, слайды 26, 27.</a:t>
            </a:r>
          </a:p>
          <a:p xmlns:a="http://schemas.openxmlformats.org/drawingml/2006/main">
            <a:r>
              <a:t>Для производной по весу умножаем p − y на соответствующий признак и усредняем по выборке. Для свободного члена усредняем p − y. При L2-регуляризации к градиенту по весам добавляется λw.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11, 22.</a:t>
            </a:r>
          </a:p>
          <a:p xmlns:a="http://schemas.openxmlformats.org/drawingml/2006/main">
            <a:r>
              <a:t>В примере λ = 0,1, поэтому штраф равен 0,05w². Свободный член не штрафуем. Таблица сравнивает три веса, она не утверждает, что w = 2 является точкой минимума.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3.</a:t>
            </a:r>
          </a:p>
          <a:p xmlns:a="http://schemas.openxmlformats.org/drawingml/2006/main">
            <a:r>
              <a:t>ЦУ, «МАГА2026_Презентация_Неделя 5.pptx», новый запуск, слайды 34, 36.</a:t>
            </a:r>
          </a:p>
          <a:p xmlns:a="http://schemas.openxmlformats.org/drawingml/2006/main">
            <a:r>
              <a:t>Учебная выборка из восьми точек. Класс −1: (−2,±1,5),(−1,±0,7). Класс +1: (1,±0,7),(2,±1,5). SVM использует знаковые метки s=2y−1. В общем случае граница wᵀx+b=0. Здесь w=(1,0), b=0.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3, 4.</a:t>
            </a:r>
          </a:p>
          <a:p xmlns:a="http://schemas.openxmlformats.org/drawingml/2006/main">
            <a:r>
              <a:t>ЦУ, «МАГА2026_Презентация_Неделя 5.pptx», новый запуск, слайды 34, 35, 38.</a:t>
            </a:r>
          </a:p>
          <a:p xmlns:a="http://schemas.openxmlformats.org/drawingml/2006/main">
            <a:r>
              <a:t>Обе границы дают ноль ошибок на восьми точках. Для x₁=0,6 минимальное расстояние 0,4, симметричная пустая полоса (0,2;1) имеет ширину 0,8. Для x₁=0 минимальное расстояние 1, полоса (−1;1) имеет ширину 2. Максимизируем минимальное расстояние.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4.</a:t>
            </a:r>
          </a:p>
          <a:p xmlns:a="http://schemas.openxmlformats.org/drawingml/2006/main">
            <a:r>
              <a:t>ЦУ, «МАГА2026_Презентация_Неделя 5.pptx», новый запуск, слайды 36, 37.</a:t>
            </a:r>
          </a:p>
          <a:p xmlns:a="http://schemas.openxmlformats.org/drawingml/2006/main">
            <a:r>
              <a:t>Для линейно разделимой выборки жёсткий SVM максимизирует минимальное геометрическое расстояние до объектов. Полоса симметрична относительно границы. В данной схеме четыре опорных объекта. Слово «вектор» означает вектор признаков объекта.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3, 5, 6.</a:t>
            </a:r>
          </a:p>
          <a:p xmlns:a="http://schemas.openxmlformats.org/drawingml/2006/main">
            <a:r>
              <a:t>ЦУ, «МАГА2026_Презентация_Неделя 5.pptx», новый запуск, слайды 36, 38.</a:t>
            </a:r>
          </a:p>
          <a:p xmlns:a="http://schemas.openxmlformats.org/drawingml/2006/main">
            <a:r>
              <a:t>Отступ M=s·z, s∈{−1,+1}. Это функциональный отступ, пока не геометрическое расстояние. Для ошибочного прогноза M&lt;0, для верного M&gt;0. При M=0 объект на границе. Примеры скоров учебные.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5.</a:t>
            </a:r>
          </a:p>
          <a:p xmlns:a="http://schemas.openxmlformats.org/drawingml/2006/main">
            <a:r>
              <a:t>ЦУ, «МАГА2026_Презентация_Неделя 5.pptx», новый запуск, слайды 39, 40.</a:t>
            </a:r>
          </a:p>
          <a:p xmlns:a="http://schemas.openxmlformats.org/drawingml/2006/main">
            <a:r>
              <a:t>Для того же набора точек сравниваем z=x₁ и z=5x₁. Граница одинакова, функциональные отступы различаются в пять раз. Можно умножить w,b на положительное число. Для разделимой выборки выбираем масштаб min M=1. Это нормировка весов классификатора, не стандартизация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3, 4, 5.</a:t>
            </a:r>
          </a:p>
          <a:p xmlns:a="http://schemas.openxmlformats.org/drawingml/2006/main">
            <a:r>
              <a:t>ЦУ, «МАГА2026_Презентация_Неделя 5.pptx», новый запуск, слайды 38, 42, 43.</a:t>
            </a:r>
          </a:p>
          <a:p xmlns:a="http://schemas.openxmlformats.org/drawingml/2006/main">
            <a:r>
              <a:t>Линейно разделимый случай, w≠0, min M=1. Для корректно классифицированных объектов d=|wᵀx+b|/||w||=M/||w||. Полоса симметрична, её полная ширина B=2/||w||. В нашем примере w=(1,0), ||w||=1.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5, 6.</a:t>
            </a:r>
          </a:p>
          <a:p xmlns:a="http://schemas.openxmlformats.org/drawingml/2006/main">
            <a:r>
              <a:t>ЦУ, «МАГА2026_Презентация_Неделя 5.pptx», новый запуск, слайды 44, 45.</a:t>
            </a:r>
          </a:p>
          <a:p xmlns:a="http://schemas.openxmlformats.org/drawingml/2006/main">
            <a:r>
              <a:t>Жёсткий SVM. Эквивалентность максимизации 2/||w|| и минимизации 0,5||w||² при ограничениях M_i≥1. Фактор 1/2 упрощает производную, b не штрафуется. Объяснить: подбираем w,b, а не значения M независимо.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7, 8.</a:t>
            </a:r>
          </a:p>
          <a:p xmlns:a="http://schemas.openxmlformats.org/drawingml/2006/main">
            <a:r>
              <a:t>ЦУ, «МАГА2026_Презентация_Неделя 5.pptx», новый запуск, слайды 45, 47, 48.</a:t>
            </a:r>
          </a:p>
          <a:p xmlns:a="http://schemas.openxmlformats.org/drawingml/2006/main">
            <a:r>
              <a:t>К восьми точкам добавлен объект +1 в (−1,5;0), внутри выпуклой оболочки объектов −1. Поэтому линейная разделимость невозможна. Показана прежняя граница z=x₁, а не решение мягкого SVM. Для нового объекта M=−1,5, минимальное послабление ξ=2,5.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7, 10, 11.</a:t>
            </a:r>
          </a:p>
          <a:p xmlns:a="http://schemas.openxmlformats.org/drawingml/2006/main">
            <a:r>
              <a:t>ЦУ, «МАГА2026_Презентация_Неделя 5.pptx», новый запуск, слайды 48.</a:t>
            </a:r>
          </a:p>
          <a:p xmlns:a="http://schemas.openxmlformats.org/drawingml/2006/main">
            <a:r>
              <a:t>В мягком SVM вводят ξ_i≥0 и M_i≥1−ξ_i. В оптимуме при C&gt;0 ξ_i=max(0,1−M_i). Сначала численно объяснить сколько не хватает до единицы, затем назвать функцию. Для M=−1,5 получаем2,5. M=0,5 даёт правильный класс, но нарушает требуемый запас.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8, 9, 10.</a:t>
            </a:r>
          </a:p>
          <a:p xmlns:a="http://schemas.openxmlformats.org/drawingml/2006/main">
            <a:r>
              <a:t>ЦУ, «МАГА2026_Презентация_Неделя 5.pptx», новый запуск, слайды 48, 49.</a:t>
            </a:r>
          </a:p>
          <a:p xmlns:a="http://schemas.openxmlformats.org/drawingml/2006/main">
            <a:r>
              <a:t>Нормировка как в прошлогодней ВШЭ: 0,5||w||²+C·mean(hinge). При C&gt;0 эквивалентно минимизации mean(hinge)+(1/(2C))||w||². В sklearn SVC используется сумма, C требует пересчёта. Большое C сильнее штрафует нарушения, но не гарантирует ноль ошибок на неразделимых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11, 12.</a:t>
            </a:r>
          </a:p>
          <a:p xmlns:a="http://schemas.openxmlformats.org/drawingml/2006/main">
            <a:r>
              <a:t>ЦУ, «МАГА2026_Презентация_Неделя 5.pptx», новый запуск, слайды 63.</a:t>
            </a:r>
          </a:p>
          <a:p xmlns:a="http://schemas.openxmlformats.org/drawingml/2006/main">
            <a:r>
              <a:t>Для знаковых меток log loss равна ln(1+exp(−M)). Показываем общую шкалу, нулевую hinge при M≥1. Сетка −3..3 с шагом0,05. Никаких утверждений об универсальном превосходстве по метрикам.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5.pptx», новый запуск, слайды 53, 54, 56.</a:t>
            </a:r>
          </a:p>
          <a:p xmlns:a="http://schemas.openxmlformats.org/drawingml/2006/main">
            <a:r>
              <a:t>XOR: +1 в(−1,−1),(1,1), −1 в(−1,1),(1,−1). u=x₁x₂ разделяет классы по знаку. Каждый объект приведён явно. Новый признак можно использовать и в логистической регрессии.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«МАГА2026_Презентация_Неделя 5.pptx», новый запуск, слайды 53, 54, 56.</a:t>
            </a:r>
          </a:p>
          <a:p xmlns:a="http://schemas.openxmlformats.org/drawingml/2006/main">
            <a:r>
              <a:t>После явного признака u=x₁x₂ определяем φ(x)=(x₁,x₂,x₁x₂). Пример допустимого ядра K(x,t)=x₁t₁+x₂t₂+x₁x₂t₁t₂. Здесь ядро демонстрационное, не объявляем его стандартным полиномиальным ядром. В двойственной форме SVM признаки входят через скалярные произведения. Вывод двойственной задачи вне лекции.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ВШЭ, «Лекция_7_Метод_векторов,_многоклассовая_классификация_2 (2).pptx», слайды 12, 13.</a:t>
            </a:r>
          </a:p>
          <a:p xmlns:a="http://schemas.openxmlformats.org/drawingml/2006/main">
            <a:r>
              <a:t>ЦУ, «МАГА2026_Презентация_Неделя 5.pptx», новый запуск, слайды 50, 63, 65, 67.</a:t>
            </a:r>
          </a:p>
          <a:p xmlns:a="http://schemas.openxmlformats.org/drawingml/2006/main">
            <a:r>
              <a:t>Обе линейные модели дают скор z=wᵀx+b. Логрег обучают по log loss, линейный SVM по hinge с регуляризацией. Обычная сигмоида от скора SVM не гарантирует вероятностного смысла. Вероятности получают отдельной калибровкой на независимых прогнозах. Признаки масштабируют по train, C и ядро выбирают на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4, 10, 14.</a:t>
            </a:r>
          </a:p>
          <a:p xmlns:a="http://schemas.openxmlformats.org/drawingml/2006/main">
            <a:r>
              <a:t>ЦУ, «МАГА2026_Презентация_Неделя 5.pptx», новый запуск, слайды 25, 65, 66.</a:t>
            </a:r>
          </a:p>
          <a:p xmlns:a="http://schemas.openxmlformats.org/drawingml/2006/main">
            <a:r>
              <a:t>Калибровку оцениваем на отложенных данных. В группе из 1000 показов средний прогноз равен 0,1, наблюдаемая доля кликов равна 0,06. Ожидаемое число кликов отличается от фактического. Сигмоида сама по себе не гарантирует калибровку.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Вопросы. Далее дополнительные выводы формул.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16, 17.</a:t>
            </a:r>
          </a:p>
          <a:p xmlns:a="http://schemas.openxmlformats.org/drawingml/2006/main">
            <a:r>
              <a:t>ЦУ, «МАГА2026_Презентация_Неделя 5.pptx», новый запуск, слайды 18,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ФТиАД, «Лекция_6_Логистическая_регрессия (1).pptx», прошлый год, слайды 18, 21.</a:t>
            </a:r>
          </a:p>
          <a:p xmlns:a="http://schemas.openxmlformats.org/drawingml/2006/main">
            <a:r>
              <a:t>ЦУ, «МАГА2026_Презентация_Неделя 5.pptx», новый запуск, слайды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6f373603e40a6" /><Relationship Type="http://schemas.openxmlformats.org/officeDocument/2006/relationships/image" Target="/ppt/media/image.jpeg" Id="R24e00e3d91644683" /><Relationship Type="http://schemas.openxmlformats.org/officeDocument/2006/relationships/image" Target="/ppt/media/image.png" Id="R649c64c3fdc74d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80d9313ee4a8d" /><Relationship Type="http://schemas.openxmlformats.org/officeDocument/2006/relationships/image" Target="/ppt/media/image2.jpeg" Id="R3dc2670ba8ed47bd" /><Relationship Type="http://schemas.openxmlformats.org/officeDocument/2006/relationships/image" Target="/ppt/media/image2.png" Id="Rf14cc16c1be949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5934f0a114f59" /><Relationship Type="http://schemas.openxmlformats.org/officeDocument/2006/relationships/image" Target="/ppt/media/image2.jpeg" Id="Ref88932282104afe" /><Relationship Type="http://schemas.openxmlformats.org/officeDocument/2006/relationships/image" Target="/ppt/media/image2.png" Id="R1b1f5995dce044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4495954564dfe" /><Relationship Type="http://schemas.openxmlformats.org/officeDocument/2006/relationships/image" Target="/ppt/media/image2.jpeg" Id="R2989d121f0994360" /><Relationship Type="http://schemas.openxmlformats.org/officeDocument/2006/relationships/image" Target="/ppt/media/image2.png" Id="Redce5c212a7d46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6b71d5e4a415c" /><Relationship Type="http://schemas.openxmlformats.org/officeDocument/2006/relationships/image" Target="/ppt/media/image2.jpeg" Id="R30b507c4bb394cc1" /><Relationship Type="http://schemas.openxmlformats.org/officeDocument/2006/relationships/image" Target="/ppt/media/image2.png" Id="R9b71b49da89244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fac82768143a8" /><Relationship Type="http://schemas.openxmlformats.org/officeDocument/2006/relationships/image" Target="/ppt/media/image2.jpeg" Id="R5484ff40b24140c0" /><Relationship Type="http://schemas.openxmlformats.org/officeDocument/2006/relationships/image" Target="/ppt/media/image2.png" Id="R9d8b76081986468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19ff9e18b43bf" /><Relationship Type="http://schemas.openxmlformats.org/officeDocument/2006/relationships/image" Target="/ppt/media/image2.jpeg" Id="R842c070a24d043de" /><Relationship Type="http://schemas.openxmlformats.org/officeDocument/2006/relationships/image" Target="/ppt/media/image2.png" Id="R038eea6c903048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e6f99b2524d02" /><Relationship Type="http://schemas.openxmlformats.org/officeDocument/2006/relationships/image" Target="/ppt/media/image2.jpeg" Id="R15a6d482e9e34c84" /><Relationship Type="http://schemas.openxmlformats.org/officeDocument/2006/relationships/image" Target="/ppt/media/image2.png" Id="Rca7aaa29568842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95ec5e5bb49bc" /><Relationship Type="http://schemas.openxmlformats.org/officeDocument/2006/relationships/image" Target="/ppt/media/image2.jpeg" Id="Rd609e67589b84060" /><Relationship Type="http://schemas.openxmlformats.org/officeDocument/2006/relationships/image" Target="/ppt/media/image2.png" Id="R875e7289500a40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22e03c71d4624" /><Relationship Type="http://schemas.openxmlformats.org/officeDocument/2006/relationships/image" Target="/ppt/media/image2.jpeg" Id="R54ad8bdbfd5d4f57" /><Relationship Type="http://schemas.openxmlformats.org/officeDocument/2006/relationships/image" Target="/ppt/media/image2.png" Id="Rcdaa3be97a6449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9ecfb73e4928" /><Relationship Type="http://schemas.openxmlformats.org/officeDocument/2006/relationships/image" Target="/ppt/media/image2.jpeg" Id="R9560996d161f41aa" /><Relationship Type="http://schemas.openxmlformats.org/officeDocument/2006/relationships/image" Target="/ppt/media/image2.png" Id="R70e95445de8b43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feb597b0a445c" /><Relationship Type="http://schemas.openxmlformats.org/officeDocument/2006/relationships/image" Target="/ppt/media/image2.jpeg" Id="R20f2050be48a43ac" /><Relationship Type="http://schemas.openxmlformats.org/officeDocument/2006/relationships/image" Target="/ppt/media/image3.png" Id="Rcca1200a36f8402a" /></Relationships>
</file>

<file path=ppt/slideLayouts/slideLayout1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24e00e3d9164468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>
            <a:extLst xmlns:a="http://schemas.openxmlformats.org/drawingml/2006/main">
              <a:ext uri="{FF2B5EF4-FFF2-40B4-BE49-F238E27FC236}">
                <a16:creationId xmlns:a16="http://schemas.microsoft.com/office/drawing/2014/main" id="{229B9E91-14C3-4AC7-B638-2E677AF1F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c64c3fdc7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EEADE9BC-9B37-4F22-9ABB-E749866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12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4B8E1B1F-71D4-4C20-A3A9-A5693DF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581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1FDDDC34-4D03-46F3-AE7A-163F885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47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7967" y="2404670"/>
            <a:ext cx="7634059" cy="1978323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br/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074947" y="1187841"/>
            <a:ext cx="3848717" cy="435163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br/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259420" y="1173829"/>
            <a:ext cx="2278063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786720" y="1173829"/>
            <a:ext cx="2217738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27967" y="4824914"/>
            <a:ext cx="7625267" cy="652860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16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Текст_1">
    <p:bg>
      <p:bgPr>
        <a:blipFill xmlns:a="http://schemas.openxmlformats.org/drawingml/2006/main" rotWithShape="1">
          <a:blip xmlns:r="http://schemas.openxmlformats.org/officeDocument/2006/relationships" r:embed="R3dc2670ba8ed47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4">
            <a:extLst xmlns:a="http://schemas.openxmlformats.org/drawingml/2006/main">
              <a:ext uri="{FF2B5EF4-FFF2-40B4-BE49-F238E27FC236}">
                <a16:creationId xmlns:a16="http://schemas.microsoft.com/office/drawing/2014/main" id="{DB79B7E6-4917-4E18-BC7D-0D0E22AD1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cc16c1be9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3055ED3-604C-4B81-91CE-1DDBBB35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CB29F97-9CA1-4DB3-8938-6A52A7BB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006DE1D-9F0C-4B9D-B1B0-F607E95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57E620C-8BE2-4AF7-9C99-CD8485D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8" y="1447790"/>
            <a:ext cx="524556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7" y="2379663"/>
            <a:ext cx="5245561" cy="3393234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8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2">
    <p:bg>
      <p:bgPr>
        <a:blipFill xmlns:a="http://schemas.openxmlformats.org/drawingml/2006/main" rotWithShape="1">
          <a:blip xmlns:r="http://schemas.openxmlformats.org/officeDocument/2006/relationships" r:embed="Ref88932282104a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4">
            <a:extLst xmlns:a="http://schemas.openxmlformats.org/drawingml/2006/main">
              <a:ext uri="{FF2B5EF4-FFF2-40B4-BE49-F238E27FC236}">
                <a16:creationId xmlns:a16="http://schemas.microsoft.com/office/drawing/2014/main" id="{04B28A75-D8C2-4581-9866-451B00C6C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f5995dce0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5AB669A-F86F-41B6-A63D-94F97D6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57E3C49-BAC6-419A-BA1B-590331B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C9060E4-0970-4B1E-B49E-B701FA6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EE7F59C3-65B5-4D92-8DCC-BE23EA5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7" y="2379663"/>
            <a:ext cx="11057971" cy="3745092"/>
          </a:xfrm>
        </p:spPr>
        <p:txBody>
          <a:bodyPr xmlns:a="http://schemas.openxmlformats.org/drawingml/2006/main" lIns="0" tIns="0" r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</p:txBody>
      </p:sp>
      <p:sp>
        <p:nvSpPr>
          <p:cNvPr id="18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Текст_3">
    <p:bg>
      <p:bgPr>
        <a:blipFill xmlns:a="http://schemas.openxmlformats.org/drawingml/2006/main" rotWithShape="1">
          <a:blip xmlns:r="http://schemas.openxmlformats.org/officeDocument/2006/relationships" r:embed="R2989d121f09943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4">
            <a:extLst xmlns:a="http://schemas.openxmlformats.org/drawingml/2006/main">
              <a:ext uri="{FF2B5EF4-FFF2-40B4-BE49-F238E27FC236}">
                <a16:creationId xmlns:a16="http://schemas.microsoft.com/office/drawing/2014/main" id="{2E25BEC7-6E5D-4B21-B245-998AC3889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e5c212a7d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FABCA9E-6DCB-417D-B9E0-FC26E2E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AF5C5B0-B330-4B12-BBF3-A9A6C846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B27E8F8-2EE0-4F74-BAB5-F77FD2C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52B18F1-14E1-4A26-8802-5189A43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259892" y="2379663"/>
            <a:ext cx="5383968" cy="3451794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График_1">
    <p:bg>
      <p:bgPr>
        <a:blipFill xmlns:a="http://schemas.openxmlformats.org/drawingml/2006/main" rotWithShape="1">
          <a:blip xmlns:r="http://schemas.openxmlformats.org/officeDocument/2006/relationships" r:embed="R30b507c4bb394cc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>
            <a:extLst xmlns:a="http://schemas.openxmlformats.org/drawingml/2006/main">
              <a:ext uri="{FF2B5EF4-FFF2-40B4-BE49-F238E27FC236}">
                <a16:creationId xmlns:a16="http://schemas.microsoft.com/office/drawing/2014/main" id="{6BBEF4D4-27F0-4D43-A645-7C5AE4F00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1b49da892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6374445-4437-43DF-8A0C-34B019E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818244FD-1EC5-4E34-A6BE-350F8A0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3084662-68F3-4C04-B765-1789B918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A0269AFA-AABA-40AA-864B-9540D48F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График_2">
    <p:bg>
      <p:bgPr>
        <a:blipFill xmlns:a="http://schemas.openxmlformats.org/drawingml/2006/main" rotWithShape="1">
          <a:blip xmlns:r="http://schemas.openxmlformats.org/officeDocument/2006/relationships" r:embed="R5484ff40b24140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4">
            <a:extLst xmlns:a="http://schemas.openxmlformats.org/drawingml/2006/main">
              <a:ext uri="{FF2B5EF4-FFF2-40B4-BE49-F238E27FC236}">
                <a16:creationId xmlns:a16="http://schemas.microsoft.com/office/drawing/2014/main" id="{8A540312-D7C5-4091-B624-171B5AB718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b76081986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1787CF7-BA47-4FA6-9240-D8B49B8D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CB78848-65D7-4239-8C8A-FFC51E9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0FFA75B8-2A58-44AD-AD7B-BEFB34F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3A0A609-A378-475B-BD8A-C68FCDDF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8" y="1447064"/>
            <a:ext cx="4322762" cy="7032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Цифры">
    <p:bg>
      <p:bgPr>
        <a:blipFill xmlns:a="http://schemas.openxmlformats.org/drawingml/2006/main" rotWithShape="1">
          <a:blip xmlns:r="http://schemas.openxmlformats.org/officeDocument/2006/relationships" r:embed="R842c070a24d043d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4">
            <a:extLst xmlns:a="http://schemas.openxmlformats.org/drawingml/2006/main">
              <a:ext uri="{FF2B5EF4-FFF2-40B4-BE49-F238E27FC236}">
                <a16:creationId xmlns:a16="http://schemas.microsoft.com/office/drawing/2014/main" id="{02ADD7FD-98B6-47BB-87A1-BA3FD7C9E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eea6c9030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7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596DF74C-549B-4AD1-9D87-1DCD7BC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2C44802-8064-4C1E-B0A4-051F113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A7070A2C-A7B2-4AE8-B311-028F8B2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516AFD1-B5F9-4E2D-8919-4AA56D9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75076" y="4103994"/>
            <a:ext cx="2758143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047007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518938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75076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4047007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518938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Таблица_1">
    <p:bg>
      <p:bgPr>
        <a:blipFill xmlns:a="http://schemas.openxmlformats.org/drawingml/2006/main" rotWithShape="1">
          <a:blip xmlns:r="http://schemas.openxmlformats.org/officeDocument/2006/relationships" r:embed="R15a6d482e9e34c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>
            <a:extLst xmlns:a="http://schemas.openxmlformats.org/drawingml/2006/main">
              <a:ext uri="{FF2B5EF4-FFF2-40B4-BE49-F238E27FC236}">
                <a16:creationId xmlns:a16="http://schemas.microsoft.com/office/drawing/2014/main" id="{C8E4630D-498E-4203-B990-2A77D07CF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aa295688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6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74D037-03B1-46A1-A949-E8B6F27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8C7D808-C067-4FA0-8BD8-813E17B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6488E19-A4F8-499B-B864-283655A8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DAE8BD7C-CE0B-4131-8298-1490CC9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7" y="1447065"/>
            <a:ext cx="11058065" cy="307778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Таблица_2">
    <p:bg>
      <p:bgPr>
        <a:blipFill xmlns:a="http://schemas.openxmlformats.org/drawingml/2006/main" rotWithShape="1">
          <a:blip xmlns:r="http://schemas.openxmlformats.org/officeDocument/2006/relationships" r:embed="Rd609e67589b840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>
            <a:extLst xmlns:a="http://schemas.openxmlformats.org/drawingml/2006/main">
              <a:ext uri="{FF2B5EF4-FFF2-40B4-BE49-F238E27FC236}">
                <a16:creationId xmlns:a16="http://schemas.microsoft.com/office/drawing/2014/main" id="{4222EE1B-A511-4CC1-A546-99B2802E5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e7289500a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E4EE1AF-C4B6-466E-B82C-B8BF9C53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B1B533C-79D2-4256-8E7C-E4E887A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3883AC1C-68CD-4449-9440-129D982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D8270CE3-7A2D-478D-8A77-56F51D4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85787" y="1447064"/>
            <a:ext cx="7617877" cy="537011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686807" y="2208363"/>
            <a:ext cx="2930666" cy="2570672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вет">
    <p:bg>
      <p:bgPr>
        <a:blipFill xmlns:a="http://schemas.openxmlformats.org/drawingml/2006/main" rotWithShape="1">
          <a:blip xmlns:r="http://schemas.openxmlformats.org/officeDocument/2006/relationships" r:embed="R54ad8bdbfd5d4f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Picture 4">
            <a:extLst xmlns:a="http://schemas.openxmlformats.org/drawingml/2006/main">
              <a:ext uri="{FF2B5EF4-FFF2-40B4-BE49-F238E27FC236}">
                <a16:creationId xmlns:a16="http://schemas.microsoft.com/office/drawing/2014/main" id="{892D017A-8374-4AD1-895C-5E0A490A4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a3be97a6449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6D76FAB-2276-4698-95FA-A23C340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859B8C4-2B42-403B-9ECC-66744E5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D0128C4D-CDD7-4F9E-93FD-92DE00B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E695D1D3-EC01-4558-8401-76C135E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br/>
            <a:endParaRPr/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/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чистый_2">
    <p:bg>
      <p:bgPr>
        <a:blipFill xmlns:a="http://schemas.openxmlformats.org/drawingml/2006/main" rotWithShape="1">
          <a:blip xmlns:r="http://schemas.openxmlformats.org/officeDocument/2006/relationships" r:embed="R9560996d161f41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4">
            <a:extLst xmlns:a="http://schemas.openxmlformats.org/drawingml/2006/main">
              <a:ext uri="{FF2B5EF4-FFF2-40B4-BE49-F238E27FC236}">
                <a16:creationId xmlns:a16="http://schemas.microsoft.com/office/drawing/2014/main" id="{5EE0C03A-B1A5-487D-8921-2F2700B69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95445de8b4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AFA74B24-35A9-4F42-8E52-9A7B71F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2CE5736-81BE-4D7B-98AD-28D4746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87B23417-4D87-41A6-A3F8-1F23F8D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4508F68-13CC-47DD-ACF7-D598C360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br/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чистый">
    <p:bg>
      <p:bgPr>
        <a:blipFill xmlns:a="http://schemas.openxmlformats.org/drawingml/2006/main" rotWithShape="1">
          <a:blip xmlns:r="http://schemas.openxmlformats.org/officeDocument/2006/relationships" r:embed="R20f2050be48a43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" name="Picture 1">
            <a:extLst xmlns:a="http://schemas.openxmlformats.org/drawingml/2006/main">
              <a:ext uri="{FF2B5EF4-FFF2-40B4-BE49-F238E27FC236}">
                <a16:creationId xmlns:a16="http://schemas.microsoft.com/office/drawing/2014/main" id="{BE99E176-E8FA-42A9-A94F-0E68BFC0A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1200a36f840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0809" y="2643809"/>
            <a:ext cx="1570383" cy="15703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1c049bb784683" /><Relationship Type="http://schemas.openxmlformats.org/officeDocument/2006/relationships/slideLayout" Target="/ppt/slideLayouts/slideLayout1.xml" Id="R7b8d71e630e74c7f" /><Relationship Type="http://schemas.openxmlformats.org/officeDocument/2006/relationships/slideLayout" Target="/ppt/slideLayouts/slideLayout2.xml" Id="Rb18d873648554268" /><Relationship Type="http://schemas.openxmlformats.org/officeDocument/2006/relationships/slideLayout" Target="/ppt/slideLayouts/slideLayout3.xml" Id="R36988b12dd0c4ad4" /><Relationship Type="http://schemas.openxmlformats.org/officeDocument/2006/relationships/slideLayout" Target="/ppt/slideLayouts/slideLayout4.xml" Id="R90131b1f0bdb438d" /><Relationship Type="http://schemas.openxmlformats.org/officeDocument/2006/relationships/slideLayout" Target="/ppt/slideLayouts/slideLayout5.xml" Id="R6fedad4458f34051" /><Relationship Type="http://schemas.openxmlformats.org/officeDocument/2006/relationships/slideLayout" Target="/ppt/slideLayouts/slideLayout6.xml" Id="Reb68a543d55c4864" /><Relationship Type="http://schemas.openxmlformats.org/officeDocument/2006/relationships/slideLayout" Target="/ppt/slideLayouts/slideLayout7.xml" Id="Rea9eb270462841c1" /><Relationship Type="http://schemas.openxmlformats.org/officeDocument/2006/relationships/slideLayout" Target="/ppt/slideLayouts/slideLayout8.xml" Id="R33dcab37566d4bcd" /><Relationship Type="http://schemas.openxmlformats.org/officeDocument/2006/relationships/slideLayout" Target="/ppt/slideLayouts/slideLayout9.xml" Id="R701af88b97ff4103" /><Relationship Type="http://schemas.openxmlformats.org/officeDocument/2006/relationships/slideLayout" Target="/ppt/slideLayouts/slideLayout10.xml" Id="Re85a563558d94d72" /><Relationship Type="http://schemas.openxmlformats.org/officeDocument/2006/relationships/slideLayout" Target="/ppt/slideLayouts/slideLayout11.xml" Id="R698f25956e674b33" /><Relationship Type="http://schemas.openxmlformats.org/officeDocument/2006/relationships/slideLayout" Target="/ppt/slideLayouts/slideLayout12.xml" Id="R2cd124697cc849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63DFB-8595-A44B-9F09-A50FA310E559}" type="datetimeFigureOut">
              <a:t>30.09.2026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8d71e630e74c7f"/>
    <p:sldLayoutId xmlns:r="http://schemas.openxmlformats.org/officeDocument/2006/relationships" id="2147483650" r:id="Rb18d873648554268"/>
    <p:sldLayoutId xmlns:r="http://schemas.openxmlformats.org/officeDocument/2006/relationships" id="2147483651" r:id="R36988b12dd0c4ad4"/>
    <p:sldLayoutId xmlns:r="http://schemas.openxmlformats.org/officeDocument/2006/relationships" id="2147483652" r:id="R90131b1f0bdb438d"/>
    <p:sldLayoutId xmlns:r="http://schemas.openxmlformats.org/officeDocument/2006/relationships" id="2147483653" r:id="R6fedad4458f34051"/>
    <p:sldLayoutId xmlns:r="http://schemas.openxmlformats.org/officeDocument/2006/relationships" id="2147483654" r:id="Reb68a543d55c4864"/>
    <p:sldLayoutId xmlns:r="http://schemas.openxmlformats.org/officeDocument/2006/relationships" id="2147483655" r:id="Rea9eb270462841c1"/>
    <p:sldLayoutId xmlns:r="http://schemas.openxmlformats.org/officeDocument/2006/relationships" id="2147483656" r:id="R33dcab37566d4bcd"/>
    <p:sldLayoutId xmlns:r="http://schemas.openxmlformats.org/officeDocument/2006/relationships" id="2147483657" r:id="R701af88b97ff4103"/>
    <p:sldLayoutId xmlns:r="http://schemas.openxmlformats.org/officeDocument/2006/relationships" id="2147483658" r:id="Re85a563558d94d72"/>
    <p:sldLayoutId xmlns:r="http://schemas.openxmlformats.org/officeDocument/2006/relationships" id="2147483659" r:id="R698f25956e674b33"/>
    <p:sldLayoutId xmlns:r="http://schemas.openxmlformats.org/officeDocument/2006/relationships" id="2147483660" r:id="R2cd124697cc849a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56d3e10ec4e86" /><Relationship Type="http://schemas.openxmlformats.org/officeDocument/2006/relationships/notesSlide" Target="/ppt/notesSlides/notesSlide1.xml" Id="R94c3b5c64e8443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3c0a68e17242b2" /><Relationship Type="http://schemas.openxmlformats.org/officeDocument/2006/relationships/notesSlide" Target="/ppt/notesSlides/notesSlide2.xml" Id="R299bbc9ff3fd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cb07c369bc4b5c" /><Relationship Type="http://schemas.openxmlformats.org/officeDocument/2006/relationships/image" Target="/ppt/media/image4.png" Id="Ra693cd8b237d417e" /><Relationship Type="http://schemas.openxmlformats.org/officeDocument/2006/relationships/notesSlide" Target="/ppt/notesSlides/notesSlide3.xml" Id="Rd066a68f563f4e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d83af5e8a64a6f" /><Relationship Type="http://schemas.openxmlformats.org/officeDocument/2006/relationships/image" Target="/ppt/media/image5.png" Id="Rfa5df2c4f2a6491b" /><Relationship Type="http://schemas.openxmlformats.org/officeDocument/2006/relationships/image" Target="/ppt/media/image.svg" Id="R652fe4a08bf74f0c" /><Relationship Type="http://schemas.openxmlformats.org/officeDocument/2006/relationships/notesSlide" Target="/ppt/notesSlides/notesSlide4.xml" Id="R94497dacf95a44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44fc6365314e2b" /><Relationship Type="http://schemas.openxmlformats.org/officeDocument/2006/relationships/notesSlide" Target="/ppt/notesSlides/notesSlide5.xml" Id="R204397325fa149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e2a580e4f64e4a" /><Relationship Type="http://schemas.openxmlformats.org/officeDocument/2006/relationships/image" Target="/ppt/media/image6.png" Id="R564800f237fd4312" /><Relationship Type="http://schemas.openxmlformats.org/officeDocument/2006/relationships/image" Target="/ppt/media/image2.svg" Id="Rb5630a7394034efb" /><Relationship Type="http://schemas.openxmlformats.org/officeDocument/2006/relationships/notesSlide" Target="/ppt/notesSlides/notesSlide6.xml" Id="R7603647abc90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87515aa33e4b02" /><Relationship Type="http://schemas.openxmlformats.org/officeDocument/2006/relationships/notesSlide" Target="/ppt/notesSlides/notesSlide7.xml" Id="R94fc7825afb74d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c34f55f41646f0" /><Relationship Type="http://schemas.openxmlformats.org/officeDocument/2006/relationships/image" Target="/ppt/media/image7.png" Id="Red86e8833ce5476d" /><Relationship Type="http://schemas.openxmlformats.org/officeDocument/2006/relationships/image" Target="/ppt/media/image3.svg" Id="Racee3cf6687b4630" /><Relationship Type="http://schemas.openxmlformats.org/officeDocument/2006/relationships/chart" Target="/ppt/slides/charts/chart1.xml" Id="Rc777d81c81154c78" /><Relationship Type="http://schemas.openxmlformats.org/officeDocument/2006/relationships/notesSlide" Target="/ppt/notesSlides/notesSlide8.xml" Id="R983205c2611c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c6ff00dd304599" /><Relationship Type="http://schemas.openxmlformats.org/officeDocument/2006/relationships/image" Target="/ppt/media/image8.png" Id="R6e88455a2d434cbe" /><Relationship Type="http://schemas.openxmlformats.org/officeDocument/2006/relationships/image" Target="/ppt/media/image4.svg" Id="Re45cc31afabd4ee3" /><Relationship Type="http://schemas.openxmlformats.org/officeDocument/2006/relationships/image" Target="/ppt/media/image9.png" Id="Re91574efd16044a5" /><Relationship Type="http://schemas.openxmlformats.org/officeDocument/2006/relationships/image" Target="/ppt/media/image5.svg" Id="R0acb932e2d8a41d1" /><Relationship Type="http://schemas.openxmlformats.org/officeDocument/2006/relationships/image" Target="/ppt/media/image10.png" Id="Rcfa99ad26ef34918" /><Relationship Type="http://schemas.openxmlformats.org/officeDocument/2006/relationships/image" Target="/ppt/media/image6.svg" Id="R72e34974a24a4f12" /><Relationship Type="http://schemas.openxmlformats.org/officeDocument/2006/relationships/notesSlide" Target="/ppt/notesSlides/notesSlide9.xml" Id="Red10a4edc7e44a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01e164bab743cf" /><Relationship Type="http://schemas.openxmlformats.org/officeDocument/2006/relationships/image" Target="/ppt/media/image11.png" Id="R9783da4ccfb54c12" /><Relationship Type="http://schemas.openxmlformats.org/officeDocument/2006/relationships/image" Target="/ppt/media/image7.svg" Id="Rba0782a4567b4d57" /><Relationship Type="http://schemas.openxmlformats.org/officeDocument/2006/relationships/notesSlide" Target="/ppt/notesSlides/notesSlide10.xml" Id="R76e3104cb471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0835ef59204f63" /><Relationship Type="http://schemas.openxmlformats.org/officeDocument/2006/relationships/image" Target="/ppt/media/image12.png" Id="R2b2e29367b3748da" /><Relationship Type="http://schemas.openxmlformats.org/officeDocument/2006/relationships/image" Target="/ppt/media/image8.svg" Id="R2fb1d1b714ba4607" /><Relationship Type="http://schemas.openxmlformats.org/officeDocument/2006/relationships/notesSlide" Target="/ppt/notesSlides/notesSlide11.xml" Id="Rd4e115a99df143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a109d7174e4325" /><Relationship Type="http://schemas.openxmlformats.org/officeDocument/2006/relationships/notesSlide" Target="/ppt/notesSlides/notesSlide12.xml" Id="R3481eb4c455b4f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8e2055e17b424d" /><Relationship Type="http://schemas.openxmlformats.org/officeDocument/2006/relationships/notesSlide" Target="/ppt/notesSlides/notesSlide13.xml" Id="R31a5c9e40d0849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31c065369049c8" /><Relationship Type="http://schemas.openxmlformats.org/officeDocument/2006/relationships/notesSlide" Target="/ppt/notesSlides/notesSlide14.xml" Id="R4b11236fc4ed47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2d978cd2c54d08" /><Relationship Type="http://schemas.openxmlformats.org/officeDocument/2006/relationships/image" Target="/ppt/media/image13.png" Id="R23b4ac866ce34113" /><Relationship Type="http://schemas.openxmlformats.org/officeDocument/2006/relationships/image" Target="/ppt/media/image9.svg" Id="R4d31c73acda241f7" /><Relationship Type="http://schemas.openxmlformats.org/officeDocument/2006/relationships/notesSlide" Target="/ppt/notesSlides/notesSlide15.xml" Id="R4cf4d26830ad4a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5991a4e1fe47db" /><Relationship Type="http://schemas.openxmlformats.org/officeDocument/2006/relationships/image" Target="/ppt/media/image14.png" Id="Rb33664fecc624a50" /><Relationship Type="http://schemas.openxmlformats.org/officeDocument/2006/relationships/image" Target="/ppt/media/image10.svg" Id="R09f7d703030f49f7" /><Relationship Type="http://schemas.openxmlformats.org/officeDocument/2006/relationships/notesSlide" Target="/ppt/notesSlides/notesSlide16.xml" Id="Rcf632e80d75b47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e215f2a8f64d1a" /><Relationship Type="http://schemas.openxmlformats.org/officeDocument/2006/relationships/image" Target="/ppt/media/image15.png" Id="Rd45ced887a754801" /><Relationship Type="http://schemas.openxmlformats.org/officeDocument/2006/relationships/image" Target="/ppt/media/image11.svg" Id="R0043f7c8f8244775" /><Relationship Type="http://schemas.openxmlformats.org/officeDocument/2006/relationships/notesSlide" Target="/ppt/notesSlides/notesSlide17.xml" Id="R895d0237d0bb46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39857082dd4432" /><Relationship Type="http://schemas.openxmlformats.org/officeDocument/2006/relationships/image" Target="/ppt/media/image16.png" Id="Rdb187b55b1a04eee" /><Relationship Type="http://schemas.openxmlformats.org/officeDocument/2006/relationships/image" Target="/ppt/media/image12.svg" Id="R1ec4dcc61e724beb" /><Relationship Type="http://schemas.openxmlformats.org/officeDocument/2006/relationships/notesSlide" Target="/ppt/notesSlides/notesSlide18.xml" Id="R7b44ee9a8aec43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20a052bc6f40fb" /><Relationship Type="http://schemas.openxmlformats.org/officeDocument/2006/relationships/image" Target="/ppt/media/image17.png" Id="Rfe2cd242a3eb4cc0" /><Relationship Type="http://schemas.openxmlformats.org/officeDocument/2006/relationships/image" Target="/ppt/media/image13.svg" Id="R77bd356794184b8a" /><Relationship Type="http://schemas.openxmlformats.org/officeDocument/2006/relationships/notesSlide" Target="/ppt/notesSlides/notesSlide19.xml" Id="Rc3ed0769ca0044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82e93053a74433" /><Relationship Type="http://schemas.openxmlformats.org/officeDocument/2006/relationships/image" Target="/ppt/media/image18.png" Id="R92a6ea894b5e455e" /><Relationship Type="http://schemas.openxmlformats.org/officeDocument/2006/relationships/image" Target="/ppt/media/image14.svg" Id="Rf2907e7972514e26" /><Relationship Type="http://schemas.openxmlformats.org/officeDocument/2006/relationships/image" Target="/ppt/media/image19.png" Id="R631518bc2ace48fc" /><Relationship Type="http://schemas.openxmlformats.org/officeDocument/2006/relationships/image" Target="/ppt/media/image15.svg" Id="R37ed9b7f2fc24269" /><Relationship Type="http://schemas.openxmlformats.org/officeDocument/2006/relationships/image" Target="/ppt/media/image20.png" Id="Rce456f982ad041f5" /><Relationship Type="http://schemas.openxmlformats.org/officeDocument/2006/relationships/image" Target="/ppt/media/image16.svg" Id="Ra053e5b9ffc14593" /><Relationship Type="http://schemas.openxmlformats.org/officeDocument/2006/relationships/notesSlide" Target="/ppt/notesSlides/notesSlide20.xml" Id="R42d87d6af30e49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c0fc8223434082" /><Relationship Type="http://schemas.openxmlformats.org/officeDocument/2006/relationships/image" Target="/ppt/media/image21.png" Id="Re0d4c73e52404a3b" /><Relationship Type="http://schemas.openxmlformats.org/officeDocument/2006/relationships/image" Target="/ppt/media/image17.svg" Id="R70cf07a210a64461" /><Relationship Type="http://schemas.openxmlformats.org/officeDocument/2006/relationships/notesSlide" Target="/ppt/notesSlides/notesSlide21.xml" Id="R13b4b94b30ff43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a89952a5cd4ff2" /><Relationship Type="http://schemas.openxmlformats.org/officeDocument/2006/relationships/notesSlide" Target="/ppt/notesSlides/notesSlide22.xml" Id="R8e11f9bb07264c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42bcb0eba94e2d" /><Relationship Type="http://schemas.openxmlformats.org/officeDocument/2006/relationships/chart" Target="/ppt/slides/charts/chart2.xml" Id="Rabae4bc485244dab" /><Relationship Type="http://schemas.openxmlformats.org/officeDocument/2006/relationships/notesSlide" Target="/ppt/notesSlides/notesSlide23.xml" Id="R8b115dbe97c848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61a764404b4f08" /><Relationship Type="http://schemas.openxmlformats.org/officeDocument/2006/relationships/chart" Target="/ppt/slides/charts/chart3.xml" Id="Rf5f5da54cd924013" /><Relationship Type="http://schemas.openxmlformats.org/officeDocument/2006/relationships/chart" Target="/ppt/slides/charts/chart4.xml" Id="Rea8bdca408e946ae" /><Relationship Type="http://schemas.openxmlformats.org/officeDocument/2006/relationships/notesSlide" Target="/ppt/notesSlides/notesSlide24.xml" Id="Rd8050bdb20ce4b7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c96ec86e314846" /><Relationship Type="http://schemas.openxmlformats.org/officeDocument/2006/relationships/chart" Target="/ppt/slides/charts/chart5.xml" Id="Rfe095725b26240fb" /><Relationship Type="http://schemas.openxmlformats.org/officeDocument/2006/relationships/notesSlide" Target="/ppt/notesSlides/notesSlide25.xml" Id="Rc3b778e30da648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f40bad599a45f3" /><Relationship Type="http://schemas.openxmlformats.org/officeDocument/2006/relationships/image" Target="/ppt/media/image22.png" Id="R49db31d527cf4462" /><Relationship Type="http://schemas.openxmlformats.org/officeDocument/2006/relationships/image" Target="/ppt/media/image18.svg" Id="Rfaf86a98b5cc4ddc" /><Relationship Type="http://schemas.openxmlformats.org/officeDocument/2006/relationships/notesSlide" Target="/ppt/notesSlides/notesSlide26.xml" Id="R4e2ba00b80f044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48f205ce314197" /><Relationship Type="http://schemas.openxmlformats.org/officeDocument/2006/relationships/notesSlide" Target="/ppt/notesSlides/notesSlide27.xml" Id="Rac89a359c5cd42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7f82ef352c42c0" /><Relationship Type="http://schemas.openxmlformats.org/officeDocument/2006/relationships/image" Target="/ppt/media/image23.png" Id="R34f027f7059e4a23" /><Relationship Type="http://schemas.openxmlformats.org/officeDocument/2006/relationships/image" Target="/ppt/media/image19.svg" Id="Rcd6948f8d89944a7" /><Relationship Type="http://schemas.openxmlformats.org/officeDocument/2006/relationships/image" Target="/ppt/media/image24.png" Id="R204fc59853754ff7" /><Relationship Type="http://schemas.openxmlformats.org/officeDocument/2006/relationships/image" Target="/ppt/media/image20.svg" Id="R04b9ef2c68834867" /><Relationship Type="http://schemas.openxmlformats.org/officeDocument/2006/relationships/notesSlide" Target="/ppt/notesSlides/notesSlide28.xml" Id="Rbadf706fecf24c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09c1a36ee343ab" /><Relationship Type="http://schemas.openxmlformats.org/officeDocument/2006/relationships/image" Target="/ppt/media/image25.png" Id="R610cdc8e101d4ec8" /><Relationship Type="http://schemas.openxmlformats.org/officeDocument/2006/relationships/image" Target="/ppt/media/image21.svg" Id="R4889588e09774025" /><Relationship Type="http://schemas.openxmlformats.org/officeDocument/2006/relationships/image" Target="/ppt/media/image26.png" Id="R0c2d0486ab794f2f" /><Relationship Type="http://schemas.openxmlformats.org/officeDocument/2006/relationships/image" Target="/ppt/media/image22.svg" Id="Rbbe1325c3a96460b" /><Relationship Type="http://schemas.openxmlformats.org/officeDocument/2006/relationships/notesSlide" Target="/ppt/notesSlides/notesSlide29.xml" Id="R36f59b9a6bc849f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0e1c461f484ae5" /><Relationship Type="http://schemas.openxmlformats.org/officeDocument/2006/relationships/chart" Target="/ppt/slides/charts/chart6.xml" Id="R6ca233a826454620" /><Relationship Type="http://schemas.openxmlformats.org/officeDocument/2006/relationships/notesSlide" Target="/ppt/notesSlides/notesSlide30.xml" Id="R46f43f3a9fa548d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baf278e4a84aa0" /><Relationship Type="http://schemas.openxmlformats.org/officeDocument/2006/relationships/image" Target="/ppt/media/image27.png" Id="R566fc4aa0a504dff" /><Relationship Type="http://schemas.openxmlformats.org/officeDocument/2006/relationships/image" Target="/ppt/media/image23.svg" Id="R3b62d505aff64894" /><Relationship Type="http://schemas.openxmlformats.org/officeDocument/2006/relationships/notesSlide" Target="/ppt/notesSlides/notesSlide31.xml" Id="Rb27b124c9e424e1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f890d575fb4148" /><Relationship Type="http://schemas.openxmlformats.org/officeDocument/2006/relationships/image" Target="/ppt/media/image28.png" Id="Rda7a4f61894b4b5a" /><Relationship Type="http://schemas.openxmlformats.org/officeDocument/2006/relationships/image" Target="/ppt/media/image24.svg" Id="R4d55b810302d4686" /><Relationship Type="http://schemas.openxmlformats.org/officeDocument/2006/relationships/notesSlide" Target="/ppt/notesSlides/notesSlide32.xml" Id="R10f209b6f26f4e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2749571fbf4b30" /><Relationship Type="http://schemas.openxmlformats.org/officeDocument/2006/relationships/chart" Target="/ppt/slides/charts/chart7.xml" Id="R6ba3cef11771455c" /><Relationship Type="http://schemas.openxmlformats.org/officeDocument/2006/relationships/notesSlide" Target="/ppt/notesSlides/notesSlide33.xml" Id="R9124710332e442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7eec2a38ad4e63" /><Relationship Type="http://schemas.openxmlformats.org/officeDocument/2006/relationships/chart" Target="/ppt/slides/charts/chart8.xml" Id="R021a6878151246c6" /><Relationship Type="http://schemas.openxmlformats.org/officeDocument/2006/relationships/notesSlide" Target="/ppt/notesSlides/notesSlide34.xml" Id="R93e06a00142147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98cfd385c3443e" /><Relationship Type="http://schemas.openxmlformats.org/officeDocument/2006/relationships/image" Target="/ppt/media/image29.png" Id="Ra7e484e132994d87" /><Relationship Type="http://schemas.openxmlformats.org/officeDocument/2006/relationships/image" Target="/ppt/media/image25.svg" Id="R67d2d0ce273d4eb8" /><Relationship Type="http://schemas.openxmlformats.org/officeDocument/2006/relationships/image" Target="/ppt/media/image30.png" Id="Rb05e027cc7694d88" /><Relationship Type="http://schemas.openxmlformats.org/officeDocument/2006/relationships/image" Target="/ppt/media/image26.svg" Id="R0c8284262f4c4043" /><Relationship Type="http://schemas.openxmlformats.org/officeDocument/2006/relationships/notesSlide" Target="/ppt/notesSlides/notesSlide35.xml" Id="R680fc899749247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2330fcf13b408d" /><Relationship Type="http://schemas.openxmlformats.org/officeDocument/2006/relationships/notesSlide" Target="/ppt/notesSlides/notesSlide36.xml" Id="R8b1c77a218ce4d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977246f4024372" /><Relationship Type="http://schemas.openxmlformats.org/officeDocument/2006/relationships/notesSlide" Target="/ppt/notesSlides/notesSlide37.xml" Id="R4f31276aa4f54f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42cda4f2124532" /><Relationship Type="http://schemas.openxmlformats.org/officeDocument/2006/relationships/notesSlide" Target="/ppt/notesSlides/notesSlide38.xml" Id="R92ca6a71d79f49f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a97d8acefb41f3" /><Relationship Type="http://schemas.openxmlformats.org/officeDocument/2006/relationships/image" Target="/ppt/media/image31.png" Id="R704201deac2c432a" /><Relationship Type="http://schemas.openxmlformats.org/officeDocument/2006/relationships/image" Target="/ppt/media/image27.svg" Id="Ra71ce7ac400143fe" /><Relationship Type="http://schemas.openxmlformats.org/officeDocument/2006/relationships/image" Target="/ppt/media/image32.png" Id="R3c7e9383c0c840a0" /><Relationship Type="http://schemas.openxmlformats.org/officeDocument/2006/relationships/image" Target="/ppt/media/image28.svg" Id="R926852bbe9374140" /><Relationship Type="http://schemas.openxmlformats.org/officeDocument/2006/relationships/image" Target="/ppt/media/image33.png" Id="R5ee26350c40644ea" /><Relationship Type="http://schemas.openxmlformats.org/officeDocument/2006/relationships/image" Target="/ppt/media/image29.svg" Id="Rc7c3bf7fc26d4301" /><Relationship Type="http://schemas.openxmlformats.org/officeDocument/2006/relationships/notesSlide" Target="/ppt/notesSlides/notesSlide39.xml" Id="R75fe31e8aa1d423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8ace9ff7ac434c" /><Relationship Type="http://schemas.openxmlformats.org/officeDocument/2006/relationships/image" Target="/ppt/media/image34.png" Id="Rf3c9944f63044330" /><Relationship Type="http://schemas.openxmlformats.org/officeDocument/2006/relationships/image" Target="/ppt/media/image30.svg" Id="R7f4f605503ee46e0" /><Relationship Type="http://schemas.openxmlformats.org/officeDocument/2006/relationships/image" Target="/ppt/media/image35.png" Id="R3f61cb4e46f3458e" /><Relationship Type="http://schemas.openxmlformats.org/officeDocument/2006/relationships/image" Target="/ppt/media/image31.svg" Id="R432e76d539334235" /><Relationship Type="http://schemas.openxmlformats.org/officeDocument/2006/relationships/image" Target="/ppt/media/image36.png" Id="Rc33f479eefc44361" /><Relationship Type="http://schemas.openxmlformats.org/officeDocument/2006/relationships/image" Target="/ppt/media/image32.svg" Id="R4a3b76b1c8954280" /><Relationship Type="http://schemas.openxmlformats.org/officeDocument/2006/relationships/notesSlide" Target="/ppt/notesSlides/notesSlide40.xml" Id="R9672bc7c119b4e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σ(z)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8575">
              <a:solidFill>
                <a:srgbClr val="102D69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-6</c:v>
                </c:pt>
                <c:pt idx="1">
                  <c:v>-5.9</c:v>
                </c:pt>
                <c:pt idx="2">
                  <c:v>-5.8</c:v>
                </c:pt>
                <c:pt idx="3">
                  <c:v>-5.7</c:v>
                </c:pt>
                <c:pt idx="4">
                  <c:v>-5.6</c:v>
                </c:pt>
                <c:pt idx="5">
                  <c:v>-5.5</c:v>
                </c:pt>
                <c:pt idx="6">
                  <c:v>-5.4</c:v>
                </c:pt>
                <c:pt idx="7">
                  <c:v>-5.3</c:v>
                </c:pt>
                <c:pt idx="8">
                  <c:v>-5.2</c:v>
                </c:pt>
                <c:pt idx="9">
                  <c:v>-5.1</c:v>
                </c:pt>
                <c:pt idx="10">
                  <c:v>-5</c:v>
                </c:pt>
                <c:pt idx="11">
                  <c:v>-4.9</c:v>
                </c:pt>
                <c:pt idx="12">
                  <c:v>-4.8</c:v>
                </c:pt>
                <c:pt idx="13">
                  <c:v>-4.7</c:v>
                </c:pt>
                <c:pt idx="14">
                  <c:v>-4.6</c:v>
                </c:pt>
                <c:pt idx="15">
                  <c:v>-4.5</c:v>
                </c:pt>
                <c:pt idx="16">
                  <c:v>-4.4</c:v>
                </c:pt>
                <c:pt idx="17">
                  <c:v>-4.3</c:v>
                </c:pt>
                <c:pt idx="18">
                  <c:v>-4.2</c:v>
                </c:pt>
                <c:pt idx="19">
                  <c:v>-4.1</c:v>
                </c:pt>
                <c:pt idx="20">
                  <c:v>-4</c:v>
                </c:pt>
                <c:pt idx="21">
                  <c:v>-3.9</c:v>
                </c:pt>
                <c:pt idx="22">
                  <c:v>-3.8</c:v>
                </c:pt>
                <c:pt idx="23">
                  <c:v>-3.7</c:v>
                </c:pt>
                <c:pt idx="24">
                  <c:v>-3.6</c:v>
                </c:pt>
                <c:pt idx="25">
                  <c:v>-3.5</c:v>
                </c:pt>
                <c:pt idx="26">
                  <c:v>-3.4</c:v>
                </c:pt>
                <c:pt idx="27">
                  <c:v>-3.3</c:v>
                </c:pt>
                <c:pt idx="28">
                  <c:v>-3.2</c:v>
                </c:pt>
                <c:pt idx="29">
                  <c:v>-3.1</c:v>
                </c:pt>
                <c:pt idx="30">
                  <c:v>-3</c:v>
                </c:pt>
                <c:pt idx="31">
                  <c:v>-2.9</c:v>
                </c:pt>
                <c:pt idx="32">
                  <c:v>-2.8</c:v>
                </c:pt>
                <c:pt idx="33">
                  <c:v>-2.7</c:v>
                </c:pt>
                <c:pt idx="34">
                  <c:v>-2.6</c:v>
                </c:pt>
                <c:pt idx="35">
                  <c:v>-2.5</c:v>
                </c:pt>
                <c:pt idx="36">
                  <c:v>-2.4</c:v>
                </c:pt>
                <c:pt idx="37">
                  <c:v>-2.3</c:v>
                </c:pt>
                <c:pt idx="38">
                  <c:v>-2.2</c:v>
                </c:pt>
                <c:pt idx="39">
                  <c:v>-2.1</c:v>
                </c:pt>
                <c:pt idx="40">
                  <c:v>-2</c:v>
                </c:pt>
                <c:pt idx="41">
                  <c:v>-1.9</c:v>
                </c:pt>
                <c:pt idx="42">
                  <c:v>-1.8</c:v>
                </c:pt>
                <c:pt idx="43">
                  <c:v>-1.7</c:v>
                </c:pt>
                <c:pt idx="44">
                  <c:v>-1.6</c:v>
                </c:pt>
                <c:pt idx="45">
                  <c:v>-1.5</c:v>
                </c:pt>
                <c:pt idx="46">
                  <c:v>-1.4</c:v>
                </c:pt>
                <c:pt idx="47">
                  <c:v>-1.3</c:v>
                </c:pt>
                <c:pt idx="48">
                  <c:v>-1.2</c:v>
                </c:pt>
                <c:pt idx="49">
                  <c:v>-1.1</c:v>
                </c:pt>
                <c:pt idx="50">
                  <c:v>-1</c:v>
                </c:pt>
                <c:pt idx="51">
                  <c:v>-0.9</c:v>
                </c:pt>
                <c:pt idx="52">
                  <c:v>-0.8</c:v>
                </c:pt>
                <c:pt idx="53">
                  <c:v>-0.7</c:v>
                </c:pt>
                <c:pt idx="54">
                  <c:v>-0.6</c:v>
                </c:pt>
                <c:pt idx="55">
                  <c:v>-0.5</c:v>
                </c:pt>
                <c:pt idx="56">
                  <c:v>-0.4</c:v>
                </c:pt>
                <c:pt idx="57">
                  <c:v>-0.3</c:v>
                </c:pt>
                <c:pt idx="58">
                  <c:v>-0.2</c:v>
                </c:pt>
                <c:pt idx="59">
                  <c:v>-0.1</c:v>
                </c:pt>
                <c:pt idx="60">
                  <c:v>0</c:v>
                </c:pt>
                <c:pt idx="61">
                  <c:v>0.1</c:v>
                </c:pt>
                <c:pt idx="62">
                  <c:v>0.2</c:v>
                </c:pt>
                <c:pt idx="63">
                  <c:v>0.3</c:v>
                </c:pt>
                <c:pt idx="64">
                  <c:v>0.4</c:v>
                </c:pt>
                <c:pt idx="65">
                  <c:v>0.5</c:v>
                </c:pt>
                <c:pt idx="66">
                  <c:v>0.6</c:v>
                </c:pt>
                <c:pt idx="67">
                  <c:v>0.7</c:v>
                </c:pt>
                <c:pt idx="68">
                  <c:v>0.8</c:v>
                </c:pt>
                <c:pt idx="69">
                  <c:v>0.9</c:v>
                </c:pt>
                <c:pt idx="70">
                  <c:v>1</c:v>
                </c:pt>
                <c:pt idx="71">
                  <c:v>1.1</c:v>
                </c:pt>
                <c:pt idx="72">
                  <c:v>1.2</c:v>
                </c:pt>
                <c:pt idx="73">
                  <c:v>1.3</c:v>
                </c:pt>
                <c:pt idx="74">
                  <c:v>1.4</c:v>
                </c:pt>
                <c:pt idx="75">
                  <c:v>1.5</c:v>
                </c:pt>
                <c:pt idx="76">
                  <c:v>1.6</c:v>
                </c:pt>
                <c:pt idx="77">
                  <c:v>1.7</c:v>
                </c:pt>
                <c:pt idx="78">
                  <c:v>1.8</c:v>
                </c:pt>
                <c:pt idx="79">
                  <c:v>1.9</c:v>
                </c:pt>
                <c:pt idx="80">
                  <c:v>2</c:v>
                </c:pt>
                <c:pt idx="81">
                  <c:v>2.1</c:v>
                </c:pt>
                <c:pt idx="82">
                  <c:v>2.2</c:v>
                </c:pt>
                <c:pt idx="83">
                  <c:v>2.3</c:v>
                </c:pt>
                <c:pt idx="84">
                  <c:v>2.4</c:v>
                </c:pt>
                <c:pt idx="85">
                  <c:v>2.5</c:v>
                </c:pt>
                <c:pt idx="86">
                  <c:v>2.6</c:v>
                </c:pt>
                <c:pt idx="87">
                  <c:v>2.7</c:v>
                </c:pt>
                <c:pt idx="88">
                  <c:v>2.8</c:v>
                </c:pt>
                <c:pt idx="89">
                  <c:v>2.9</c:v>
                </c:pt>
                <c:pt idx="90">
                  <c:v>3</c:v>
                </c:pt>
                <c:pt idx="91">
                  <c:v>3.1</c:v>
                </c:pt>
                <c:pt idx="92">
                  <c:v>3.2</c:v>
                </c:pt>
                <c:pt idx="93">
                  <c:v>3.3</c:v>
                </c:pt>
                <c:pt idx="94">
                  <c:v>3.4</c:v>
                </c:pt>
                <c:pt idx="95">
                  <c:v>3.5</c:v>
                </c:pt>
                <c:pt idx="96">
                  <c:v>3.6</c:v>
                </c:pt>
                <c:pt idx="97">
                  <c:v>3.7</c:v>
                </c:pt>
                <c:pt idx="98">
                  <c:v>3.8</c:v>
                </c:pt>
                <c:pt idx="99">
                  <c:v>3.9</c:v>
                </c:pt>
                <c:pt idx="100">
                  <c:v>4</c:v>
                </c:pt>
                <c:pt idx="101">
                  <c:v>4.1</c:v>
                </c:pt>
                <c:pt idx="102">
                  <c:v>4.2</c:v>
                </c:pt>
                <c:pt idx="103">
                  <c:v>4.3</c:v>
                </c:pt>
                <c:pt idx="104">
                  <c:v>4.4</c:v>
                </c:pt>
                <c:pt idx="105">
                  <c:v>4.5</c:v>
                </c:pt>
                <c:pt idx="106">
                  <c:v>4.6</c:v>
                </c:pt>
                <c:pt idx="107">
                  <c:v>4.7</c:v>
                </c:pt>
                <c:pt idx="108">
                  <c:v>4.8</c:v>
                </c:pt>
                <c:pt idx="109">
                  <c:v>4.9</c:v>
                </c:pt>
                <c:pt idx="110">
                  <c:v>5</c:v>
                </c:pt>
                <c:pt idx="111">
                  <c:v>5.1</c:v>
                </c:pt>
                <c:pt idx="112">
                  <c:v>5.2</c:v>
                </c:pt>
                <c:pt idx="113">
                  <c:v>5.3</c:v>
                </c:pt>
                <c:pt idx="114">
                  <c:v>5.4</c:v>
                </c:pt>
                <c:pt idx="115">
                  <c:v>5.5</c:v>
                </c:pt>
                <c:pt idx="116">
                  <c:v>5.6</c:v>
                </c:pt>
                <c:pt idx="117">
                  <c:v>5.7</c:v>
                </c:pt>
                <c:pt idx="118">
                  <c:v>5.8</c:v>
                </c:pt>
                <c:pt idx="119">
                  <c:v>5.9</c:v>
                </c:pt>
                <c:pt idx="120">
                  <c:v>6</c:v>
                </c:pt>
              </c:numCache>
            </c:numRef>
          </c:xVal>
          <c:yVal>
            <c:numRef>
              <c:f>'Chart Data'!$B$2:$B$122</c:f>
              <c:numCache>
                <c:formatCode>0.00</c:formatCode>
                <c:ptCount val="121"/>
                <c:pt idx="0">
                  <c:v>0.00247262</c:v>
                </c:pt>
                <c:pt idx="1">
                  <c:v>0.00273196</c:v>
                </c:pt>
                <c:pt idx="2">
                  <c:v>0.00301842</c:v>
                </c:pt>
                <c:pt idx="3">
                  <c:v>0.00333481</c:v>
                </c:pt>
                <c:pt idx="4">
                  <c:v>0.00368424</c:v>
                </c:pt>
                <c:pt idx="5">
                  <c:v>0.00407014</c:v>
                </c:pt>
                <c:pt idx="6">
                  <c:v>0.00449627</c:v>
                </c:pt>
                <c:pt idx="7">
                  <c:v>0.0049668</c:v>
                </c:pt>
                <c:pt idx="8">
                  <c:v>0.0054863</c:v>
                </c:pt>
                <c:pt idx="9">
                  <c:v>0.0060598</c:v>
                </c:pt>
                <c:pt idx="10">
                  <c:v>0.00669285</c:v>
                </c:pt>
                <c:pt idx="11">
                  <c:v>0.00739154</c:v>
                </c:pt>
                <c:pt idx="12">
                  <c:v>0.00816257</c:v>
                </c:pt>
                <c:pt idx="13">
                  <c:v>0.0090133</c:v>
                </c:pt>
                <c:pt idx="14">
                  <c:v>0.0099518</c:v>
                </c:pt>
                <c:pt idx="15">
                  <c:v>0.01098694</c:v>
                </c:pt>
                <c:pt idx="16">
                  <c:v>0.01212843</c:v>
                </c:pt>
                <c:pt idx="17">
                  <c:v>0.01338692</c:v>
                </c:pt>
                <c:pt idx="18">
                  <c:v>0.01477403</c:v>
                </c:pt>
                <c:pt idx="19">
                  <c:v>0.0163025</c:v>
                </c:pt>
                <c:pt idx="20">
                  <c:v>0.01798621</c:v>
                </c:pt>
                <c:pt idx="21">
                  <c:v>0.01984031</c:v>
                </c:pt>
                <c:pt idx="22">
                  <c:v>0.02188127</c:v>
                </c:pt>
                <c:pt idx="23">
                  <c:v>0.02412702</c:v>
                </c:pt>
                <c:pt idx="24">
                  <c:v>0.02659699</c:v>
                </c:pt>
                <c:pt idx="25">
                  <c:v>0.02931223</c:v>
                </c:pt>
                <c:pt idx="26">
                  <c:v>0.03229546</c:v>
                </c:pt>
                <c:pt idx="27">
                  <c:v>0.03557119</c:v>
                </c:pt>
                <c:pt idx="28">
                  <c:v>0.03916572</c:v>
                </c:pt>
                <c:pt idx="29">
                  <c:v>0.04310725</c:v>
                </c:pt>
                <c:pt idx="30">
                  <c:v>0.04742587</c:v>
                </c:pt>
                <c:pt idx="31">
                  <c:v>0.05215356</c:v>
                </c:pt>
                <c:pt idx="32">
                  <c:v>0.05732418</c:v>
                </c:pt>
                <c:pt idx="33">
                  <c:v>0.06297336</c:v>
                </c:pt>
                <c:pt idx="34">
                  <c:v>0.06913842</c:v>
                </c:pt>
                <c:pt idx="35">
                  <c:v>0.07585818</c:v>
                </c:pt>
                <c:pt idx="36">
                  <c:v>0.0831727</c:v>
                </c:pt>
                <c:pt idx="37">
                  <c:v>0.09112296</c:v>
                </c:pt>
                <c:pt idx="38">
                  <c:v>0.09975049</c:v>
                </c:pt>
                <c:pt idx="39">
                  <c:v>0.10909682</c:v>
                </c:pt>
                <c:pt idx="40">
                  <c:v>0.11920292</c:v>
                </c:pt>
                <c:pt idx="41">
                  <c:v>0.13010847</c:v>
                </c:pt>
                <c:pt idx="42">
                  <c:v>0.14185106</c:v>
                </c:pt>
                <c:pt idx="43">
                  <c:v>0.15446527</c:v>
                </c:pt>
                <c:pt idx="44">
                  <c:v>0.16798161</c:v>
                </c:pt>
                <c:pt idx="45">
                  <c:v>0.18242552</c:v>
                </c:pt>
                <c:pt idx="46">
                  <c:v>0.19781611</c:v>
                </c:pt>
                <c:pt idx="47">
                  <c:v>0.21416502</c:v>
                </c:pt>
                <c:pt idx="48">
                  <c:v>0.23147522</c:v>
                </c:pt>
                <c:pt idx="49">
                  <c:v>0.24973989</c:v>
                </c:pt>
                <c:pt idx="50">
                  <c:v>0.26894142</c:v>
                </c:pt>
                <c:pt idx="51">
                  <c:v>0.2890505</c:v>
                </c:pt>
                <c:pt idx="52">
                  <c:v>0.31002552</c:v>
                </c:pt>
                <c:pt idx="53">
                  <c:v>0.33181223</c:v>
                </c:pt>
                <c:pt idx="54">
                  <c:v>0.35434369</c:v>
                </c:pt>
                <c:pt idx="55">
                  <c:v>0.37754067</c:v>
                </c:pt>
                <c:pt idx="56">
                  <c:v>0.40131234</c:v>
                </c:pt>
                <c:pt idx="57">
                  <c:v>0.42555748</c:v>
                </c:pt>
                <c:pt idx="58">
                  <c:v>0.450166</c:v>
                </c:pt>
                <c:pt idx="59">
                  <c:v>0.47502081</c:v>
                </c:pt>
                <c:pt idx="60">
                  <c:v>0.5</c:v>
                </c:pt>
                <c:pt idx="61">
                  <c:v>0.52497919</c:v>
                </c:pt>
                <c:pt idx="62">
                  <c:v>0.549834</c:v>
                </c:pt>
                <c:pt idx="63">
                  <c:v>0.57444252</c:v>
                </c:pt>
                <c:pt idx="64">
                  <c:v>0.59868766</c:v>
                </c:pt>
                <c:pt idx="65">
                  <c:v>0.62245933</c:v>
                </c:pt>
                <c:pt idx="66">
                  <c:v>0.64565631</c:v>
                </c:pt>
                <c:pt idx="67">
                  <c:v>0.66818777</c:v>
                </c:pt>
                <c:pt idx="68">
                  <c:v>0.68997448</c:v>
                </c:pt>
                <c:pt idx="69">
                  <c:v>0.7109495</c:v>
                </c:pt>
                <c:pt idx="70">
                  <c:v>0.73105858</c:v>
                </c:pt>
                <c:pt idx="71">
                  <c:v>0.75026011</c:v>
                </c:pt>
                <c:pt idx="72">
                  <c:v>0.76852478</c:v>
                </c:pt>
                <c:pt idx="73">
                  <c:v>0.78583498</c:v>
                </c:pt>
                <c:pt idx="74">
                  <c:v>0.80218389</c:v>
                </c:pt>
                <c:pt idx="75">
                  <c:v>0.81757448</c:v>
                </c:pt>
                <c:pt idx="76">
                  <c:v>0.83201839</c:v>
                </c:pt>
                <c:pt idx="77">
                  <c:v>0.84553473</c:v>
                </c:pt>
                <c:pt idx="78">
                  <c:v>0.85814894</c:v>
                </c:pt>
                <c:pt idx="79">
                  <c:v>0.86989153</c:v>
                </c:pt>
                <c:pt idx="80">
                  <c:v>0.88079708</c:v>
                </c:pt>
                <c:pt idx="81">
                  <c:v>0.89090318</c:v>
                </c:pt>
                <c:pt idx="82">
                  <c:v>0.90024951</c:v>
                </c:pt>
                <c:pt idx="83">
                  <c:v>0.90887704</c:v>
                </c:pt>
                <c:pt idx="84">
                  <c:v>0.9168273</c:v>
                </c:pt>
                <c:pt idx="85">
                  <c:v>0.92414182</c:v>
                </c:pt>
                <c:pt idx="86">
                  <c:v>0.93086158</c:v>
                </c:pt>
                <c:pt idx="87">
                  <c:v>0.93702664</c:v>
                </c:pt>
                <c:pt idx="88">
                  <c:v>0.94267582</c:v>
                </c:pt>
                <c:pt idx="89">
                  <c:v>0.94784644</c:v>
                </c:pt>
                <c:pt idx="90">
                  <c:v>0.95257413</c:v>
                </c:pt>
                <c:pt idx="91">
                  <c:v>0.95689275</c:v>
                </c:pt>
                <c:pt idx="92">
                  <c:v>0.96083428</c:v>
                </c:pt>
                <c:pt idx="93">
                  <c:v>0.96442881</c:v>
                </c:pt>
                <c:pt idx="94">
                  <c:v>0.96770454</c:v>
                </c:pt>
                <c:pt idx="95">
                  <c:v>0.97068777</c:v>
                </c:pt>
                <c:pt idx="96">
                  <c:v>0.97340301</c:v>
                </c:pt>
                <c:pt idx="97">
                  <c:v>0.97587298</c:v>
                </c:pt>
                <c:pt idx="98">
                  <c:v>0.97811873</c:v>
                </c:pt>
                <c:pt idx="99">
                  <c:v>0.98015969</c:v>
                </c:pt>
                <c:pt idx="100">
                  <c:v>0.98201379</c:v>
                </c:pt>
                <c:pt idx="101">
                  <c:v>0.9836975</c:v>
                </c:pt>
                <c:pt idx="102">
                  <c:v>0.98522597</c:v>
                </c:pt>
                <c:pt idx="103">
                  <c:v>0.98661308</c:v>
                </c:pt>
                <c:pt idx="104">
                  <c:v>0.98787157</c:v>
                </c:pt>
                <c:pt idx="105">
                  <c:v>0.98901306</c:v>
                </c:pt>
                <c:pt idx="106">
                  <c:v>0.9900482</c:v>
                </c:pt>
                <c:pt idx="107">
                  <c:v>0.9909867</c:v>
                </c:pt>
                <c:pt idx="108">
                  <c:v>0.99183743</c:v>
                </c:pt>
                <c:pt idx="109">
                  <c:v>0.99260846</c:v>
                </c:pt>
                <c:pt idx="110">
                  <c:v>0.99330715</c:v>
                </c:pt>
                <c:pt idx="111">
                  <c:v>0.9939402</c:v>
                </c:pt>
                <c:pt idx="112">
                  <c:v>0.9945137</c:v>
                </c:pt>
                <c:pt idx="113">
                  <c:v>0.9950332</c:v>
                </c:pt>
                <c:pt idx="114">
                  <c:v>0.99550373</c:v>
                </c:pt>
                <c:pt idx="115">
                  <c:v>0.99592986</c:v>
                </c:pt>
                <c:pt idx="116">
                  <c:v>0.99631576</c:v>
                </c:pt>
                <c:pt idx="117">
                  <c:v>0.99666519</c:v>
                </c:pt>
                <c:pt idx="118">
                  <c:v>0.99698158</c:v>
                </c:pt>
                <c:pt idx="119">
                  <c:v>0.99726804</c:v>
                </c:pt>
                <c:pt idx="120">
                  <c:v>0.99752738</c:v>
                </c:pt>
              </c:numCache>
            </c:numRef>
          </c:yVal>
          <c:smooth val="0"/>
        </c:ser>
        <c:ser>
          <c:idx val="1"/>
          <c:order val="1"/>
          <c:tx>
            <c:v>z = -2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-2</c:v>
                </c:pt>
              </c:numCache>
            </c:numRef>
          </c:xVal>
          <c:yVal>
            <c:numRef>
              <c:f>'Chart Data'!$D$2:$D$2</c:f>
              <c:numCache>
                <c:formatCode>0.00</c:formatCode>
                <c:ptCount val="1"/>
                <c:pt idx="0">
                  <c:v>0.11920292</c:v>
                </c:pt>
              </c:numCache>
            </c:numRef>
          </c:yVal>
          <c:smooth val="0"/>
        </c:ser>
        <c:ser>
          <c:idx val="2"/>
          <c:order val="2"/>
          <c:tx>
            <c:v>z = 0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Data'!$F$2:$F$2</c:f>
              <c:numCache>
                <c:formatCode>0.00</c:formatCode>
                <c:ptCount val="1"/>
                <c:pt idx="0">
                  <c:v>0.5</c:v>
                </c:pt>
              </c:numCache>
            </c:numRef>
          </c:yVal>
          <c:smooth val="0"/>
        </c:ser>
        <c:ser>
          <c:idx val="3"/>
          <c:order val="3"/>
          <c:tx>
            <c:v>z = 2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0.88079708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Вероятность 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6"/>
          <c:min val="-6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Скор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Граница класса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7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-2</c:v>
                </c:pt>
                <c:pt idx="1">
                  <c:v>-2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'Chart Data'!$D$2:$D$5</c:f>
              <c:numCache>
                <c:formatCode>0.00</c:formatCode>
                <c:ptCount val="4"/>
                <c:pt idx="0">
                  <c:v>-1.5</c:v>
                </c:pt>
                <c:pt idx="1">
                  <c:v>1.5</c:v>
                </c:pt>
                <c:pt idx="2">
                  <c:v>-0.7</c:v>
                </c:pt>
                <c:pt idx="3">
                  <c:v>0.7</c:v>
                </c:pt>
              </c:numCache>
            </c:numRef>
          </c:yVal>
          <c:smooth val="0"/>
        </c:ser>
        <c:ser>
          <c:idx val="2"/>
          <c:order val="2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xVal>
          <c:yVal>
            <c:numRef>
              <c:f>'Chart Data'!$F$2:$F$5</c:f>
              <c:numCache>
                <c:formatCode>0.00</c:formatCode>
                <c:ptCount val="4"/>
                <c:pt idx="0">
                  <c:v>-0.7</c:v>
                </c:pt>
                <c:pt idx="1">
                  <c:v>0.7</c:v>
                </c:pt>
                <c:pt idx="2">
                  <c:v>-1.5</c:v>
                </c:pt>
                <c:pt idx="3">
                  <c:v>1.5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Граница класса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7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0.6</c:v>
                </c:pt>
                <c:pt idx="1">
                  <c:v>0.6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-2</c:v>
                </c:pt>
                <c:pt idx="1">
                  <c:v>-2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'Chart Data'!$D$2:$D$5</c:f>
              <c:numCache>
                <c:formatCode>0.00</c:formatCode>
                <c:ptCount val="4"/>
                <c:pt idx="0">
                  <c:v>-1.5</c:v>
                </c:pt>
                <c:pt idx="1">
                  <c:v>1.5</c:v>
                </c:pt>
                <c:pt idx="2">
                  <c:v>-0.7</c:v>
                </c:pt>
                <c:pt idx="3">
                  <c:v>0.7</c:v>
                </c:pt>
              </c:numCache>
            </c:numRef>
          </c:yVal>
          <c:smooth val="0"/>
        </c:ser>
        <c:ser>
          <c:idx val="2"/>
          <c:order val="2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xVal>
          <c:yVal>
            <c:numRef>
              <c:f>'Chart Data'!$F$2:$F$5</c:f>
              <c:numCache>
                <c:formatCode>0.00</c:formatCode>
                <c:ptCount val="4"/>
                <c:pt idx="0">
                  <c:v>-0.7</c:v>
                </c:pt>
                <c:pt idx="1">
                  <c:v>0.7</c:v>
                </c:pt>
                <c:pt idx="2">
                  <c:v>-1.5</c:v>
                </c:pt>
                <c:pt idx="3">
                  <c:v>1.5</c:v>
                </c:pt>
              </c:numCache>
            </c:numRef>
          </c:yVal>
          <c:smooth val="0"/>
        </c:ser>
        <c:ser>
          <c:idx val="3"/>
          <c:order val="3"/>
          <c:tx>
            <c:v>Расстояние до ближайшей точки</c:v>
          </c:tx>
          <c:spPr>
            <a:solidFill xmlns:a="http://schemas.openxmlformats.org/drawingml/2006/main">
              <a:srgbClr val="2F8B64"/>
            </a:solidFill>
            <a:ln xmlns:a="http://schemas.openxmlformats.org/drawingml/2006/main" w="28575">
              <a:solidFill>
                <a:srgbClr val="2F8B64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0.6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0.7</c:v>
                </c:pt>
                <c:pt idx="1">
                  <c:v>0.7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Граница класса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7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-2</c:v>
                </c:pt>
                <c:pt idx="1">
                  <c:v>-2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'Chart Data'!$D$2:$D$5</c:f>
              <c:numCache>
                <c:formatCode>0.00</c:formatCode>
                <c:ptCount val="4"/>
                <c:pt idx="0">
                  <c:v>-1.5</c:v>
                </c:pt>
                <c:pt idx="1">
                  <c:v>1.5</c:v>
                </c:pt>
                <c:pt idx="2">
                  <c:v>-0.7</c:v>
                </c:pt>
                <c:pt idx="3">
                  <c:v>0.7</c:v>
                </c:pt>
              </c:numCache>
            </c:numRef>
          </c:yVal>
          <c:smooth val="0"/>
        </c:ser>
        <c:ser>
          <c:idx val="2"/>
          <c:order val="2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xVal>
          <c:yVal>
            <c:numRef>
              <c:f>'Chart Data'!$F$2:$F$5</c:f>
              <c:numCache>
                <c:formatCode>0.00</c:formatCode>
                <c:ptCount val="4"/>
                <c:pt idx="0">
                  <c:v>-0.7</c:v>
                </c:pt>
                <c:pt idx="1">
                  <c:v>0.7</c:v>
                </c:pt>
                <c:pt idx="2">
                  <c:v>-1.5</c:v>
                </c:pt>
                <c:pt idx="3">
                  <c:v>1.5</c:v>
                </c:pt>
              </c:numCache>
            </c:numRef>
          </c:yVal>
          <c:smooth val="0"/>
        </c:ser>
        <c:ser>
          <c:idx val="3"/>
          <c:order val="3"/>
          <c:tx>
            <c:v>Расстояние до ближайшей точки</c:v>
          </c:tx>
          <c:spPr>
            <a:solidFill xmlns:a="http://schemas.openxmlformats.org/drawingml/2006/main">
              <a:srgbClr val="2F8B64"/>
            </a:solidFill>
            <a:ln xmlns:a="http://schemas.openxmlformats.org/drawingml/2006/main" w="28575">
              <a:solidFill>
                <a:srgbClr val="2F8B64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0.7</c:v>
                </c:pt>
                <c:pt idx="1">
                  <c:v>0.7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Граница класса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7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Край полосы</c:v>
          </c:tx>
          <c:spPr>
            <a:solidFill xmlns:a="http://schemas.openxmlformats.org/drawingml/2006/main">
              <a:srgbClr val="92A5C8"/>
            </a:solidFill>
            <a:ln xmlns:a="http://schemas.openxmlformats.org/drawingml/2006/main" w="28575">
              <a:solidFill>
                <a:srgbClr val="92A5C8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v>Край полосы</c:v>
          </c:tx>
          <c:spPr>
            <a:solidFill xmlns:a="http://schemas.openxmlformats.org/drawingml/2006/main">
              <a:srgbClr val="92A5C8"/>
            </a:solidFill>
            <a:ln xmlns:a="http://schemas.openxmlformats.org/drawingml/2006/main" w="28575">
              <a:solidFill>
                <a:srgbClr val="92A5C8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3"/>
          <c:order val="3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-2</c:v>
                </c:pt>
                <c:pt idx="1">
                  <c:v>-2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yVal>
          <c:smooth val="0"/>
        </c:ser>
        <c:ser>
          <c:idx val="4"/>
          <c:order val="4"/>
          <c:tx>
            <c:v>Опорные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8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-1</c:v>
                </c:pt>
                <c:pt idx="1">
                  <c:v>-1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-0.7</c:v>
                </c:pt>
                <c:pt idx="1">
                  <c:v>0.7</c:v>
                </c:pt>
              </c:numCache>
            </c:numRef>
          </c:yVal>
          <c:smooth val="0"/>
        </c:ser>
        <c:ser>
          <c:idx val="5"/>
          <c:order val="5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yVal>
          <c:smooth val="0"/>
        </c:ser>
        <c:ser>
          <c:idx val="6"/>
          <c:order val="6"/>
          <c:tx>
            <c:v>Опорные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8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Data'!$N$2:$N$3</c:f>
              <c:numCache>
                <c:formatCode>0.00</c:formatCode>
                <c:ptCount val="2"/>
                <c:pt idx="0">
                  <c:v>-0.7</c:v>
                </c:pt>
                <c:pt idx="1">
                  <c:v>0.7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Граница класса</c:v>
          </c:tx>
          <c:spPr>
            <a:solidFill xmlns:a="http://schemas.openxmlformats.org/drawingml/2006/main">
              <a:srgbClr val="5F6B7A"/>
            </a:solidFill>
            <a:ln xmlns:a="http://schemas.openxmlformats.org/drawingml/2006/main" w="28575">
              <a:solidFill>
                <a:srgbClr val="5F6B7A"/>
              </a:solidFill>
            </a:ln>
          </c:spPr>
          <c:marker>
            <c:symbol val="none"/>
            <c:size val="7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Край полосы</c:v>
          </c:tx>
          <c:spPr>
            <a:solidFill xmlns:a="http://schemas.openxmlformats.org/drawingml/2006/main">
              <a:srgbClr val="92A5C8"/>
            </a:solidFill>
            <a:ln xmlns:a="http://schemas.openxmlformats.org/drawingml/2006/main" w="28575">
              <a:solidFill>
                <a:srgbClr val="92A5C8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v>Край полосы</c:v>
          </c:tx>
          <c:spPr>
            <a:solidFill xmlns:a="http://schemas.openxmlformats.org/drawingml/2006/main">
              <a:srgbClr val="92A5C8"/>
            </a:solidFill>
            <a:ln xmlns:a="http://schemas.openxmlformats.org/drawingml/2006/main" w="28575">
              <a:solidFill>
                <a:srgbClr val="92A5C8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-2</c:v>
                </c:pt>
                <c:pt idx="1">
                  <c:v>2</c:v>
                </c:pt>
              </c:numCache>
            </c:numRef>
          </c:yVal>
          <c:smooth val="0"/>
        </c:ser>
        <c:ser>
          <c:idx val="3"/>
          <c:order val="3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-2</c:v>
                </c:pt>
                <c:pt idx="1">
                  <c:v>-2</c:v>
                </c:pt>
                <c:pt idx="2">
                  <c:v>-1</c:v>
                </c:pt>
                <c:pt idx="3">
                  <c:v>-1</c:v>
                </c:pt>
              </c:numCache>
            </c:numRef>
          </c:xVal>
          <c:yVal>
            <c:numRef>
              <c:f>'Chart Data'!$H$2:$H$5</c:f>
              <c:numCache>
                <c:formatCode>0.00</c:formatCode>
                <c:ptCount val="4"/>
                <c:pt idx="0">
                  <c:v>-1.5</c:v>
                </c:pt>
                <c:pt idx="1">
                  <c:v>1.5</c:v>
                </c:pt>
                <c:pt idx="2">
                  <c:v>-0.7</c:v>
                </c:pt>
                <c:pt idx="3">
                  <c:v>0.7</c:v>
                </c:pt>
              </c:numCache>
            </c:numRef>
          </c:yVal>
          <c:smooth val="0"/>
        </c:ser>
        <c:ser>
          <c:idx val="4"/>
          <c:order val="4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Data'!$I$2:$I$5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xVal>
          <c:yVal>
            <c:numRef>
              <c:f>'Chart Data'!$J$2:$J$5</c:f>
              <c:numCache>
                <c:formatCode>0.00</c:formatCode>
                <c:ptCount val="4"/>
                <c:pt idx="0">
                  <c:v>-0.7</c:v>
                </c:pt>
                <c:pt idx="1">
                  <c:v>0.7</c:v>
                </c:pt>
                <c:pt idx="2">
                  <c:v>-1.5</c:v>
                </c:pt>
                <c:pt idx="3">
                  <c:v>1.5</c:v>
                </c:pt>
              </c:numCache>
            </c:numRef>
          </c:yVal>
          <c:smooth val="0"/>
        </c:ser>
        <c:ser>
          <c:idx val="5"/>
          <c:order val="5"/>
          <c:tx>
            <c:v>Новый объект класса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7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-1.5</c:v>
                </c:pt>
              </c:numCache>
            </c:numRef>
          </c:xVal>
          <c:yVal>
            <c:numRef>
              <c:f>'Chart Data'!$L$2:$L$2</c:f>
              <c:numCache>
                <c:formatCode>0.00</c:formatCode>
                <c:ptCount val="1"/>
                <c:pt idx="0">
                  <c:v>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Log loss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28575">
              <a:solidFill>
                <a:srgbClr val="102D69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-3</c:v>
                </c:pt>
                <c:pt idx="1">
                  <c:v>-2.95</c:v>
                </c:pt>
                <c:pt idx="2">
                  <c:v>-2.9</c:v>
                </c:pt>
                <c:pt idx="3">
                  <c:v>-2.85</c:v>
                </c:pt>
                <c:pt idx="4">
                  <c:v>-2.8</c:v>
                </c:pt>
                <c:pt idx="5">
                  <c:v>-2.75</c:v>
                </c:pt>
                <c:pt idx="6">
                  <c:v>-2.7</c:v>
                </c:pt>
                <c:pt idx="7">
                  <c:v>-2.65</c:v>
                </c:pt>
                <c:pt idx="8">
                  <c:v>-2.6</c:v>
                </c:pt>
                <c:pt idx="9">
                  <c:v>-2.55</c:v>
                </c:pt>
                <c:pt idx="10">
                  <c:v>-2.5</c:v>
                </c:pt>
                <c:pt idx="11">
                  <c:v>-2.45</c:v>
                </c:pt>
                <c:pt idx="12">
                  <c:v>-2.4</c:v>
                </c:pt>
                <c:pt idx="13">
                  <c:v>-2.35</c:v>
                </c:pt>
                <c:pt idx="14">
                  <c:v>-2.3</c:v>
                </c:pt>
                <c:pt idx="15">
                  <c:v>-2.25</c:v>
                </c:pt>
                <c:pt idx="16">
                  <c:v>-2.2</c:v>
                </c:pt>
                <c:pt idx="17">
                  <c:v>-2.15</c:v>
                </c:pt>
                <c:pt idx="18">
                  <c:v>-2.1</c:v>
                </c:pt>
                <c:pt idx="19">
                  <c:v>-2.05</c:v>
                </c:pt>
                <c:pt idx="20">
                  <c:v>-2</c:v>
                </c:pt>
                <c:pt idx="21">
                  <c:v>-1.95</c:v>
                </c:pt>
                <c:pt idx="22">
                  <c:v>-1.9</c:v>
                </c:pt>
                <c:pt idx="23">
                  <c:v>-1.85</c:v>
                </c:pt>
                <c:pt idx="24">
                  <c:v>-1.8</c:v>
                </c:pt>
                <c:pt idx="25">
                  <c:v>-1.75</c:v>
                </c:pt>
                <c:pt idx="26">
                  <c:v>-1.7</c:v>
                </c:pt>
                <c:pt idx="27">
                  <c:v>-1.65</c:v>
                </c:pt>
                <c:pt idx="28">
                  <c:v>-1.6</c:v>
                </c:pt>
                <c:pt idx="29">
                  <c:v>-1.55</c:v>
                </c:pt>
                <c:pt idx="30">
                  <c:v>-1.5</c:v>
                </c:pt>
                <c:pt idx="31">
                  <c:v>-1.45</c:v>
                </c:pt>
                <c:pt idx="32">
                  <c:v>-1.4</c:v>
                </c:pt>
                <c:pt idx="33">
                  <c:v>-1.35</c:v>
                </c:pt>
                <c:pt idx="34">
                  <c:v>-1.3</c:v>
                </c:pt>
                <c:pt idx="35">
                  <c:v>-1.25</c:v>
                </c:pt>
                <c:pt idx="36">
                  <c:v>-1.2</c:v>
                </c:pt>
                <c:pt idx="37">
                  <c:v>-1.15</c:v>
                </c:pt>
                <c:pt idx="38">
                  <c:v>-1.1</c:v>
                </c:pt>
                <c:pt idx="39">
                  <c:v>-1.05</c:v>
                </c:pt>
                <c:pt idx="40">
                  <c:v>-1</c:v>
                </c:pt>
                <c:pt idx="41">
                  <c:v>-0.95</c:v>
                </c:pt>
                <c:pt idx="42">
                  <c:v>-0.9</c:v>
                </c:pt>
                <c:pt idx="43">
                  <c:v>-0.85</c:v>
                </c:pt>
                <c:pt idx="44">
                  <c:v>-0.8</c:v>
                </c:pt>
                <c:pt idx="45">
                  <c:v>-0.75</c:v>
                </c:pt>
                <c:pt idx="46">
                  <c:v>-0.7</c:v>
                </c:pt>
                <c:pt idx="47">
                  <c:v>-0.65</c:v>
                </c:pt>
                <c:pt idx="48">
                  <c:v>-0.6</c:v>
                </c:pt>
                <c:pt idx="49">
                  <c:v>-0.55</c:v>
                </c:pt>
                <c:pt idx="50">
                  <c:v>-0.5</c:v>
                </c:pt>
                <c:pt idx="51">
                  <c:v>-0.45</c:v>
                </c:pt>
                <c:pt idx="52">
                  <c:v>-0.4</c:v>
                </c:pt>
                <c:pt idx="53">
                  <c:v>-0.35</c:v>
                </c:pt>
                <c:pt idx="54">
                  <c:v>-0.3</c:v>
                </c:pt>
                <c:pt idx="55">
                  <c:v>-0.25</c:v>
                </c:pt>
                <c:pt idx="56">
                  <c:v>-0.2</c:v>
                </c:pt>
                <c:pt idx="57">
                  <c:v>-0.15</c:v>
                </c:pt>
                <c:pt idx="58">
                  <c:v>-0.1</c:v>
                </c:pt>
                <c:pt idx="59">
                  <c:v>-0.05</c:v>
                </c:pt>
                <c:pt idx="60">
                  <c:v>0</c:v>
                </c:pt>
                <c:pt idx="61">
                  <c:v>0.05</c:v>
                </c:pt>
                <c:pt idx="62">
                  <c:v>0.1</c:v>
                </c:pt>
                <c:pt idx="63">
                  <c:v>0.15</c:v>
                </c:pt>
                <c:pt idx="64">
                  <c:v>0.2</c:v>
                </c:pt>
                <c:pt idx="65">
                  <c:v>0.25</c:v>
                </c:pt>
                <c:pt idx="66">
                  <c:v>0.3</c:v>
                </c:pt>
                <c:pt idx="67">
                  <c:v>0.35</c:v>
                </c:pt>
                <c:pt idx="68">
                  <c:v>0.4</c:v>
                </c:pt>
                <c:pt idx="69">
                  <c:v>0.45</c:v>
                </c:pt>
                <c:pt idx="70">
                  <c:v>0.5</c:v>
                </c:pt>
                <c:pt idx="71">
                  <c:v>0.55</c:v>
                </c:pt>
                <c:pt idx="72">
                  <c:v>0.6</c:v>
                </c:pt>
                <c:pt idx="73">
                  <c:v>0.65</c:v>
                </c:pt>
                <c:pt idx="74">
                  <c:v>0.7</c:v>
                </c:pt>
                <c:pt idx="75">
                  <c:v>0.75</c:v>
                </c:pt>
                <c:pt idx="76">
                  <c:v>0.8</c:v>
                </c:pt>
                <c:pt idx="77">
                  <c:v>0.85</c:v>
                </c:pt>
                <c:pt idx="78">
                  <c:v>0.9</c:v>
                </c:pt>
                <c:pt idx="79">
                  <c:v>0.95</c:v>
                </c:pt>
                <c:pt idx="80">
                  <c:v>1</c:v>
                </c:pt>
                <c:pt idx="81">
                  <c:v>1.05</c:v>
                </c:pt>
                <c:pt idx="82">
                  <c:v>1.1</c:v>
                </c:pt>
                <c:pt idx="83">
                  <c:v>1.15</c:v>
                </c:pt>
                <c:pt idx="84">
                  <c:v>1.2</c:v>
                </c:pt>
                <c:pt idx="85">
                  <c:v>1.25</c:v>
                </c:pt>
                <c:pt idx="86">
                  <c:v>1.3</c:v>
                </c:pt>
                <c:pt idx="87">
                  <c:v>1.35</c:v>
                </c:pt>
                <c:pt idx="88">
                  <c:v>1.4</c:v>
                </c:pt>
                <c:pt idx="89">
                  <c:v>1.45</c:v>
                </c:pt>
                <c:pt idx="90">
                  <c:v>1.5</c:v>
                </c:pt>
                <c:pt idx="91">
                  <c:v>1.55</c:v>
                </c:pt>
                <c:pt idx="92">
                  <c:v>1.6</c:v>
                </c:pt>
                <c:pt idx="93">
                  <c:v>1.65</c:v>
                </c:pt>
                <c:pt idx="94">
                  <c:v>1.7</c:v>
                </c:pt>
                <c:pt idx="95">
                  <c:v>1.75</c:v>
                </c:pt>
                <c:pt idx="96">
                  <c:v>1.8</c:v>
                </c:pt>
                <c:pt idx="97">
                  <c:v>1.85</c:v>
                </c:pt>
                <c:pt idx="98">
                  <c:v>1.9</c:v>
                </c:pt>
                <c:pt idx="99">
                  <c:v>1.95</c:v>
                </c:pt>
                <c:pt idx="100">
                  <c:v>2</c:v>
                </c:pt>
                <c:pt idx="101">
                  <c:v>2.05</c:v>
                </c:pt>
                <c:pt idx="102">
                  <c:v>2.1</c:v>
                </c:pt>
                <c:pt idx="103">
                  <c:v>2.15</c:v>
                </c:pt>
                <c:pt idx="104">
                  <c:v>2.2</c:v>
                </c:pt>
                <c:pt idx="105">
                  <c:v>2.25</c:v>
                </c:pt>
                <c:pt idx="106">
                  <c:v>2.3</c:v>
                </c:pt>
                <c:pt idx="107">
                  <c:v>2.35</c:v>
                </c:pt>
                <c:pt idx="108">
                  <c:v>2.4</c:v>
                </c:pt>
                <c:pt idx="109">
                  <c:v>2.45</c:v>
                </c:pt>
                <c:pt idx="110">
                  <c:v>2.5</c:v>
                </c:pt>
                <c:pt idx="111">
                  <c:v>2.55</c:v>
                </c:pt>
                <c:pt idx="112">
                  <c:v>2.6</c:v>
                </c:pt>
                <c:pt idx="113">
                  <c:v>2.65</c:v>
                </c:pt>
                <c:pt idx="114">
                  <c:v>2.7</c:v>
                </c:pt>
                <c:pt idx="115">
                  <c:v>2.75</c:v>
                </c:pt>
                <c:pt idx="116">
                  <c:v>2.8</c:v>
                </c:pt>
                <c:pt idx="117">
                  <c:v>2.85</c:v>
                </c:pt>
                <c:pt idx="118">
                  <c:v>2.9</c:v>
                </c:pt>
                <c:pt idx="119">
                  <c:v>2.95</c:v>
                </c:pt>
                <c:pt idx="120">
                  <c:v>3</c:v>
                </c:pt>
              </c:numCache>
            </c:numRef>
          </c:xVal>
          <c:yVal>
            <c:numRef>
              <c:f>'Chart Data'!$B$2:$B$122</c:f>
              <c:numCache>
                <c:formatCode>0.00</c:formatCode>
                <c:ptCount val="121"/>
                <c:pt idx="0">
                  <c:v>3.04858735</c:v>
                </c:pt>
                <c:pt idx="1">
                  <c:v>3.00101598</c:v>
                </c:pt>
                <c:pt idx="2">
                  <c:v>2.95356278</c:v>
                </c:pt>
                <c:pt idx="3">
                  <c:v>2.90623318</c:v>
                </c:pt>
                <c:pt idx="4">
                  <c:v>2.85903283</c:v>
                </c:pt>
                <c:pt idx="5">
                  <c:v>2.81196759</c:v>
                </c:pt>
                <c:pt idx="6">
                  <c:v>2.76504356</c:v>
                </c:pt>
                <c:pt idx="7">
                  <c:v>2.71826707</c:v>
                </c:pt>
                <c:pt idx="8">
                  <c:v>2.67164469</c:v>
                </c:pt>
                <c:pt idx="9">
                  <c:v>2.62518323</c:v>
                </c:pt>
                <c:pt idx="10">
                  <c:v>2.57888973</c:v>
                </c:pt>
                <c:pt idx="11">
                  <c:v>2.53277152</c:v>
                </c:pt>
                <c:pt idx="12">
                  <c:v>2.48683615</c:v>
                </c:pt>
                <c:pt idx="13">
                  <c:v>2.44109144</c:v>
                </c:pt>
                <c:pt idx="14">
                  <c:v>2.39554546</c:v>
                </c:pt>
                <c:pt idx="15">
                  <c:v>2.35020656</c:v>
                </c:pt>
                <c:pt idx="16">
                  <c:v>2.30508332</c:v>
                </c:pt>
                <c:pt idx="17">
                  <c:v>2.2601846</c:v>
                </c:pt>
                <c:pt idx="18">
                  <c:v>2.21551952</c:v>
                </c:pt>
                <c:pt idx="19">
                  <c:v>2.17109745</c:v>
                </c:pt>
                <c:pt idx="20">
                  <c:v>2.12692801</c:v>
                </c:pt>
                <c:pt idx="21">
                  <c:v>2.08302108</c:v>
                </c:pt>
                <c:pt idx="22">
                  <c:v>2.03938676</c:v>
                </c:pt>
                <c:pt idx="23">
                  <c:v>1.99603541</c:v>
                </c:pt>
                <c:pt idx="24">
                  <c:v>1.95297761</c:v>
                </c:pt>
                <c:pt idx="25">
                  <c:v>1.91022415</c:v>
                </c:pt>
                <c:pt idx="26">
                  <c:v>1.86778603</c:v>
                </c:pt>
                <c:pt idx="27">
                  <c:v>1.82567444</c:v>
                </c:pt>
                <c:pt idx="28">
                  <c:v>1.78390074</c:v>
                </c:pt>
                <c:pt idx="29">
                  <c:v>1.74247647</c:v>
                </c:pt>
                <c:pt idx="30">
                  <c:v>1.70141328</c:v>
                </c:pt>
                <c:pt idx="31">
                  <c:v>1.66072296</c:v>
                </c:pt>
                <c:pt idx="32">
                  <c:v>1.62041741</c:v>
                </c:pt>
                <c:pt idx="33">
                  <c:v>1.58050857</c:v>
                </c:pt>
                <c:pt idx="34">
                  <c:v>1.54100845</c:v>
                </c:pt>
                <c:pt idx="35">
                  <c:v>1.50192908</c:v>
                </c:pt>
                <c:pt idx="36">
                  <c:v>1.46328247</c:v>
                </c:pt>
                <c:pt idx="37">
                  <c:v>1.42508058</c:v>
                </c:pt>
                <c:pt idx="38">
                  <c:v>1.38733533</c:v>
                </c:pt>
                <c:pt idx="39">
                  <c:v>1.35005848</c:v>
                </c:pt>
                <c:pt idx="40">
                  <c:v>1.31326169</c:v>
                </c:pt>
                <c:pt idx="41">
                  <c:v>1.27695641</c:v>
                </c:pt>
                <c:pt idx="42">
                  <c:v>1.24115387</c:v>
                </c:pt>
                <c:pt idx="43">
                  <c:v>1.20586507</c:v>
                </c:pt>
                <c:pt idx="44">
                  <c:v>1.17110067</c:v>
                </c:pt>
                <c:pt idx="45">
                  <c:v>1.13687101</c:v>
                </c:pt>
                <c:pt idx="46">
                  <c:v>1.10318605</c:v>
                </c:pt>
                <c:pt idx="47">
                  <c:v>1.07005534</c:v>
                </c:pt>
                <c:pt idx="48">
                  <c:v>1.03748795</c:v>
                </c:pt>
                <c:pt idx="49">
                  <c:v>1.00549248</c:v>
                </c:pt>
                <c:pt idx="50">
                  <c:v>0.97407698</c:v>
                </c:pt>
                <c:pt idx="51">
                  <c:v>0.94324895</c:v>
                </c:pt>
                <c:pt idx="52">
                  <c:v>0.91301525</c:v>
                </c:pt>
                <c:pt idx="53">
                  <c:v>0.88338216</c:v>
                </c:pt>
                <c:pt idx="54">
                  <c:v>0.85435524</c:v>
                </c:pt>
                <c:pt idx="55">
                  <c:v>0.82593942</c:v>
                </c:pt>
                <c:pt idx="56">
                  <c:v>0.79813887</c:v>
                </c:pt>
                <c:pt idx="57">
                  <c:v>0.77095705</c:v>
                </c:pt>
                <c:pt idx="58">
                  <c:v>0.74439666</c:v>
                </c:pt>
                <c:pt idx="59">
                  <c:v>0.71845965</c:v>
                </c:pt>
                <c:pt idx="60">
                  <c:v>0.69314718</c:v>
                </c:pt>
                <c:pt idx="61">
                  <c:v>0.66845965</c:v>
                </c:pt>
                <c:pt idx="62">
                  <c:v>0.64439666</c:v>
                </c:pt>
                <c:pt idx="63">
                  <c:v>0.62095705</c:v>
                </c:pt>
                <c:pt idx="64">
                  <c:v>0.59813887</c:v>
                </c:pt>
                <c:pt idx="65">
                  <c:v>0.57593942</c:v>
                </c:pt>
                <c:pt idx="66">
                  <c:v>0.55435524</c:v>
                </c:pt>
                <c:pt idx="67">
                  <c:v>0.53338216</c:v>
                </c:pt>
                <c:pt idx="68">
                  <c:v>0.51301525</c:v>
                </c:pt>
                <c:pt idx="69">
                  <c:v>0.49324895</c:v>
                </c:pt>
                <c:pt idx="70">
                  <c:v>0.47407698</c:v>
                </c:pt>
                <c:pt idx="71">
                  <c:v>0.45549248</c:v>
                </c:pt>
                <c:pt idx="72">
                  <c:v>0.43748795</c:v>
                </c:pt>
                <c:pt idx="73">
                  <c:v>0.42005534</c:v>
                </c:pt>
                <c:pt idx="74">
                  <c:v>0.40318605</c:v>
                </c:pt>
                <c:pt idx="75">
                  <c:v>0.38687101</c:v>
                </c:pt>
                <c:pt idx="76">
                  <c:v>0.37110067</c:v>
                </c:pt>
                <c:pt idx="77">
                  <c:v>0.35586507</c:v>
                </c:pt>
                <c:pt idx="78">
                  <c:v>0.34115387</c:v>
                </c:pt>
                <c:pt idx="79">
                  <c:v>0.32695641</c:v>
                </c:pt>
                <c:pt idx="80">
                  <c:v>0.31326169</c:v>
                </c:pt>
                <c:pt idx="81">
                  <c:v>0.30005848</c:v>
                </c:pt>
                <c:pt idx="82">
                  <c:v>0.28733533</c:v>
                </c:pt>
                <c:pt idx="83">
                  <c:v>0.27508058</c:v>
                </c:pt>
                <c:pt idx="84">
                  <c:v>0.26328247</c:v>
                </c:pt>
                <c:pt idx="85">
                  <c:v>0.25192908</c:v>
                </c:pt>
                <c:pt idx="86">
                  <c:v>0.24100845</c:v>
                </c:pt>
                <c:pt idx="87">
                  <c:v>0.23050857</c:v>
                </c:pt>
                <c:pt idx="88">
                  <c:v>0.22041741</c:v>
                </c:pt>
                <c:pt idx="89">
                  <c:v>0.21072296</c:v>
                </c:pt>
                <c:pt idx="90">
                  <c:v>0.20141328</c:v>
                </c:pt>
                <c:pt idx="91">
                  <c:v>0.19247647</c:v>
                </c:pt>
                <c:pt idx="92">
                  <c:v>0.18390074</c:v>
                </c:pt>
                <c:pt idx="93">
                  <c:v>0.17567444</c:v>
                </c:pt>
                <c:pt idx="94">
                  <c:v>0.16778603</c:v>
                </c:pt>
                <c:pt idx="95">
                  <c:v>0.16022415</c:v>
                </c:pt>
                <c:pt idx="96">
                  <c:v>0.15297761</c:v>
                </c:pt>
                <c:pt idx="97">
                  <c:v>0.14603541</c:v>
                </c:pt>
                <c:pt idx="98">
                  <c:v>0.13938676</c:v>
                </c:pt>
                <c:pt idx="99">
                  <c:v>0.13302108</c:v>
                </c:pt>
                <c:pt idx="100">
                  <c:v>0.12692801</c:v>
                </c:pt>
                <c:pt idx="101">
                  <c:v>0.12109745</c:v>
                </c:pt>
                <c:pt idx="102">
                  <c:v>0.11551952</c:v>
                </c:pt>
                <c:pt idx="103">
                  <c:v>0.1101846</c:v>
                </c:pt>
                <c:pt idx="104">
                  <c:v>0.10508332</c:v>
                </c:pt>
                <c:pt idx="105">
                  <c:v>0.10020656</c:v>
                </c:pt>
                <c:pt idx="106">
                  <c:v>0.09554546</c:v>
                </c:pt>
                <c:pt idx="107">
                  <c:v>0.09109144</c:v>
                </c:pt>
                <c:pt idx="108">
                  <c:v>0.08683615</c:v>
                </c:pt>
                <c:pt idx="109">
                  <c:v>0.08277152</c:v>
                </c:pt>
                <c:pt idx="110">
                  <c:v>0.07888973</c:v>
                </c:pt>
                <c:pt idx="111">
                  <c:v>0.07518323</c:v>
                </c:pt>
                <c:pt idx="112">
                  <c:v>0.07164469</c:v>
                </c:pt>
                <c:pt idx="113">
                  <c:v>0.06826707</c:v>
                </c:pt>
                <c:pt idx="114">
                  <c:v>0.06504356</c:v>
                </c:pt>
                <c:pt idx="115">
                  <c:v>0.06196759</c:v>
                </c:pt>
                <c:pt idx="116">
                  <c:v>0.05903283</c:v>
                </c:pt>
                <c:pt idx="117">
                  <c:v>0.05623318</c:v>
                </c:pt>
                <c:pt idx="118">
                  <c:v>0.05356278</c:v>
                </c:pt>
                <c:pt idx="119">
                  <c:v>0.05101598</c:v>
                </c:pt>
                <c:pt idx="120">
                  <c:v>0.04858735</c:v>
                </c:pt>
              </c:numCache>
            </c:numRef>
          </c:yVal>
          <c:smooth val="0"/>
        </c:ser>
        <c:ser>
          <c:idx val="1"/>
          <c:order val="1"/>
          <c:tx>
            <c:v>Hinge loss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-3</c:v>
                </c:pt>
                <c:pt idx="1">
                  <c:v>-2.95</c:v>
                </c:pt>
                <c:pt idx="2">
                  <c:v>-2.9</c:v>
                </c:pt>
                <c:pt idx="3">
                  <c:v>-2.85</c:v>
                </c:pt>
                <c:pt idx="4">
                  <c:v>-2.8</c:v>
                </c:pt>
                <c:pt idx="5">
                  <c:v>-2.75</c:v>
                </c:pt>
                <c:pt idx="6">
                  <c:v>-2.7</c:v>
                </c:pt>
                <c:pt idx="7">
                  <c:v>-2.65</c:v>
                </c:pt>
                <c:pt idx="8">
                  <c:v>-2.6</c:v>
                </c:pt>
                <c:pt idx="9">
                  <c:v>-2.55</c:v>
                </c:pt>
                <c:pt idx="10">
                  <c:v>-2.5</c:v>
                </c:pt>
                <c:pt idx="11">
                  <c:v>-2.45</c:v>
                </c:pt>
                <c:pt idx="12">
                  <c:v>-2.4</c:v>
                </c:pt>
                <c:pt idx="13">
                  <c:v>-2.35</c:v>
                </c:pt>
                <c:pt idx="14">
                  <c:v>-2.3</c:v>
                </c:pt>
                <c:pt idx="15">
                  <c:v>-2.25</c:v>
                </c:pt>
                <c:pt idx="16">
                  <c:v>-2.2</c:v>
                </c:pt>
                <c:pt idx="17">
                  <c:v>-2.15</c:v>
                </c:pt>
                <c:pt idx="18">
                  <c:v>-2.1</c:v>
                </c:pt>
                <c:pt idx="19">
                  <c:v>-2.05</c:v>
                </c:pt>
                <c:pt idx="20">
                  <c:v>-2</c:v>
                </c:pt>
                <c:pt idx="21">
                  <c:v>-1.95</c:v>
                </c:pt>
                <c:pt idx="22">
                  <c:v>-1.9</c:v>
                </c:pt>
                <c:pt idx="23">
                  <c:v>-1.85</c:v>
                </c:pt>
                <c:pt idx="24">
                  <c:v>-1.8</c:v>
                </c:pt>
                <c:pt idx="25">
                  <c:v>-1.75</c:v>
                </c:pt>
                <c:pt idx="26">
                  <c:v>-1.7</c:v>
                </c:pt>
                <c:pt idx="27">
                  <c:v>-1.65</c:v>
                </c:pt>
                <c:pt idx="28">
                  <c:v>-1.6</c:v>
                </c:pt>
                <c:pt idx="29">
                  <c:v>-1.55</c:v>
                </c:pt>
                <c:pt idx="30">
                  <c:v>-1.5</c:v>
                </c:pt>
                <c:pt idx="31">
                  <c:v>-1.45</c:v>
                </c:pt>
                <c:pt idx="32">
                  <c:v>-1.4</c:v>
                </c:pt>
                <c:pt idx="33">
                  <c:v>-1.35</c:v>
                </c:pt>
                <c:pt idx="34">
                  <c:v>-1.3</c:v>
                </c:pt>
                <c:pt idx="35">
                  <c:v>-1.25</c:v>
                </c:pt>
                <c:pt idx="36">
                  <c:v>-1.2</c:v>
                </c:pt>
                <c:pt idx="37">
                  <c:v>-1.15</c:v>
                </c:pt>
                <c:pt idx="38">
                  <c:v>-1.1</c:v>
                </c:pt>
                <c:pt idx="39">
                  <c:v>-1.05</c:v>
                </c:pt>
                <c:pt idx="40">
                  <c:v>-1</c:v>
                </c:pt>
                <c:pt idx="41">
                  <c:v>-0.95</c:v>
                </c:pt>
                <c:pt idx="42">
                  <c:v>-0.9</c:v>
                </c:pt>
                <c:pt idx="43">
                  <c:v>-0.85</c:v>
                </c:pt>
                <c:pt idx="44">
                  <c:v>-0.8</c:v>
                </c:pt>
                <c:pt idx="45">
                  <c:v>-0.75</c:v>
                </c:pt>
                <c:pt idx="46">
                  <c:v>-0.7</c:v>
                </c:pt>
                <c:pt idx="47">
                  <c:v>-0.65</c:v>
                </c:pt>
                <c:pt idx="48">
                  <c:v>-0.6</c:v>
                </c:pt>
                <c:pt idx="49">
                  <c:v>-0.55</c:v>
                </c:pt>
                <c:pt idx="50">
                  <c:v>-0.5</c:v>
                </c:pt>
                <c:pt idx="51">
                  <c:v>-0.45</c:v>
                </c:pt>
                <c:pt idx="52">
                  <c:v>-0.4</c:v>
                </c:pt>
                <c:pt idx="53">
                  <c:v>-0.35</c:v>
                </c:pt>
                <c:pt idx="54">
                  <c:v>-0.3</c:v>
                </c:pt>
                <c:pt idx="55">
                  <c:v>-0.25</c:v>
                </c:pt>
                <c:pt idx="56">
                  <c:v>-0.2</c:v>
                </c:pt>
                <c:pt idx="57">
                  <c:v>-0.15</c:v>
                </c:pt>
                <c:pt idx="58">
                  <c:v>-0.1</c:v>
                </c:pt>
                <c:pt idx="59">
                  <c:v>-0.05</c:v>
                </c:pt>
                <c:pt idx="60">
                  <c:v>0</c:v>
                </c:pt>
                <c:pt idx="61">
                  <c:v>0.05</c:v>
                </c:pt>
                <c:pt idx="62">
                  <c:v>0.1</c:v>
                </c:pt>
                <c:pt idx="63">
                  <c:v>0.15</c:v>
                </c:pt>
                <c:pt idx="64">
                  <c:v>0.2</c:v>
                </c:pt>
                <c:pt idx="65">
                  <c:v>0.25</c:v>
                </c:pt>
                <c:pt idx="66">
                  <c:v>0.3</c:v>
                </c:pt>
                <c:pt idx="67">
                  <c:v>0.35</c:v>
                </c:pt>
                <c:pt idx="68">
                  <c:v>0.4</c:v>
                </c:pt>
                <c:pt idx="69">
                  <c:v>0.45</c:v>
                </c:pt>
                <c:pt idx="70">
                  <c:v>0.5</c:v>
                </c:pt>
                <c:pt idx="71">
                  <c:v>0.55</c:v>
                </c:pt>
                <c:pt idx="72">
                  <c:v>0.6</c:v>
                </c:pt>
                <c:pt idx="73">
                  <c:v>0.65</c:v>
                </c:pt>
                <c:pt idx="74">
                  <c:v>0.7</c:v>
                </c:pt>
                <c:pt idx="75">
                  <c:v>0.75</c:v>
                </c:pt>
                <c:pt idx="76">
                  <c:v>0.8</c:v>
                </c:pt>
                <c:pt idx="77">
                  <c:v>0.85</c:v>
                </c:pt>
                <c:pt idx="78">
                  <c:v>0.9</c:v>
                </c:pt>
                <c:pt idx="79">
                  <c:v>0.95</c:v>
                </c:pt>
                <c:pt idx="80">
                  <c:v>1</c:v>
                </c:pt>
                <c:pt idx="81">
                  <c:v>1.05</c:v>
                </c:pt>
                <c:pt idx="82">
                  <c:v>1.1</c:v>
                </c:pt>
                <c:pt idx="83">
                  <c:v>1.15</c:v>
                </c:pt>
                <c:pt idx="84">
                  <c:v>1.2</c:v>
                </c:pt>
                <c:pt idx="85">
                  <c:v>1.25</c:v>
                </c:pt>
                <c:pt idx="86">
                  <c:v>1.3</c:v>
                </c:pt>
                <c:pt idx="87">
                  <c:v>1.35</c:v>
                </c:pt>
                <c:pt idx="88">
                  <c:v>1.4</c:v>
                </c:pt>
                <c:pt idx="89">
                  <c:v>1.45</c:v>
                </c:pt>
                <c:pt idx="90">
                  <c:v>1.5</c:v>
                </c:pt>
                <c:pt idx="91">
                  <c:v>1.55</c:v>
                </c:pt>
                <c:pt idx="92">
                  <c:v>1.6</c:v>
                </c:pt>
                <c:pt idx="93">
                  <c:v>1.65</c:v>
                </c:pt>
                <c:pt idx="94">
                  <c:v>1.7</c:v>
                </c:pt>
                <c:pt idx="95">
                  <c:v>1.75</c:v>
                </c:pt>
                <c:pt idx="96">
                  <c:v>1.8</c:v>
                </c:pt>
                <c:pt idx="97">
                  <c:v>1.85</c:v>
                </c:pt>
                <c:pt idx="98">
                  <c:v>1.9</c:v>
                </c:pt>
                <c:pt idx="99">
                  <c:v>1.95</c:v>
                </c:pt>
                <c:pt idx="100">
                  <c:v>2</c:v>
                </c:pt>
                <c:pt idx="101">
                  <c:v>2.05</c:v>
                </c:pt>
                <c:pt idx="102">
                  <c:v>2.1</c:v>
                </c:pt>
                <c:pt idx="103">
                  <c:v>2.15</c:v>
                </c:pt>
                <c:pt idx="104">
                  <c:v>2.2</c:v>
                </c:pt>
                <c:pt idx="105">
                  <c:v>2.25</c:v>
                </c:pt>
                <c:pt idx="106">
                  <c:v>2.3</c:v>
                </c:pt>
                <c:pt idx="107">
                  <c:v>2.35</c:v>
                </c:pt>
                <c:pt idx="108">
                  <c:v>2.4</c:v>
                </c:pt>
                <c:pt idx="109">
                  <c:v>2.45</c:v>
                </c:pt>
                <c:pt idx="110">
                  <c:v>2.5</c:v>
                </c:pt>
                <c:pt idx="111">
                  <c:v>2.55</c:v>
                </c:pt>
                <c:pt idx="112">
                  <c:v>2.6</c:v>
                </c:pt>
                <c:pt idx="113">
                  <c:v>2.65</c:v>
                </c:pt>
                <c:pt idx="114">
                  <c:v>2.7</c:v>
                </c:pt>
                <c:pt idx="115">
                  <c:v>2.75</c:v>
                </c:pt>
                <c:pt idx="116">
                  <c:v>2.8</c:v>
                </c:pt>
                <c:pt idx="117">
                  <c:v>2.85</c:v>
                </c:pt>
                <c:pt idx="118">
                  <c:v>2.9</c:v>
                </c:pt>
                <c:pt idx="119">
                  <c:v>2.95</c:v>
                </c:pt>
                <c:pt idx="120">
                  <c:v>3</c:v>
                </c:pt>
              </c:numCache>
            </c:numRef>
          </c:xVal>
          <c:yVal>
            <c:numRef>
              <c:f>'Chart Data'!$D$2:$D$122</c:f>
              <c:numCache>
                <c:formatCode>0.00</c:formatCode>
                <c:ptCount val="121"/>
                <c:pt idx="0">
                  <c:v>4</c:v>
                </c:pt>
                <c:pt idx="1">
                  <c:v>3.95</c:v>
                </c:pt>
                <c:pt idx="2">
                  <c:v>3.9</c:v>
                </c:pt>
                <c:pt idx="3">
                  <c:v>3.85</c:v>
                </c:pt>
                <c:pt idx="4">
                  <c:v>3.8</c:v>
                </c:pt>
                <c:pt idx="5">
                  <c:v>3.75</c:v>
                </c:pt>
                <c:pt idx="6">
                  <c:v>3.7</c:v>
                </c:pt>
                <c:pt idx="7">
                  <c:v>3.65</c:v>
                </c:pt>
                <c:pt idx="8">
                  <c:v>3.6</c:v>
                </c:pt>
                <c:pt idx="9">
                  <c:v>3.55</c:v>
                </c:pt>
                <c:pt idx="10">
                  <c:v>3.5</c:v>
                </c:pt>
                <c:pt idx="11">
                  <c:v>3.45</c:v>
                </c:pt>
                <c:pt idx="12">
                  <c:v>3.4</c:v>
                </c:pt>
                <c:pt idx="13">
                  <c:v>3.35</c:v>
                </c:pt>
                <c:pt idx="14">
                  <c:v>3.3</c:v>
                </c:pt>
                <c:pt idx="15">
                  <c:v>3.25</c:v>
                </c:pt>
                <c:pt idx="16">
                  <c:v>3.2</c:v>
                </c:pt>
                <c:pt idx="17">
                  <c:v>3.15</c:v>
                </c:pt>
                <c:pt idx="18">
                  <c:v>3.1</c:v>
                </c:pt>
                <c:pt idx="19">
                  <c:v>3.05</c:v>
                </c:pt>
                <c:pt idx="20">
                  <c:v>3</c:v>
                </c:pt>
                <c:pt idx="21">
                  <c:v>2.95</c:v>
                </c:pt>
                <c:pt idx="22">
                  <c:v>2.9</c:v>
                </c:pt>
                <c:pt idx="23">
                  <c:v>2.85</c:v>
                </c:pt>
                <c:pt idx="24">
                  <c:v>2.8</c:v>
                </c:pt>
                <c:pt idx="25">
                  <c:v>2.75</c:v>
                </c:pt>
                <c:pt idx="26">
                  <c:v>2.7</c:v>
                </c:pt>
                <c:pt idx="27">
                  <c:v>2.65</c:v>
                </c:pt>
                <c:pt idx="28">
                  <c:v>2.6</c:v>
                </c:pt>
                <c:pt idx="29">
                  <c:v>2.55</c:v>
                </c:pt>
                <c:pt idx="30">
                  <c:v>2.5</c:v>
                </c:pt>
                <c:pt idx="31">
                  <c:v>2.45</c:v>
                </c:pt>
                <c:pt idx="32">
                  <c:v>2.4</c:v>
                </c:pt>
                <c:pt idx="33">
                  <c:v>2.35</c:v>
                </c:pt>
                <c:pt idx="34">
                  <c:v>2.3</c:v>
                </c:pt>
                <c:pt idx="35">
                  <c:v>2.25</c:v>
                </c:pt>
                <c:pt idx="36">
                  <c:v>2.2</c:v>
                </c:pt>
                <c:pt idx="37">
                  <c:v>2.15</c:v>
                </c:pt>
                <c:pt idx="38">
                  <c:v>2.1</c:v>
                </c:pt>
                <c:pt idx="39">
                  <c:v>2.05</c:v>
                </c:pt>
                <c:pt idx="40">
                  <c:v>2</c:v>
                </c:pt>
                <c:pt idx="41">
                  <c:v>1.95</c:v>
                </c:pt>
                <c:pt idx="42">
                  <c:v>1.9</c:v>
                </c:pt>
                <c:pt idx="43">
                  <c:v>1.85</c:v>
                </c:pt>
                <c:pt idx="44">
                  <c:v>1.8</c:v>
                </c:pt>
                <c:pt idx="45">
                  <c:v>1.75</c:v>
                </c:pt>
                <c:pt idx="46">
                  <c:v>1.7</c:v>
                </c:pt>
                <c:pt idx="47">
                  <c:v>1.65</c:v>
                </c:pt>
                <c:pt idx="48">
                  <c:v>1.6</c:v>
                </c:pt>
                <c:pt idx="49">
                  <c:v>1.55</c:v>
                </c:pt>
                <c:pt idx="50">
                  <c:v>1.5</c:v>
                </c:pt>
                <c:pt idx="51">
                  <c:v>1.45</c:v>
                </c:pt>
                <c:pt idx="52">
                  <c:v>1.4</c:v>
                </c:pt>
                <c:pt idx="53">
                  <c:v>1.35</c:v>
                </c:pt>
                <c:pt idx="54">
                  <c:v>1.3</c:v>
                </c:pt>
                <c:pt idx="55">
                  <c:v>1.25</c:v>
                </c:pt>
                <c:pt idx="56">
                  <c:v>1.2</c:v>
                </c:pt>
                <c:pt idx="57">
                  <c:v>1.15</c:v>
                </c:pt>
                <c:pt idx="58">
                  <c:v>1.1</c:v>
                </c:pt>
                <c:pt idx="59">
                  <c:v>1.05</c:v>
                </c:pt>
                <c:pt idx="60">
                  <c:v>1</c:v>
                </c:pt>
                <c:pt idx="61">
                  <c:v>0.95</c:v>
                </c:pt>
                <c:pt idx="62">
                  <c:v>0.9</c:v>
                </c:pt>
                <c:pt idx="63">
                  <c:v>0.85</c:v>
                </c:pt>
                <c:pt idx="64">
                  <c:v>0.8</c:v>
                </c:pt>
                <c:pt idx="65">
                  <c:v>0.75</c:v>
                </c:pt>
                <c:pt idx="66">
                  <c:v>0.7</c:v>
                </c:pt>
                <c:pt idx="67">
                  <c:v>0.65</c:v>
                </c:pt>
                <c:pt idx="68">
                  <c:v>0.6</c:v>
                </c:pt>
                <c:pt idx="69">
                  <c:v>0.55</c:v>
                </c:pt>
                <c:pt idx="70">
                  <c:v>0.5</c:v>
                </c:pt>
                <c:pt idx="71">
                  <c:v>0.45</c:v>
                </c:pt>
                <c:pt idx="72">
                  <c:v>0.4</c:v>
                </c:pt>
                <c:pt idx="73">
                  <c:v>0.35</c:v>
                </c:pt>
                <c:pt idx="74">
                  <c:v>0.3</c:v>
                </c:pt>
                <c:pt idx="75">
                  <c:v>0.25</c:v>
                </c:pt>
                <c:pt idx="76">
                  <c:v>0.2</c:v>
                </c:pt>
                <c:pt idx="77">
                  <c:v>0.15</c:v>
                </c:pt>
                <c:pt idx="78">
                  <c:v>0.1</c:v>
                </c:pt>
                <c:pt idx="79">
                  <c:v>0.05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 L(M)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Отступ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Класс −1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solidFill xmlns:a="http://schemas.openxmlformats.org/drawingml/2006/main">
                <a:srgbClr val="102D69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1</c:v>
                </c:pt>
                <c:pt idx="1">
                  <c:v>-1</c:v>
                </c:pt>
              </c:numCache>
            </c:numRef>
          </c:yVal>
          <c:smooth val="0"/>
        </c:ser>
        <c:ser>
          <c:idx val="1"/>
          <c:order val="1"/>
          <c:tx>
            <c:v>Класс +1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0">
              <a:noFill/>
            </a:ln>
          </c:spPr>
          <c:marker>
            <c:symbol val="diamond"/>
            <c:size val="13"/>
            <c:spPr>
              <a:solidFill xmlns:a="http://schemas.openxmlformats.org/drawingml/2006/main">
                <a:srgbClr val="EB681F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-2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Признак 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Исследовательский Университет «Высшая Школа Экономики»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6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Содержание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лекции</a:t>
            </a:r>
          </a:p>
        </p:txBody>
      </p:sp>
      <p:sp>
        <p:nvSpPr>
          <p:cNvPr id="7" name="l06-1">
            <a:extLst xmlns:a="http://schemas.openxmlformats.org/drawingml/2006/main">
              <a:ext uri="{FF2B5EF4-FFF2-40B4-BE49-F238E27FC236}">
                <a16:creationId xmlns:a16="http://schemas.microsoft.com/office/drawing/2014/main" id="{E5CBFD18-D0BD-425E-98E0-6E814F9B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l06-2">
            <a:extLst xmlns:a="http://schemas.openxmlformats.org/drawingml/2006/main">
              <a:ext uri="{FF2B5EF4-FFF2-40B4-BE49-F238E27FC236}">
                <a16:creationId xmlns:a16="http://schemas.microsoft.com/office/drawing/2014/main" id="{2F2B41FA-22DD-48F8-BF6D-76582E31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 клика: задача и данные</a:t>
            </a:r>
          </a:p>
        </p:txBody>
      </p:sp>
      <p:sp>
        <p:nvSpPr>
          <p:cNvPr id="9" name="l06-3">
            <a:extLst xmlns:a="http://schemas.openxmlformats.org/drawingml/2006/main">
              <a:ext uri="{FF2B5EF4-FFF2-40B4-BE49-F238E27FC236}">
                <a16:creationId xmlns:a16="http://schemas.microsoft.com/office/drawing/2014/main" id="{DB5246FE-91E0-4F05-A651-6DF3BD9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0" name="l06-4">
            <a:extLst xmlns:a="http://schemas.openxmlformats.org/drawingml/2006/main">
              <a:ext uri="{FF2B5EF4-FFF2-40B4-BE49-F238E27FC236}">
                <a16:creationId xmlns:a16="http://schemas.microsoft.com/office/drawing/2014/main" id="{881C4753-4AF4-4EC1-A8AB-8D4B1E7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Логистическая модель и смысл весов</a:t>
            </a:r>
          </a:p>
        </p:txBody>
      </p:sp>
      <p:sp>
        <p:nvSpPr>
          <p:cNvPr id="11" name="l06-5">
            <a:extLst xmlns:a="http://schemas.openxmlformats.org/drawingml/2006/main">
              <a:ext uri="{FF2B5EF4-FFF2-40B4-BE49-F238E27FC236}">
                <a16:creationId xmlns:a16="http://schemas.microsoft.com/office/drawing/2014/main" id="{3EC89785-56EC-48E9-B34E-90027543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2" name="l06-6">
            <a:extLst xmlns:a="http://schemas.openxmlformats.org/drawingml/2006/main">
              <a:ext uri="{FF2B5EF4-FFF2-40B4-BE49-F238E27FC236}">
                <a16:creationId xmlns:a16="http://schemas.microsoft.com/office/drawing/2014/main" id="{00E01BF4-1B82-42DB-812C-898BB608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Log loss, обучение и регуляризация</a:t>
            </a:r>
          </a:p>
        </p:txBody>
      </p:sp>
      <p:sp>
        <p:nvSpPr>
          <p:cNvPr id="13" name="l06-7">
            <a:extLst xmlns:a="http://schemas.openxmlformats.org/drawingml/2006/main">
              <a:ext uri="{FF2B5EF4-FFF2-40B4-BE49-F238E27FC236}">
                <a16:creationId xmlns:a16="http://schemas.microsoft.com/office/drawing/2014/main" id="{31A6E78A-5979-4C97-993E-A0E0C7C0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4</a:t>
            </a:r>
          </a:p>
        </p:txBody>
      </p:sp>
      <p:sp>
        <p:nvSpPr>
          <p:cNvPr id="14" name="l06-8">
            <a:extLst xmlns:a="http://schemas.openxmlformats.org/drawingml/2006/main">
              <a:ext uri="{FF2B5EF4-FFF2-40B4-BE49-F238E27FC236}">
                <a16:creationId xmlns:a16="http://schemas.microsoft.com/office/drawing/2014/main" id="{AA96BAE4-A23F-4E63-B171-39AFAEC6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1004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SVM: отступ, hinge loss и ядра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Кликнет ли пользователь по баннеру?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Вероятность клика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012C3-88BD-46DD-8CE9-29C26F27F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3cd8b237d417e"/>
          <a:srcRect xmlns:a="http://schemas.openxmlformats.org/drawingml/2006/main" l="12500" t="25700" r="11500" b="41600"/>
          <a:stretch xmlns:a="http://schemas.openxmlformats.org/drawingml/2006/main"/>
        </p:blipFill>
        <p:spPr>
          <a:xfrm xmlns:a="http://schemas.openxmlformats.org/drawingml/2006/main">
            <a:off x="590550" y="2505075"/>
            <a:ext cx="4905375" cy="3848100"/>
          </a:xfrm>
          <a:prstGeom xmlns:a="http://schemas.openxmlformats.org/drawingml/2006/main" prst="rect">
            <a:avLst/>
          </a:prstGeom>
        </p:spPr>
      </p:pic>
      <p:sp>
        <p:nvSpPr>
          <p:cNvPr id="8" name="l06-9">
            <a:extLst xmlns:a="http://schemas.openxmlformats.org/drawingml/2006/main">
              <a:ext uri="{FF2B5EF4-FFF2-40B4-BE49-F238E27FC236}">
                <a16:creationId xmlns:a16="http://schemas.microsoft.com/office/drawing/2014/main" id="{CC7A751E-428C-4115-B56D-2291DCB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71725"/>
            <a:ext cx="5648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Объект: один возможный показ</a:t>
            </a:r>
          </a:p>
        </p:txBody>
      </p:sp>
      <p:sp>
        <p:nvSpPr>
          <p:cNvPr id="9" name="l06-10">
            <a:extLst xmlns:a="http://schemas.openxmlformats.org/drawingml/2006/main">
              <a:ext uri="{FF2B5EF4-FFF2-40B4-BE49-F238E27FC236}">
                <a16:creationId xmlns:a16="http://schemas.microsoft.com/office/drawing/2014/main" id="{14938E3A-C7E8-4812-B1C1-9FD05E3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57525"/>
            <a:ext cx="56483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Признаки известны до показа: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интересы пользователя, баннер,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страница и устройство.</a:t>
            </a:r>
          </a:p>
        </p:txBody>
      </p:sp>
      <p:sp>
        <p:nvSpPr>
          <p:cNvPr id="10" name="l06-11">
            <a:extLst xmlns:a="http://schemas.openxmlformats.org/drawingml/2006/main">
              <a:ext uri="{FF2B5EF4-FFF2-40B4-BE49-F238E27FC236}">
                <a16:creationId xmlns:a16="http://schemas.microsoft.com/office/drawing/2014/main" id="{18B606A2-8313-4908-8ABE-11CB28F9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00550"/>
            <a:ext cx="56483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 показа наблюдаем ответ: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y = 1, если был клик,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y = 0, если клика не было.</a:t>
            </a:r>
          </a:p>
        </p:txBody>
      </p:sp>
      <p:sp>
        <p:nvSpPr>
          <p:cNvPr id="11" name="l06-12">
            <a:extLst xmlns:a="http://schemas.openxmlformats.org/drawingml/2006/main">
              <a:ext uri="{FF2B5EF4-FFF2-40B4-BE49-F238E27FC236}">
                <a16:creationId xmlns:a16="http://schemas.microsoft.com/office/drawing/2014/main" id="{DEFC73CA-58F5-48BD-9717-AA8E66C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9775"/>
            <a:ext cx="5648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 показа нужна оценка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 = P(клик | признаки).</a:t>
            </a:r>
          </a:p>
        </p:txBody>
      </p:sp>
      <p:sp>
        <p:nvSpPr>
          <p:cNvPr id="12" name="l06-13">
            <a:extLst xmlns:a="http://schemas.openxmlformats.org/drawingml/2006/main">
              <a:ext uri="{FF2B5EF4-FFF2-40B4-BE49-F238E27FC236}">
                <a16:creationId xmlns:a16="http://schemas.microsoft.com/office/drawing/2014/main" id="{019D84E6-05D3-4E25-BCF6-867DA3A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20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Пример баннера: Рекламная сеть Яндекса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вероятность помогает выбрать баннер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Вероятность клика</a:t>
            </a:r>
          </a:p>
        </p:txBody>
      </p:sp>
      <p:sp>
        <p:nvSpPr>
          <p:cNvPr id="7" name="l06-14">
            <a:extLst xmlns:a="http://schemas.openxmlformats.org/drawingml/2006/main">
              <a:ext uri="{FF2B5EF4-FFF2-40B4-BE49-F238E27FC236}">
                <a16:creationId xmlns:a16="http://schemas.microsoft.com/office/drawing/2014/main" id="{1CFE2F7F-9520-4601-961E-F2642BC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 клик получаем c рублей. Доход за показ обозначим V.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Без клика V = 0. Выбираем один из трёх баннеров. Числа учебные.</a:t>
            </a:r>
          </a:p>
        </p:txBody>
      </p:sp>
      <p:pic>
        <p:nvPicPr>
          <p:cNvPr id="8" name="" descr="LaTeX: \mathbb{E}[V]=p\cdot c">
            <a:extLst xmlns:a="http://schemas.openxmlformats.org/drawingml/2006/main">
              <a:ext uri="{FF2B5EF4-FFF2-40B4-BE49-F238E27FC236}">
                <a16:creationId xmlns:a16="http://schemas.microsoft.com/office/drawing/2014/main" id="{CC2D2CB2-F303-4D18-B897-E302CF024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df2c4f2a6491b">
            <a:extLst>
              <a:ext uri="{96DAC541-7B7A-43D3-8B79-37D633B846F1}">
                <asvg:svgBlip xmlns:asvg="http://schemas.microsoft.com/office/drawing/2016/SVG/main" r:embed="R652fe4a08bf7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9713" y="3448050"/>
            <a:ext cx="1571625" cy="3429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704B7-57E0-49DF-9E33-8D88B6579EDD}"/>
              </a:ext>
            </a:extLst>
          </p:cNvPr>
          <p:cNvGraphicFramePr/>
          <p:nvPr/>
        </p:nvGraphicFramePr>
        <p:xfrm>
          <a:off xmlns:a="http://schemas.openxmlformats.org/drawingml/2006/main" x="590550" y="4229100"/>
          <a:ext xmlns:a="http://schemas.openxmlformats.org/drawingml/2006/main" cx="11029950" cy="2057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3276600"/>
                <a:gridCol w="2857500"/>
                <a:gridCol w="3276600"/>
              </a:tblGrid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Баннер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клика p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Доход за клик c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среднем за показ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 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40 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 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 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понимать вероятность клика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Вероятность клика</a:t>
            </a:r>
          </a:p>
        </p:txBody>
      </p:sp>
      <p:sp>
        <p:nvSpPr>
          <p:cNvPr id="7" name="l06-15">
            <a:extLst xmlns:a="http://schemas.openxmlformats.org/drawingml/2006/main">
              <a:ext uri="{FF2B5EF4-FFF2-40B4-BE49-F238E27FC236}">
                <a16:creationId xmlns:a16="http://schemas.microsoft.com/office/drawing/2014/main" id="{8E88D67B-2E45-44C0-BF89-85D29FDC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вероятность клика равна p, за n показов ожидаем n · p кликов.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Фактическое число кликов может отличаться. Учебные примеры: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C5FC8-2ACC-4DF3-8E36-E907FBFF8DA1}"/>
              </a:ext>
            </a:extLst>
          </p:cNvPr>
          <p:cNvGraphicFramePr/>
          <p:nvPr/>
        </p:nvGraphicFramePr>
        <p:xfrm>
          <a:off xmlns:a="http://schemas.openxmlformats.org/drawingml/2006/main" x="590550" y="3257550"/>
          <a:ext xmlns:a="http://schemas.openxmlformats.org/drawingml/2006/main" cx="11029950" cy="2000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2190750"/>
                <a:gridCol w="2952750"/>
                <a:gridCol w="3457575"/>
              </a:tblGrid>
              <a:tr h="400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p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Показов n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Ожидаем кликов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Возможный результат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00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 кликов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00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106 кликов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493 клика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00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887 кликов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l06-16">
            <a:extLst xmlns:a="http://schemas.openxmlformats.org/drawingml/2006/main">
              <a:ext uri="{FF2B5EF4-FFF2-40B4-BE49-F238E27FC236}">
                <a16:creationId xmlns:a16="http://schemas.microsoft.com/office/drawing/2014/main" id="{8AAFB679-51C1-4008-A465-21AA5323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0,1 не обещает ровно один клик на каждые десять показов.</a:t>
            </a:r>
          </a:p>
        </p:txBody>
      </p:sp>
      <p:sp>
        <p:nvSpPr>
          <p:cNvPr id="10" name="l06-17">
            <a:extLst xmlns:a="http://schemas.openxmlformats.org/drawingml/2006/main">
              <a:ext uri="{FF2B5EF4-FFF2-40B4-BE49-F238E27FC236}">
                <a16:creationId xmlns:a16="http://schemas.microsoft.com/office/drawing/2014/main" id="{44A16CF8-F022-46E4-9FF5-D7A8E66B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2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Дальше в курсе разберём калибровочную кривую: как сопоставить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прогнозы модели с фактической долей кликов в группах показов.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Скор, вероятность и класс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Вероятность клика</a:t>
            </a:r>
          </a:p>
        </p:txBody>
      </p:sp>
      <p:sp>
        <p:nvSpPr>
          <p:cNvPr id="7" name="l06-18">
            <a:extLst xmlns:a="http://schemas.openxmlformats.org/drawingml/2006/main">
              <a:ext uri="{FF2B5EF4-FFF2-40B4-BE49-F238E27FC236}">
                <a16:creationId xmlns:a16="http://schemas.microsoft.com/office/drawing/2014/main" id="{DD0DC0B8-0D8D-4A35-AFF0-C8F9811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Линейный скор может принимать любые вещественные значения.</a:t>
            </a:r>
          </a:p>
        </p:txBody>
      </p:sp>
      <p:pic>
        <p:nvPicPr>
          <p:cNvPr id="8" name="" descr="LaTeX: z=b+w_1x_1+\ldots+w_dx_d">
            <a:extLst xmlns:a="http://schemas.openxmlformats.org/drawingml/2006/main">
              <a:ext uri="{FF2B5EF4-FFF2-40B4-BE49-F238E27FC236}">
                <a16:creationId xmlns:a16="http://schemas.microsoft.com/office/drawing/2014/main" id="{334AC92B-2D11-4861-8245-484D64690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800f237fd4312">
            <a:extLst>
              <a:ext uri="{96DAC541-7B7A-43D3-8B79-37D633B846F1}">
                <asvg:svgBlip xmlns:asvg="http://schemas.microsoft.com/office/drawing/2016/SVG/main" r:embed="Rb5630a7394034e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962" y="3556397"/>
            <a:ext cx="3921125" cy="316706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7F12E-3B0B-47E0-A06C-781DC48F82D0}"/>
              </a:ext>
            </a:extLst>
          </p:cNvPr>
          <p:cNvGraphicFramePr/>
          <p:nvPr/>
        </p:nvGraphicFramePr>
        <p:xfrm>
          <a:off xmlns:a="http://schemas.openxmlformats.org/drawingml/2006/main" x="590550" y="4381500"/>
          <a:ext xmlns:a="http://schemas.openxmlformats.org/drawingml/2006/main" cx="11029950" cy="2200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71875"/>
                <a:gridCol w="2524125"/>
                <a:gridCol w="4933950"/>
              </a:tblGrid>
              <a:tr h="550069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Шаг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получили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0069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Линейная модель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−2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 для ранжирования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0069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Преобразование скора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p ≈ 0,12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Оценку вероятности клика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0069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Сравнение с порогом 0,5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ŷ = 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класса «нет клика»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Логистическая модель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sp>
        <p:nvSpPr>
          <p:cNvPr id="7" name="l06-19">
            <a:extLst xmlns:a="http://schemas.openxmlformats.org/drawingml/2006/main">
              <a:ext uri="{FF2B5EF4-FFF2-40B4-BE49-F238E27FC236}">
                <a16:creationId xmlns:a16="http://schemas.microsoft.com/office/drawing/2014/main" id="{2A4B1F42-A49A-4942-B376-BB0986DB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8" name="l06-20">
            <a:extLst xmlns:a="http://schemas.openxmlformats.org/drawingml/2006/main">
              <a:ext uri="{FF2B5EF4-FFF2-40B4-BE49-F238E27FC236}">
                <a16:creationId xmlns:a16="http://schemas.microsoft.com/office/drawing/2014/main" id="{4A6797BF-4A23-49DC-BA19-A79BE25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904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Сигмоида и расчёт вероятности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Шансы, логарифм шансов и веса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Сигмоида переводит скор в вероятность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pic>
        <p:nvPicPr>
          <p:cNvPr id="7" name="" descr="LaTeX: p=\sigma(z)=\frac{1}{1+e^{-z}}">
            <a:extLst xmlns:a="http://schemas.openxmlformats.org/drawingml/2006/main">
              <a:ext uri="{FF2B5EF4-FFF2-40B4-BE49-F238E27FC236}">
                <a16:creationId xmlns:a16="http://schemas.microsoft.com/office/drawing/2014/main" id="{D7F7CDF0-C365-4428-955C-1140EB95E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6e8833ce5476d">
            <a:extLst>
              <a:ext uri="{96DAC541-7B7A-43D3-8B79-37D633B846F1}">
                <asvg:svgBlip xmlns:asvg="http://schemas.microsoft.com/office/drawing/2016/SVG/main" r:embed="Racee3cf6687b46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4088" y="2519363"/>
            <a:ext cx="2682875" cy="476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0B8D810-27A1-4465-AD39-12F4BEFA1608}"/>
              </a:ext>
            </a:extLst>
          </p:cNvPr>
          <p:cNvGraphicFramePr/>
          <p:nvPr/>
        </p:nvGraphicFramePr>
        <p:xfrm>
          <a:off xmlns:a="http://schemas.openxmlformats.org/drawingml/2006/main" x="590550" y="3381375"/>
          <a:ext xmlns:a="http://schemas.openxmlformats.org/drawingml/2006/main" cx="7191375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77d81c81154c78"/>
          </a:graphicData>
        </a:graphic>
      </p:graphicFrame>
      <p:sp>
        <p:nvSpPr>
          <p:cNvPr id="9" name="l06-21">
            <a:extLst xmlns:a="http://schemas.openxmlformats.org/drawingml/2006/main">
              <a:ext uri="{FF2B5EF4-FFF2-40B4-BE49-F238E27FC236}">
                <a16:creationId xmlns:a16="http://schemas.microsoft.com/office/drawing/2014/main" id="{B0D2D448-94D6-4701-AE8E-AC236F4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3409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z = −2 → p ≈ 0,12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z = 0 → p = 0,50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z = 2 → p ≈ 0,88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Расчёт вероятности для одного показа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sp>
        <p:nvSpPr>
          <p:cNvPr id="7" name="l06-22">
            <a:extLst xmlns:a="http://schemas.openxmlformats.org/drawingml/2006/main">
              <a:ext uri="{FF2B5EF4-FFF2-40B4-BE49-F238E27FC236}">
                <a16:creationId xmlns:a16="http://schemas.microsoft.com/office/drawing/2014/main" id="{C709E31E-1BE4-49F7-8510-66432ABC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x₁: число посещений сайта рекламодателя за последние 7 дней.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x₂: показ с телефона (1) или с компьютера (0). Веса учебные.</a:t>
            </a:r>
          </a:p>
        </p:txBody>
      </p:sp>
      <p:pic>
        <p:nvPicPr>
          <p:cNvPr id="8" name="" descr="LaTeX: z=-2+0.7x_1-0.5x_2">
            <a:extLst xmlns:a="http://schemas.openxmlformats.org/drawingml/2006/main">
              <a:ext uri="{FF2B5EF4-FFF2-40B4-BE49-F238E27FC236}">
                <a16:creationId xmlns:a16="http://schemas.microsoft.com/office/drawing/2014/main" id="{A95AE8ED-7AEA-474A-8D56-EF57EA197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8455a2d434cbe">
            <a:extLst>
              <a:ext uri="{96DAC541-7B7A-43D3-8B79-37D633B846F1}">
                <asvg:svgBlip xmlns:asvg="http://schemas.microsoft.com/office/drawing/2016/SVG/main" r:embed="Re45cc31afabd4e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0213" y="3629025"/>
            <a:ext cx="3730625" cy="333375"/>
          </a:xfrm>
          <a:prstGeom xmlns:a="http://schemas.openxmlformats.org/drawingml/2006/main" prst="rect">
            <a:avLst/>
          </a:prstGeom>
        </p:spPr>
      </p:pic>
      <p:sp>
        <p:nvSpPr>
          <p:cNvPr id="9" name="l06-23">
            <a:extLst xmlns:a="http://schemas.openxmlformats.org/drawingml/2006/main">
              <a:ext uri="{FF2B5EF4-FFF2-40B4-BE49-F238E27FC236}">
                <a16:creationId xmlns:a16="http://schemas.microsoft.com/office/drawing/2014/main" id="{120B9AFD-4FFC-441A-923A-11B8FAA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Два посещения, показ с телефона: x₁ = 2, x₂ = 1.</a:t>
            </a:r>
          </a:p>
        </p:txBody>
      </p:sp>
      <p:pic>
        <p:nvPicPr>
          <p:cNvPr id="10" name="" descr="LaTeX: z=-2+0.7\cdot2-0.5\cdot1=-1.1">
            <a:extLst xmlns:a="http://schemas.openxmlformats.org/drawingml/2006/main">
              <a:ext uri="{FF2B5EF4-FFF2-40B4-BE49-F238E27FC236}">
                <a16:creationId xmlns:a16="http://schemas.microsoft.com/office/drawing/2014/main" id="{2760AC43-968E-4449-B395-DC44138B3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574efd16044a5">
            <a:extLst>
              <a:ext uri="{96DAC541-7B7A-43D3-8B79-37D633B846F1}">
                <asvg:svgBlip xmlns:asvg="http://schemas.microsoft.com/office/drawing/2016/SVG/main" r:embed="R0acb932e2d8a41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7444" y="5228828"/>
            <a:ext cx="4856163" cy="286544"/>
          </a:xfrm>
          <a:prstGeom xmlns:a="http://schemas.openxmlformats.org/drawingml/2006/main" prst="rect">
            <a:avLst/>
          </a:prstGeom>
        </p:spPr>
      </p:pic>
      <p:pic>
        <p:nvPicPr>
          <p:cNvPr id="11" name="" descr="LaTeX: p=\frac{1}{1+e^{1.1}}\approx0.25">
            <a:extLst xmlns:a="http://schemas.openxmlformats.org/drawingml/2006/main">
              <a:ext uri="{FF2B5EF4-FFF2-40B4-BE49-F238E27FC236}">
                <a16:creationId xmlns:a16="http://schemas.microsoft.com/office/drawing/2014/main" id="{3D7A1B81-85B6-4F4E-A470-7E07B732E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99ad26ef34918">
            <a:extLst>
              <a:ext uri="{96DAC541-7B7A-43D3-8B79-37D633B846F1}">
                <asvg:svgBlip xmlns:asvg="http://schemas.microsoft.com/office/drawing/2016/SVG/main" r:embed="R72e34974a24a4f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1159" y="6013847"/>
            <a:ext cx="2548731" cy="4976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 и шансы клика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sp>
        <p:nvSpPr>
          <p:cNvPr id="7" name="l06-24">
            <a:extLst xmlns:a="http://schemas.openxmlformats.org/drawingml/2006/main">
              <a:ext uri="{FF2B5EF4-FFF2-40B4-BE49-F238E27FC236}">
                <a16:creationId xmlns:a16="http://schemas.microsoft.com/office/drawing/2014/main" id="{916BB3D4-84F3-41C0-AD82-A5243DB4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 оцениваем долей кликов среди всех показов.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Шансы оцениваем отношением числа кликов к числу показов без клика.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FC493-653B-41AC-8584-288A14F05CE3}"/>
              </a:ext>
            </a:extLst>
          </p:cNvPr>
          <p:cNvGraphicFramePr/>
          <p:nvPr/>
        </p:nvGraphicFramePr>
        <p:xfrm>
          <a:off xmlns:a="http://schemas.openxmlformats.org/drawingml/2006/main" x="590550" y="3495675"/>
          <a:ext xmlns:a="http://schemas.openxmlformats.org/drawingml/2006/main" cx="1102995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143250"/>
                <a:gridCol w="3124200"/>
              </a:tblGrid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Из 100 показов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клика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Шансы клика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 кликов, 80 без клика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 / 100 = 0,2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 / 80 = 1 / 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 кликов, 50 без клика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 / 100 = 0,5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 / 50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80 кликов, 20 без клика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80 / 100 = 0,8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80 / 20 = 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pic>
        <p:nvPicPr>
          <p:cNvPr id="9" name="" descr="LaTeX: \mathrm{odds}=\frac{p}{1-p}">
            <a:extLst xmlns:a="http://schemas.openxmlformats.org/drawingml/2006/main">
              <a:ext uri="{FF2B5EF4-FFF2-40B4-BE49-F238E27FC236}">
                <a16:creationId xmlns:a16="http://schemas.microsoft.com/office/drawing/2014/main" id="{89169728-E729-4B6D-A424-7D183AEBD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3da4ccfb54c12">
            <a:extLst>
              <a:ext uri="{96DAC541-7B7A-43D3-8B79-37D633B846F1}">
                <asvg:svgBlip xmlns:asvg="http://schemas.microsoft.com/office/drawing/2016/SVG/main" r:embed="Rba0782a4567b4d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77963" y="6017419"/>
            <a:ext cx="1749425" cy="452438"/>
          </a:xfrm>
          <a:prstGeom xmlns:a="http://schemas.openxmlformats.org/drawingml/2006/main" prst="rect">
            <a:avLst/>
          </a:prstGeom>
        </p:spPr>
      </p:pic>
      <p:sp>
        <p:nvSpPr>
          <p:cNvPr id="10" name="l06-25">
            <a:extLst xmlns:a="http://schemas.openxmlformats.org/drawingml/2006/main">
              <a:ext uri="{FF2B5EF4-FFF2-40B4-BE49-F238E27FC236}">
                <a16:creationId xmlns:a16="http://schemas.microsoft.com/office/drawing/2014/main" id="{E98B32A3-6072-4CA0-B4BA-AECD383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57875"/>
            <a:ext cx="6896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Шансы 1 : 4 означают один клик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четыре показа без клика.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Зачем брать логарифм шансов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sp>
        <p:nvSpPr>
          <p:cNvPr id="7" name="l06-26">
            <a:extLst xmlns:a="http://schemas.openxmlformats.org/drawingml/2006/main">
              <a:ext uri="{FF2B5EF4-FFF2-40B4-BE49-F238E27FC236}">
                <a16:creationId xmlns:a16="http://schemas.microsoft.com/office/drawing/2014/main" id="{52A04236-C159-4420-9441-9051953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Шансы всегда положительны. Их натуральный логарифм ln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любым числом, как и линейный скор z.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A84FA-BDD9-48A5-AA2C-8B458D60DFAA}"/>
              </a:ext>
            </a:extLst>
          </p:cNvPr>
          <p:cNvGraphicFramePr/>
          <p:nvPr/>
        </p:nvGraphicFramePr>
        <p:xfrm>
          <a:off xmlns:a="http://schemas.openxmlformats.org/drawingml/2006/main" x="590550" y="3419475"/>
          <a:ext xmlns:a="http://schemas.openxmlformats.org/drawingml/2006/main" cx="11029950" cy="2000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095750"/>
                <a:gridCol w="5124450"/>
              </a:tblGrid>
              <a:tr h="5000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Шансы p / (1 − p)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Логарифм шансов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000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/ 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ln(1 / 4) ≈ −1,386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000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ln 1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ln 4 ≈ 1,386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l06-27">
            <a:extLst xmlns:a="http://schemas.openxmlformats.org/drawingml/2006/main">
              <a:ext uri="{FF2B5EF4-FFF2-40B4-BE49-F238E27FC236}">
                <a16:creationId xmlns:a16="http://schemas.microsoft.com/office/drawing/2014/main" id="{193FB89C-6141-468C-9220-B8A0251E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2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3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Предположение логистической модели:</a:t>
            </a:r>
          </a:p>
        </p:txBody>
      </p:sp>
      <p:pic>
        <p:nvPicPr>
          <p:cNvPr id="10" name="" descr="LaTeX: \ln\frac{p}{1-p}=z=b+w^\top x\quad\Longleftrightarrow\quad p=\sigma(z)">
            <a:extLst xmlns:a="http://schemas.openxmlformats.org/drawingml/2006/main">
              <a:ext uri="{FF2B5EF4-FFF2-40B4-BE49-F238E27FC236}">
                <a16:creationId xmlns:a16="http://schemas.microsoft.com/office/drawing/2014/main" id="{DE557DDD-0532-40E9-8931-A04220A86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e29367b3748da">
            <a:extLst>
              <a:ext uri="{96DAC541-7B7A-43D3-8B79-37D633B846F1}">
                <asvg:svgBlip xmlns:asvg="http://schemas.microsoft.com/office/drawing/2016/SVG/main" r:embed="R2fb1d1b714ba46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99619" y="6195417"/>
            <a:ext cx="5611813" cy="458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Вес признака: скор, шансы, вероятность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Логистическая модель</a:t>
            </a:r>
          </a:p>
        </p:txBody>
      </p:sp>
      <p:sp>
        <p:nvSpPr>
          <p:cNvPr id="7" name="l06-28">
            <a:extLst xmlns:a="http://schemas.openxmlformats.org/drawingml/2006/main">
              <a:ext uri="{FF2B5EF4-FFF2-40B4-BE49-F238E27FC236}">
                <a16:creationId xmlns:a16="http://schemas.microsoft.com/office/drawing/2014/main" id="{CF7652B1-68CA-4F96-ACDD-016AD41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нашей модели вес при числе посещений сайта равен 0,7.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Сравним 2 и 3 посещения, остальные признаки оставим прежними.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7B1A1-190C-4664-AB2E-E474166289A2}"/>
              </a:ext>
            </a:extLst>
          </p:cNvPr>
          <p:cNvGraphicFramePr/>
          <p:nvPr/>
        </p:nvGraphicFramePr>
        <p:xfrm>
          <a:off xmlns:a="http://schemas.openxmlformats.org/drawingml/2006/main" x="590550" y="3476625"/>
          <a:ext xmlns:a="http://schemas.openxmlformats.org/drawingml/2006/main" cx="11029950" cy="2247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43300"/>
                <a:gridCol w="2628900"/>
                <a:gridCol w="4857750"/>
              </a:tblGrid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считает модель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2 посещения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3 посещения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 z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−1,1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−0,4: прибавили 0,7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Шансы eᶻ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≈ 0,333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≈ 0,670: умножили на e⁰·⁷ ≈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p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≈ 0,250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≈ 0,401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l06-29">
            <a:extLst xmlns:a="http://schemas.openxmlformats.org/drawingml/2006/main">
              <a:ext uri="{FF2B5EF4-FFF2-40B4-BE49-F238E27FC236}">
                <a16:creationId xmlns:a16="http://schemas.microsoft.com/office/drawing/2014/main" id="{2A61CF99-9296-4A66-A1D7-512F0A0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2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увеличении признака на 1 шансы умножаются на eʷ.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 не удваивается: в примере она выросла с 25% до 40%.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логистической регрессии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0">
            <a:extLst xmlns:a="http://schemas.openxmlformats.org/drawingml/2006/main">
              <a:ext uri="{FF2B5EF4-FFF2-40B4-BE49-F238E27FC236}">
                <a16:creationId xmlns:a16="http://schemas.microsoft.com/office/drawing/2014/main" id="{4BAD479F-BBD6-4EE9-B382-AA485747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8" name="l06-31">
            <a:extLst xmlns:a="http://schemas.openxmlformats.org/drawingml/2006/main">
              <a:ext uri="{FF2B5EF4-FFF2-40B4-BE49-F238E27FC236}">
                <a16:creationId xmlns:a16="http://schemas.microsoft.com/office/drawing/2014/main" id="{F8A9CDE5-AC14-4A3A-9162-1DA641CF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904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Правдоподобие и log loss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Градиентный спуск и регуляризация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 фактического ответа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2">
            <a:extLst xmlns:a="http://schemas.openxmlformats.org/drawingml/2006/main">
              <a:ext uri="{FF2B5EF4-FFF2-40B4-BE49-F238E27FC236}">
                <a16:creationId xmlns:a16="http://schemas.microsoft.com/office/drawing/2014/main" id="{BA25A450-787F-4CAA-B47F-EA1B374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одного показа модель предсказала вероятность клика p = 0,8.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89B5B-3E00-48E9-8BF7-DB5198C4FC70}"/>
              </a:ext>
            </a:extLst>
          </p:cNvPr>
          <p:cNvGraphicFramePr/>
          <p:nvPr/>
        </p:nvGraphicFramePr>
        <p:xfrm>
          <a:off xmlns:a="http://schemas.openxmlformats.org/drawingml/2006/main" x="590550" y="3400425"/>
          <a:ext xmlns:a="http://schemas.openxmlformats.org/drawingml/2006/main" cx="11029950" cy="1638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715000"/>
                <a:gridCol w="5314950"/>
              </a:tblGrid>
              <a:tr h="546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произошло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этого ответа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46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Был клик: y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p = 0,8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46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Клика не было: y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1 − p = 0,2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l06-33">
            <a:extLst xmlns:a="http://schemas.openxmlformats.org/drawingml/2006/main">
              <a:ext uri="{FF2B5EF4-FFF2-40B4-BE49-F238E27FC236}">
                <a16:creationId xmlns:a16="http://schemas.microsoft.com/office/drawing/2014/main" id="{64ADCADA-EF71-420E-8AAC-9CB6E5C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1102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Подбираем веса так, чтобы наблюдавшиеся ответы были более вероятны.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Правдоподобие на двух показах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4">
            <a:extLst xmlns:a="http://schemas.openxmlformats.org/drawingml/2006/main">
              <a:ext uri="{FF2B5EF4-FFF2-40B4-BE49-F238E27FC236}">
                <a16:creationId xmlns:a16="http://schemas.microsoft.com/office/drawing/2014/main" id="{539A5B30-64AE-4E82-8761-D144A3AD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Первый показ закончился кликом, второй без клика.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Сравним два набора весов по вероятности этих двух ответов.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0CB1E-AD3A-4A9F-8D78-884D1EE8E730}"/>
              </a:ext>
            </a:extLst>
          </p:cNvPr>
          <p:cNvGraphicFramePr/>
          <p:nvPr/>
        </p:nvGraphicFramePr>
        <p:xfrm>
          <a:off xmlns:a="http://schemas.openxmlformats.org/drawingml/2006/main" x="590550" y="3438525"/>
          <a:ext xmlns:a="http://schemas.openxmlformats.org/drawingml/2006/main" cx="1102995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2333625"/>
                <a:gridCol w="2524125"/>
                <a:gridCol w="3933825"/>
              </a:tblGrid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Набор весов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p₁, был клик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p₂, без клика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Вероятности ответов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0,9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0,9 и 1 − 0,2 = 0,8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 и 1 − 0,8 = 0,2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l06-35">
            <a:extLst xmlns:a="http://schemas.openxmlformats.org/drawingml/2006/main">
              <a:ext uri="{FF2B5EF4-FFF2-40B4-BE49-F238E27FC236}">
                <a16:creationId xmlns:a16="http://schemas.microsoft.com/office/drawing/2014/main" id="{943064BC-D65D-4F22-9F08-04A32C46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2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Считаем ответы независимыми при заданных признаках и весах.</a:t>
            </a:r>
          </a:p>
        </p:txBody>
      </p:sp>
      <p:pic>
        <p:nvPicPr>
          <p:cNvPr id="10" name="" descr="LaTeX: \mathcal{L}_A=0.9\cdot0.8=0.72,\qquad \mathcal{L}_B=0.3\cdot0.2=0.06">
            <a:extLst xmlns:a="http://schemas.openxmlformats.org/drawingml/2006/main">
              <a:ext uri="{FF2B5EF4-FFF2-40B4-BE49-F238E27FC236}">
                <a16:creationId xmlns:a16="http://schemas.microsoft.com/office/drawing/2014/main" id="{50D8CC95-E026-4EA4-9425-B6C9D768D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4ac866ce34113">
            <a:extLst>
              <a:ext uri="{96DAC541-7B7A-43D3-8B79-37D633B846F1}">
                <asvg:svgBlip xmlns:asvg="http://schemas.microsoft.com/office/drawing/2016/SVG/main" r:embed="R4d31c73acda241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05100" y="6153150"/>
            <a:ext cx="6800850" cy="31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Логарифм правдоподобия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6">
            <a:extLst xmlns:a="http://schemas.openxmlformats.org/drawingml/2006/main">
              <a:ext uri="{FF2B5EF4-FFF2-40B4-BE49-F238E27FC236}">
                <a16:creationId xmlns:a16="http://schemas.microsoft.com/office/drawing/2014/main" id="{6E6128F5-4496-4A75-A731-D5401F66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Ищем веса, при которых правдоподобие максимально.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Логарифм не меняет положение максимума, а произведение заменяет суммой.</a:t>
            </a:r>
          </a:p>
        </p:txBody>
      </p:sp>
      <p:pic>
        <p:nvPicPr>
          <p:cNvPr id="8" name="" descr="LaTeX: \ln(0.9\cdot0.8)=\ln0.9+\ln0.8\approx-0.329">
            <a:extLst xmlns:a="http://schemas.openxmlformats.org/drawingml/2006/main">
              <a:ext uri="{FF2B5EF4-FFF2-40B4-BE49-F238E27FC236}">
                <a16:creationId xmlns:a16="http://schemas.microsoft.com/office/drawing/2014/main" id="{19339BF5-680C-4368-8A21-81927EE7D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664fecc624a50">
            <a:extLst>
              <a:ext uri="{96DAC541-7B7A-43D3-8B79-37D633B846F1}">
                <asvg:svgBlip xmlns:asvg="http://schemas.microsoft.com/office/drawing/2016/SVG/main" r:embed="R09f7d703030f49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98031" y="3571875"/>
            <a:ext cx="5614988" cy="3429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9DAAF-649C-44B0-B29A-771A2CE1D848}"/>
              </a:ext>
            </a:extLst>
          </p:cNvPr>
          <p:cNvGraphicFramePr/>
          <p:nvPr/>
        </p:nvGraphicFramePr>
        <p:xfrm>
          <a:off xmlns:a="http://schemas.openxmlformats.org/drawingml/2006/main" x="590550" y="4352925"/>
          <a:ext xmlns:a="http://schemas.openxmlformats.org/drawingml/2006/main" cx="11029950" cy="21812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905000"/>
                <a:gridCol w="1905000"/>
                <a:gridCol w="2695575"/>
              </a:tblGrid>
              <a:tr h="545306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Критерий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Набор A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Набор B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выбираем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45306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Правдоподобие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0,72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0,06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Больше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45306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Логарифм правдоподобия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−0,329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−2,813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Больше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Минус логарифм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0,329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2,813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Меньше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Log loss для клика и отсутствия клика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7">
            <a:extLst xmlns:a="http://schemas.openxmlformats.org/drawingml/2006/main">
              <a:ext uri="{FF2B5EF4-FFF2-40B4-BE49-F238E27FC236}">
                <a16:creationId xmlns:a16="http://schemas.microsoft.com/office/drawing/2014/main" id="{5CCA1E8F-611D-471C-A134-C38D31F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равна минус логарифму вероятности фактического ответа.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52C06-8727-48B0-A2AB-CE278F8B1B5F}"/>
              </a:ext>
            </a:extLst>
          </p:cNvPr>
          <p:cNvGraphicFramePr/>
          <p:nvPr/>
        </p:nvGraphicFramePr>
        <p:xfrm>
          <a:off xmlns:a="http://schemas.openxmlformats.org/drawingml/2006/main" x="590550" y="3219450"/>
          <a:ext xmlns:a="http://schemas.openxmlformats.org/drawingml/2006/main" cx="11029950" cy="1847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2667000"/>
                <a:gridCol w="4171950"/>
              </a:tblGrid>
              <a:tr h="6159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 при p = 0,8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159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Был клик: y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−ln p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−ln 0,8 ≈ 0,223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159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 было клика: y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−ln(1 − p)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−ln 0,2 ≈ 1,609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" descr="LaTeX: L(y,p)=-y\ln p-(1-y)\ln(1-p)">
            <a:extLst xmlns:a="http://schemas.openxmlformats.org/drawingml/2006/main">
              <a:ext uri="{FF2B5EF4-FFF2-40B4-BE49-F238E27FC236}">
                <a16:creationId xmlns:a16="http://schemas.microsoft.com/office/drawing/2014/main" id="{99C7D523-C457-4CEC-95B2-B924F942E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ced887a754801">
            <a:extLst>
              <a:ext uri="{96DAC541-7B7A-43D3-8B79-37D633B846F1}">
                <asvg:svgBlip xmlns:asvg="http://schemas.microsoft.com/office/drawing/2016/SVG/main" r:embed="R0043f7c8f82447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8603" y="6057900"/>
            <a:ext cx="5353844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Средняя потеря на выборке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8">
            <a:extLst xmlns:a="http://schemas.openxmlformats.org/drawingml/2006/main">
              <a:ext uri="{FF2B5EF4-FFF2-40B4-BE49-F238E27FC236}">
                <a16:creationId xmlns:a16="http://schemas.microsoft.com/office/drawing/2014/main" id="{9225E10D-EA9C-4E5A-94C9-9AFC4EB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Вычисляем log loss для всех показов и берём среднее.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106D4-844C-4D75-BF74-BA0B59621E1A}"/>
              </a:ext>
            </a:extLst>
          </p:cNvPr>
          <p:cNvGraphicFramePr/>
          <p:nvPr/>
        </p:nvGraphicFramePr>
        <p:xfrm>
          <a:off xmlns:a="http://schemas.openxmlformats.org/drawingml/2006/main" x="590550" y="3448050"/>
          <a:ext xmlns:a="http://schemas.openxmlformats.org/drawingml/2006/main" cx="11029950" cy="2295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2381250"/>
                <a:gridCol w="2952750"/>
                <a:gridCol w="3505200"/>
              </a:tblGrid>
              <a:tr h="45910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Показ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 y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p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Log loss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5910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0,90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0,105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5910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1,609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10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0,60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0,511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5910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" descr="LaTeX: Q(w,b)=\frac{1}{n}\sum_{i=1}^{n}L(y_i,p_i)\approx0.583">
            <a:extLst xmlns:a="http://schemas.openxmlformats.org/drawingml/2006/main">
              <a:ext uri="{FF2B5EF4-FFF2-40B4-BE49-F238E27FC236}">
                <a16:creationId xmlns:a16="http://schemas.microsoft.com/office/drawing/2014/main" id="{CA7B9F01-3E23-4183-9C09-A288F2AF0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87b55b1a04eee">
            <a:extLst>
              <a:ext uri="{96DAC541-7B7A-43D3-8B79-37D633B846F1}">
                <asvg:svgBlip xmlns:asvg="http://schemas.microsoft.com/office/drawing/2016/SVG/main" r:embed="R1ec4dcc61e724b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14493" y="5915025"/>
            <a:ext cx="3982065" cy="771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Градиент log loss после сигмоиды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39">
            <a:extLst xmlns:a="http://schemas.openxmlformats.org/drawingml/2006/main">
              <a:ext uri="{FF2B5EF4-FFF2-40B4-BE49-F238E27FC236}">
                <a16:creationId xmlns:a16="http://schemas.microsoft.com/office/drawing/2014/main" id="{C499EE4A-65B7-427C-B61C-BA33B612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градиентного спуска найдём производную log loss.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Подставим p = σ(z) и продифференцируем по скору z:</a:t>
            </a:r>
          </a:p>
        </p:txBody>
      </p:sp>
      <p:pic>
        <p:nvPicPr>
          <p:cNvPr id="8" name="" descr="LaTeX: \frac{dL}{dz}=p-y">
            <a:extLst xmlns:a="http://schemas.openxmlformats.org/drawingml/2006/main">
              <a:ext uri="{FF2B5EF4-FFF2-40B4-BE49-F238E27FC236}">
                <a16:creationId xmlns:a16="http://schemas.microsoft.com/office/drawing/2014/main" id="{BA078E9F-712C-4A6E-9F40-A99349B65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cd242a3eb4cc0">
            <a:extLst>
              <a:ext uri="{96DAC541-7B7A-43D3-8B79-37D633B846F1}">
                <asvg:svgBlip xmlns:asvg="http://schemas.microsoft.com/office/drawing/2016/SVG/main" r:embed="R77bd356794184b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0" y="3479006"/>
            <a:ext cx="1733550" cy="500063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70664-5788-4327-A5DD-D56A5E4F9274}"/>
              </a:ext>
            </a:extLst>
          </p:cNvPr>
          <p:cNvGraphicFramePr/>
          <p:nvPr/>
        </p:nvGraphicFramePr>
        <p:xfrm>
          <a:off xmlns:a="http://schemas.openxmlformats.org/drawingml/2006/main" x="590550" y="4162425"/>
          <a:ext xmlns:a="http://schemas.openxmlformats.org/drawingml/2006/main" cx="1102995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52900"/>
                <a:gridCol w="2686050"/>
                <a:gridCol w="4191000"/>
              </a:tblGrid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 и прогноз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Производная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Чтобы уменьшить потерю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Клик, но p = 0,2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0,2 − 1 = −0,8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Увеличиваем скор z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 клика, но p = 0,8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0,8 − 0 = 0,8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Уменьшаем скор 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Градиентный спуск по весам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40">
            <a:extLst xmlns:a="http://schemas.openxmlformats.org/drawingml/2006/main">
              <a:ext uri="{FF2B5EF4-FFF2-40B4-BE49-F238E27FC236}">
                <a16:creationId xmlns:a16="http://schemas.microsoft.com/office/drawing/2014/main" id="{66B2898D-9E68-4130-BF8F-9375498E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обучении меняем веса w и свободный член b.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каждого показа считаем pᵢ и разность между прогнозом и ответом pᵢ − yᵢ.</a:t>
            </a:r>
          </a:p>
        </p:txBody>
      </p:sp>
      <p:pic>
        <p:nvPicPr>
          <p:cNvPr id="8" name="" descr="LaTeX: \frac{\partial Q}{\partial w_j}=\frac{1}{n}\sum_i(p_i-y_i)x_{ij}">
            <a:extLst xmlns:a="http://schemas.openxmlformats.org/drawingml/2006/main">
              <a:ext uri="{FF2B5EF4-FFF2-40B4-BE49-F238E27FC236}">
                <a16:creationId xmlns:a16="http://schemas.microsoft.com/office/drawing/2014/main" id="{65DDA339-A7EF-42B7-A779-C2D86879D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6ea894b5e455e">
            <a:extLst>
              <a:ext uri="{96DAC541-7B7A-43D3-8B79-37D633B846F1}">
                <asvg:svgBlip xmlns:asvg="http://schemas.microsoft.com/office/drawing/2016/SVG/main" r:embed="Rf2907e7972514e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84291" y="3447256"/>
            <a:ext cx="3242469" cy="754063"/>
          </a:xfrm>
          <a:prstGeom xmlns:a="http://schemas.openxmlformats.org/drawingml/2006/main" prst="rect">
            <a:avLst/>
          </a:prstGeom>
        </p:spPr>
      </p:pic>
      <p:pic>
        <p:nvPicPr>
          <p:cNvPr id="9" name="" descr="LaTeX: \frac{\partial Q}{\partial b}=\frac{1}{n}\sum_i(p_i-y_i)">
            <a:extLst xmlns:a="http://schemas.openxmlformats.org/drawingml/2006/main">
              <a:ext uri="{FF2B5EF4-FFF2-40B4-BE49-F238E27FC236}">
                <a16:creationId xmlns:a16="http://schemas.microsoft.com/office/drawing/2014/main" id="{6F7EB709-C2D1-4479-A1F8-72D2CA0626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518bc2ace48fc">
            <a:extLst>
              <a:ext uri="{96DAC541-7B7A-43D3-8B79-37D633B846F1}">
                <asvg:svgBlip xmlns:asvg="http://schemas.microsoft.com/office/drawing/2016/SVG/main" r:embed="R37ed9b7f2fc242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5591" y="4456906"/>
            <a:ext cx="2759869" cy="754063"/>
          </a:xfrm>
          <a:prstGeom xmlns:a="http://schemas.openxmlformats.org/drawingml/2006/main" prst="rect">
            <a:avLst/>
          </a:prstGeom>
        </p:spPr>
      </p:pic>
      <p:pic>
        <p:nvPicPr>
          <p:cNvPr id="10" name="" descr="LaTeX: w_j\leftarrow w_j-\eta\frac{\partial Q}{\partial w_j},\qquad b\leftarrow b-\eta\frac{\partial Q}{\partial b}">
            <a:extLst xmlns:a="http://schemas.openxmlformats.org/drawingml/2006/main">
              <a:ext uri="{FF2B5EF4-FFF2-40B4-BE49-F238E27FC236}">
                <a16:creationId xmlns:a16="http://schemas.microsoft.com/office/drawing/2014/main" id="{FB12581A-F599-4E68-A344-9F833645D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56f982ad041f5">
            <a:extLst>
              <a:ext uri="{96DAC541-7B7A-43D3-8B79-37D633B846F1}">
                <asvg:svgBlip xmlns:asvg="http://schemas.microsoft.com/office/drawing/2016/SVG/main" r:embed="Ra053e5b9ffc145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65563" y="6117828"/>
            <a:ext cx="4479925" cy="4992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L2-регуляризация ограничивает веса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Обучение логистической регрессии</a:t>
            </a:r>
          </a:p>
        </p:txBody>
      </p:sp>
      <p:sp>
        <p:nvSpPr>
          <p:cNvPr id="7" name="l06-41">
            <a:extLst xmlns:a="http://schemas.openxmlformats.org/drawingml/2006/main">
              <a:ext uri="{FF2B5EF4-FFF2-40B4-BE49-F238E27FC236}">
                <a16:creationId xmlns:a16="http://schemas.microsoft.com/office/drawing/2014/main" id="{C37D230D-4364-4F36-9234-C71C99A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Пример: x = (−2, −1, 1, 2), y = (0, 0, 1, 1), b = 0. Классы разделимы.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Log loss убывает при росте w. Добавим штраф 0,05 · w².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2EB1C-1AEA-4B6B-B23C-0AA566758562}"/>
              </a:ext>
            </a:extLst>
          </p:cNvPr>
          <p:cNvGraphicFramePr/>
          <p:nvPr/>
        </p:nvGraphicFramePr>
        <p:xfrm>
          <a:off xmlns:a="http://schemas.openxmlformats.org/drawingml/2006/main" x="590550" y="3457575"/>
          <a:ext xmlns:a="http://schemas.openxmlformats.org/drawingml/2006/main" cx="11029950" cy="2057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62225"/>
                <a:gridCol w="4000500"/>
                <a:gridCol w="2657475"/>
              </a:tblGrid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Вес w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Log loss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Штраф 0,05 · w²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Сумма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0,75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0,294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0,028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0,322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0,273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0,003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1,250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1,253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pic>
        <p:nvPicPr>
          <p:cNvPr id="9" name="" descr="LaTeX: Q_{\lambda}=Q+\frac{\lambda}{2}\sum_jw_j^2">
            <a:extLst xmlns:a="http://schemas.openxmlformats.org/drawingml/2006/main">
              <a:ext uri="{FF2B5EF4-FFF2-40B4-BE49-F238E27FC236}">
                <a16:creationId xmlns:a16="http://schemas.microsoft.com/office/drawing/2014/main" id="{C18CF214-6C68-4DA8-AB41-32A60D9B3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4c73e52404a3b">
            <a:extLst>
              <a:ext uri="{96DAC541-7B7A-43D3-8B79-37D633B846F1}">
                <asvg:svgBlip xmlns:asvg="http://schemas.microsoft.com/office/drawing/2016/SVG/main" r:embed="R70cf07a210a644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0706" y="5730677"/>
            <a:ext cx="2643188" cy="778272"/>
          </a:xfrm>
          <a:prstGeom xmlns:a="http://schemas.openxmlformats.org/drawingml/2006/main" prst="rect">
            <a:avLst/>
          </a:prstGeom>
        </p:spPr>
      </p:pic>
      <p:sp>
        <p:nvSpPr>
          <p:cNvPr id="10" name="l06-42">
            <a:extLst xmlns:a="http://schemas.openxmlformats.org/drawingml/2006/main">
              <a:ext uri="{FF2B5EF4-FFF2-40B4-BE49-F238E27FC236}">
                <a16:creationId xmlns:a16="http://schemas.microsoft.com/office/drawing/2014/main" id="{354A06DE-93E4-4F3B-A451-B7CC528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43600"/>
            <a:ext cx="537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λ задаёт силу штрафа. Здесь λ = 0,1.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Свободный член b не штрафуем.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 опорных векторов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43">
            <a:extLst xmlns:a="http://schemas.openxmlformats.org/drawingml/2006/main">
              <a:ext uri="{FF2B5EF4-FFF2-40B4-BE49-F238E27FC236}">
                <a16:creationId xmlns:a16="http://schemas.microsoft.com/office/drawing/2014/main" id="{B5750274-1BC3-4B2A-BCE4-00425F6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8" name="l06-44">
            <a:extLst xmlns:a="http://schemas.openxmlformats.org/drawingml/2006/main">
              <a:ext uri="{FF2B5EF4-FFF2-40B4-BE49-F238E27FC236}">
                <a16:creationId xmlns:a16="http://schemas.microsoft.com/office/drawing/2014/main" id="{461C7609-B20C-4E4F-BC9A-019C5A0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904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Выбор разделяющей прямой и расстояние до объектов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Постановка SVM, нарушения отступа и hinge loss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Линейная граница между классами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45">
            <a:extLst xmlns:a="http://schemas.openxmlformats.org/drawingml/2006/main">
              <a:ext uri="{FF2B5EF4-FFF2-40B4-BE49-F238E27FC236}">
                <a16:creationId xmlns:a16="http://schemas.microsoft.com/office/drawing/2014/main" id="{CEA817A9-0285-40A3-9E03-0D458699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Теперь обозначим классы числами −1 и +1: s = 2y − 1.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Считаем прежний линейный скор z = wᵀx + b и берём его знак.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ABE30C5-FEB4-406E-B3C8-C5811D3415C7}"/>
              </a:ext>
            </a:extLst>
          </p:cNvPr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ae4bc485244dab"/>
          </a:graphicData>
        </a:graphic>
      </p:graphicFrame>
      <p:sp>
        <p:nvSpPr>
          <p:cNvPr id="9" name="l06-46">
            <a:extLst xmlns:a="http://schemas.openxmlformats.org/drawingml/2006/main">
              <a:ext uri="{FF2B5EF4-FFF2-40B4-BE49-F238E27FC236}">
                <a16:creationId xmlns:a16="http://schemas.microsoft.com/office/drawing/2014/main" id="{1FF1CBB8-E015-486D-AA72-A965828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Синий круг: класс −1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Оранжевый ромб: класс +1</a:t>
            </a:r>
          </a:p>
        </p:txBody>
      </p:sp>
      <p:sp>
        <p:nvSpPr>
          <p:cNvPr id="10" name="l06-47">
            <a:extLst xmlns:a="http://schemas.openxmlformats.org/drawingml/2006/main">
              <a:ext uri="{FF2B5EF4-FFF2-40B4-BE49-F238E27FC236}">
                <a16:creationId xmlns:a16="http://schemas.microsoft.com/office/drawing/2014/main" id="{A6CBA991-249E-4AA6-B9EF-1DC1FD7E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z &lt; 0: прогноз −1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z &gt; 0: прогноз +1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Граница проходит там, где z = 0.</a:t>
            </a:r>
          </a:p>
        </p:txBody>
      </p:sp>
      <p:sp>
        <p:nvSpPr>
          <p:cNvPr id="11" name="l06-48">
            <a:extLst xmlns:a="http://schemas.openxmlformats.org/drawingml/2006/main">
              <a:ext uri="{FF2B5EF4-FFF2-40B4-BE49-F238E27FC236}">
                <a16:creationId xmlns:a16="http://schemas.microsoft.com/office/drawing/2014/main" id="{9054881D-BFF1-4C3D-97FB-DB59C377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рисунке z = x₁.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Граница: x₁ = 0.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Выбор между двумя разделяющими прямыми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49">
            <a:extLst xmlns:a="http://schemas.openxmlformats.org/drawingml/2006/main">
              <a:ext uri="{FF2B5EF4-FFF2-40B4-BE49-F238E27FC236}">
                <a16:creationId xmlns:a16="http://schemas.microsoft.com/office/drawing/2014/main" id="{E0F02DE2-4227-4DC0-8707-E3CA6FC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Обе прямые верно разделяют все восемь объектов.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Сравним расстояние от прямой до ближайшего объекта.</a:t>
            </a:r>
          </a:p>
        </p:txBody>
      </p:sp>
      <p:sp>
        <p:nvSpPr>
          <p:cNvPr id="8" name="l06-50">
            <a:extLst xmlns:a="http://schemas.openxmlformats.org/drawingml/2006/main">
              <a:ext uri="{FF2B5EF4-FFF2-40B4-BE49-F238E27FC236}">
                <a16:creationId xmlns:a16="http://schemas.microsoft.com/office/drawing/2014/main" id="{0C379521-1846-4575-B681-D4669D33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Граница x₁ = 0,6</a:t>
            </a:r>
          </a:p>
        </p:txBody>
      </p:sp>
      <p:sp>
        <p:nvSpPr>
          <p:cNvPr id="9" name="l06-51">
            <a:extLst xmlns:a="http://schemas.openxmlformats.org/drawingml/2006/main">
              <a:ext uri="{FF2B5EF4-FFF2-40B4-BE49-F238E27FC236}">
                <a16:creationId xmlns:a16="http://schemas.microsoft.com/office/drawing/2014/main" id="{2B0D49D3-1FBD-49E5-B63E-9B6094E5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Граница x₁ = 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B57879D-E5C0-4714-BDA2-10B1D0BDD79C}"/>
              </a:ext>
            </a:extLst>
          </p:cNvPr>
          <p:cNvGraphicFramePr/>
          <p:nvPr/>
        </p:nvGraphicFramePr>
        <p:xfrm>
          <a:off xmlns:a="http://schemas.openxmlformats.org/drawingml/2006/main" x="590550" y="3762375"/>
          <a:ext xmlns:a="http://schemas.openxmlformats.org/drawingml/2006/main" cx="523875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f5da54cd924013"/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859F9450-5DD3-427F-8357-2B65CE3B96B6}"/>
              </a:ext>
            </a:extLst>
          </p:cNvPr>
          <p:cNvGraphicFramePr/>
          <p:nvPr/>
        </p:nvGraphicFramePr>
        <p:xfrm>
          <a:off xmlns:a="http://schemas.openxmlformats.org/drawingml/2006/main" x="6381750" y="3762375"/>
          <a:ext xmlns:a="http://schemas.openxmlformats.org/drawingml/2006/main" cx="523875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8bdca408e946ae"/>
          </a:graphicData>
        </a:graphic>
      </p:graphicFrame>
      <p:sp>
        <p:nvSpPr>
          <p:cNvPr id="12" name="l06-52">
            <a:extLst xmlns:a="http://schemas.openxmlformats.org/drawingml/2006/main">
              <a:ext uri="{FF2B5EF4-FFF2-40B4-BE49-F238E27FC236}">
                <a16:creationId xmlns:a16="http://schemas.microsoft.com/office/drawing/2014/main" id="{1BFAFFBC-6344-4194-9AA7-3F74A97E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Зелёный отрезок: расстояние 0,4.</a:t>
            </a:r>
          </a:p>
        </p:txBody>
      </p:sp>
      <p:sp>
        <p:nvSpPr>
          <p:cNvPr id="13" name="l06-53">
            <a:extLst xmlns:a="http://schemas.openxmlformats.org/drawingml/2006/main">
              <a:ext uri="{FF2B5EF4-FFF2-40B4-BE49-F238E27FC236}">
                <a16:creationId xmlns:a16="http://schemas.microsoft.com/office/drawing/2014/main" id="{9337A7F1-C650-4CAF-BD0D-15153AA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67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Зелёный отрезок: расстояние 1.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Разделяющая полоса и опорные векторы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54">
            <a:extLst xmlns:a="http://schemas.openxmlformats.org/drawingml/2006/main">
              <a:ext uri="{FF2B5EF4-FFF2-40B4-BE49-F238E27FC236}">
                <a16:creationId xmlns:a16="http://schemas.microsoft.com/office/drawing/2014/main" id="{EC4E3089-F071-4870-8AED-9086621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 выбирает границу с максимальным расстоянием до ближайших объектов.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Вокруг неё получается самая широкая пустая полоса.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CF3A6CC-FE5A-4328-A238-4F4D511D4EB7}"/>
              </a:ext>
            </a:extLst>
          </p:cNvPr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095725b26240fb"/>
          </a:graphicData>
        </a:graphic>
      </p:graphicFrame>
      <p:sp>
        <p:nvSpPr>
          <p:cNvPr id="9" name="l06-55">
            <a:extLst xmlns:a="http://schemas.openxmlformats.org/drawingml/2006/main">
              <a:ext uri="{FF2B5EF4-FFF2-40B4-BE49-F238E27FC236}">
                <a16:creationId xmlns:a16="http://schemas.microsoft.com/office/drawing/2014/main" id="{EA8442EA-4930-4E59-8F4C-4CAF6DDC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Ближайшие объекты ограничивают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ширину полосы. Их называют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опорными векторами.</a:t>
            </a:r>
          </a:p>
        </p:txBody>
      </p:sp>
      <p:sp>
        <p:nvSpPr>
          <p:cNvPr id="10" name="l06-56">
            <a:extLst xmlns:a="http://schemas.openxmlformats.org/drawingml/2006/main">
              <a:ext uri="{FF2B5EF4-FFF2-40B4-BE49-F238E27FC236}">
                <a16:creationId xmlns:a16="http://schemas.microsoft.com/office/drawing/2014/main" id="{55245D80-10D3-4A6D-885F-9F857D4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Светлые линии: края полосы.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Крупные точки: опорные.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Вектор объекта: (x₁, x₂).</a:t>
            </a:r>
          </a:p>
        </p:txBody>
      </p:sp>
      <p:sp>
        <p:nvSpPr>
          <p:cNvPr id="11" name="l06-57">
            <a:extLst xmlns:a="http://schemas.openxmlformats.org/drawingml/2006/main">
              <a:ext uri="{FF2B5EF4-FFF2-40B4-BE49-F238E27FC236}">
                <a16:creationId xmlns:a16="http://schemas.microsoft.com/office/drawing/2014/main" id="{B45BA0E5-1831-46C4-82E5-7253859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531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 каждого края: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Полная ширина полосы: 2.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Отступ классификатора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58">
            <a:extLst xmlns:a="http://schemas.openxmlformats.org/drawingml/2006/main">
              <a:ext uri="{FF2B5EF4-FFF2-40B4-BE49-F238E27FC236}">
                <a16:creationId xmlns:a16="http://schemas.microsoft.com/office/drawing/2014/main" id="{6602BC0F-E5C1-4F77-86F7-9401F930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верного прогноза класса +1 нужен z &gt; 0, а класса −1 нужен z &lt;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Умножим скор zᵢ на истинную метку sᵢ и получим отступ Mᵢ.</a:t>
            </a:r>
          </a:p>
        </p:txBody>
      </p:sp>
      <p:pic>
        <p:nvPicPr>
          <p:cNvPr id="8" name="" descr="LaTeX: M_i=s_i z_i=s_i(w^\top x_i+b)">
            <a:extLst xmlns:a="http://schemas.openxmlformats.org/drawingml/2006/main">
              <a:ext uri="{FF2B5EF4-FFF2-40B4-BE49-F238E27FC236}">
                <a16:creationId xmlns:a16="http://schemas.microsoft.com/office/drawing/2014/main" id="{6868E04D-B951-4DC0-9988-489290724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b31d527cf4462">
            <a:extLst>
              <a:ext uri="{96DAC541-7B7A-43D3-8B79-37D633B846F1}">
                <asvg:svgBlip xmlns:asvg="http://schemas.microsoft.com/office/drawing/2016/SVG/main" r:embed="Rfaf86a98b5cc4d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81872" y="3452019"/>
            <a:ext cx="3847306" cy="411163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801E8-F0C0-435D-B553-7739975B11C0}"/>
              </a:ext>
            </a:extLst>
          </p:cNvPr>
          <p:cNvGraphicFramePr/>
          <p:nvPr/>
        </p:nvGraphicFramePr>
        <p:xfrm>
          <a:off xmlns:a="http://schemas.openxmlformats.org/drawingml/2006/main" x="590550" y="4210050"/>
          <a:ext xmlns:a="http://schemas.openxmlformats.org/drawingml/2006/main" cx="11029950" cy="1943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2000250"/>
                <a:gridCol w="3333750"/>
                <a:gridCol w="2933700"/>
              </a:tblGrid>
              <a:tr h="4857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Истинный класс s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 z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M = s · z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857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857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−0,5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0" name="l06-59">
            <a:extLst xmlns:a="http://schemas.openxmlformats.org/drawingml/2006/main">
              <a:ext uri="{FF2B5EF4-FFF2-40B4-BE49-F238E27FC236}">
                <a16:creationId xmlns:a16="http://schemas.microsoft.com/office/drawing/2014/main" id="{FAA82C1A-F3A1-4164-8BBF-96D1D9B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2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Верная классификация всех объектов: Mᵢ &gt; 0 для каждого i.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Масштаб скора не меняет границу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60">
            <a:extLst xmlns:a="http://schemas.openxmlformats.org/drawingml/2006/main">
              <a:ext uri="{FF2B5EF4-FFF2-40B4-BE49-F238E27FC236}">
                <a16:creationId xmlns:a16="http://schemas.microsoft.com/office/drawing/2014/main" id="{B14D97B9-4D51-49D5-A572-742EAFE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наших точек модели z = x₁ и z = 5x₁ дают одинаковые классы.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Их граница совпадает: x₁ = 0. Но значения отступа различаются.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61989-9DE8-4655-A53B-74874B62BBFC}"/>
              </a:ext>
            </a:extLst>
          </p:cNvPr>
          <p:cNvGraphicFramePr/>
          <p:nvPr/>
        </p:nvGraphicFramePr>
        <p:xfrm>
          <a:off xmlns:a="http://schemas.openxmlformats.org/drawingml/2006/main" x="590550" y="3476625"/>
          <a:ext xmlns:a="http://schemas.openxmlformats.org/drawingml/2006/main" cx="11029950" cy="1628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81475"/>
                <a:gridCol w="4181475"/>
              </a:tblGrid>
              <a:tr h="5429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Ближайший объект +1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Ближайший объект −1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429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x₁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1, M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−1, M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429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5x₁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5, M =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z = −5, M =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l06-61">
            <a:extLst xmlns:a="http://schemas.openxmlformats.org/drawingml/2006/main">
              <a:ext uri="{FF2B5EF4-FFF2-40B4-BE49-F238E27FC236}">
                <a16:creationId xmlns:a16="http://schemas.microsoft.com/office/drawing/2014/main" id="{91015B67-51D5-4521-83CE-D3E1E8AF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Чтобы сравнивать границы, зафиксируем масштаб:</a:t>
            </a:r>
          </a:p>
        </p:txBody>
      </p:sp>
      <p:sp>
        <p:nvSpPr>
          <p:cNvPr id="10" name="l06-62">
            <a:extLst xmlns:a="http://schemas.openxmlformats.org/drawingml/2006/main">
              <a:ext uri="{FF2B5EF4-FFF2-40B4-BE49-F238E27FC236}">
                <a16:creationId xmlns:a16="http://schemas.microsoft.com/office/drawing/2014/main" id="{A5067FBB-FC93-46B1-BBB1-F8DA6C85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2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 ближайших объектов M = 1, у остальных M ≥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примере для этого делим веса второй модели на 5.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до границы и ширина полосы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63">
            <a:extLst xmlns:a="http://schemas.openxmlformats.org/drawingml/2006/main">
              <a:ext uri="{FF2B5EF4-FFF2-40B4-BE49-F238E27FC236}">
                <a16:creationId xmlns:a16="http://schemas.microsoft.com/office/drawing/2014/main" id="{7F1B5063-0AA7-42F1-AB15-6A4EE83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Расстояние dᵢ: модуль скора, делённый на длину вектора весов.</a:t>
            </a:r>
          </a:p>
        </p:txBody>
      </p:sp>
      <p:pic>
        <p:nvPicPr>
          <p:cNvPr id="8" name="" descr="LaTeX: \|w\|=\sqrt{w_1^2+w_2^2},\qquad d_i=\frac{|z_i|}{\|w\|}=\frac{M_i}{\|w\|}">
            <a:extLst xmlns:a="http://schemas.openxmlformats.org/drawingml/2006/main">
              <a:ext uri="{FF2B5EF4-FFF2-40B4-BE49-F238E27FC236}">
                <a16:creationId xmlns:a16="http://schemas.microsoft.com/office/drawing/2014/main" id="{AFDBE89D-6C56-4D1A-9C8A-E0BBD0C42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027f7059e4a23">
            <a:extLst>
              <a:ext uri="{96DAC541-7B7A-43D3-8B79-37D633B846F1}">
                <asvg:svgBlip xmlns:asvg="http://schemas.microsoft.com/office/drawing/2016/SVG/main" r:embed="Rcd6948f8d89944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69469" y="2978944"/>
            <a:ext cx="5472113" cy="642938"/>
          </a:xfrm>
          <a:prstGeom xmlns:a="http://schemas.openxmlformats.org/drawingml/2006/main" prst="rect">
            <a:avLst/>
          </a:prstGeom>
        </p:spPr>
      </p:pic>
      <p:sp>
        <p:nvSpPr>
          <p:cNvPr id="9" name="l06-64">
            <a:extLst xmlns:a="http://schemas.openxmlformats.org/drawingml/2006/main">
              <a:ext uri="{FF2B5EF4-FFF2-40B4-BE49-F238E27FC236}">
                <a16:creationId xmlns:a16="http://schemas.microsoft.com/office/drawing/2014/main" id="{4E370B0D-803A-4F67-9051-C94A129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102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 ближайших объектов M = 1. Полная ширина полосы B = 2dₘᵢₙ.</a:t>
            </a:r>
          </a:p>
        </p:txBody>
      </p:sp>
      <p:pic>
        <p:nvPicPr>
          <p:cNvPr id="10" name="" descr="LaTeX: d_{\min}=\frac{1}{\|w\|},\qquad B=2d_{\min}=\frac{2}{\|w\|}">
            <a:extLst xmlns:a="http://schemas.openxmlformats.org/drawingml/2006/main">
              <a:ext uri="{FF2B5EF4-FFF2-40B4-BE49-F238E27FC236}">
                <a16:creationId xmlns:a16="http://schemas.microsoft.com/office/drawing/2014/main" id="{E1B487C1-2E96-454D-88DC-17A2D6E2E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fc59853754ff7">
            <a:extLst>
              <a:ext uri="{96DAC541-7B7A-43D3-8B79-37D633B846F1}">
                <asvg:svgBlip xmlns:asvg="http://schemas.microsoft.com/office/drawing/2016/SVG/main" r:embed="R04b9ef2c688348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67113" y="4813697"/>
            <a:ext cx="5076825" cy="526256"/>
          </a:xfrm>
          <a:prstGeom xmlns:a="http://schemas.openxmlformats.org/drawingml/2006/main" prst="rect">
            <a:avLst/>
          </a:prstGeom>
        </p:spPr>
      </p:pic>
      <p:sp>
        <p:nvSpPr>
          <p:cNvPr id="11" name="l06-65">
            <a:extLst xmlns:a="http://schemas.openxmlformats.org/drawingml/2006/main">
              <a:ext uri="{FF2B5EF4-FFF2-40B4-BE49-F238E27FC236}">
                <a16:creationId xmlns:a16="http://schemas.microsoft.com/office/drawing/2014/main" id="{6C4F117D-3FB2-46ED-8645-F0CF8A9B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29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 нормировки: z = 5x₁, ‖w‖ = 5, расстояние dₘᵢₙ = 5 / 5 =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 нормировки: z = x₁, ‖w‖ = 1, расстояние dₘᵢₙ = 1 / 1 = 1.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 для разделимых данных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66">
            <a:extLst xmlns:a="http://schemas.openxmlformats.org/drawingml/2006/main">
              <a:ext uri="{FF2B5EF4-FFF2-40B4-BE49-F238E27FC236}">
                <a16:creationId xmlns:a16="http://schemas.microsoft.com/office/drawing/2014/main" id="{14E9BC97-E679-4652-A452-4C214A18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Хотим широкую полосу: уменьшаем ‖w‖².</a:t>
            </a:r>
          </a:p>
        </p:txBody>
      </p:sp>
      <p:sp>
        <p:nvSpPr>
          <p:cNvPr id="8" name="l06-67">
            <a:extLst xmlns:a="http://schemas.openxmlformats.org/drawingml/2006/main">
              <a:ext uri="{FF2B5EF4-FFF2-40B4-BE49-F238E27FC236}">
                <a16:creationId xmlns:a16="http://schemas.microsoft.com/office/drawing/2014/main" id="{7A22F805-9F9B-451B-A4CB-52E61375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102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этом каждый объект должен остаться за своим краем полосы: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класса +1 нужно zᵢ ≥ 1, для класса −1 нужно zᵢ ≤ −1.</a:t>
            </a:r>
          </a:p>
        </p:txBody>
      </p:sp>
      <p:pic>
        <p:nvPicPr>
          <p:cNvPr id="9" name="" descr="LaTeX: \min_{w,b}\ \frac{1}{2}\|w\|^2">
            <a:extLst xmlns:a="http://schemas.openxmlformats.org/drawingml/2006/main">
              <a:ext uri="{FF2B5EF4-FFF2-40B4-BE49-F238E27FC236}">
                <a16:creationId xmlns:a16="http://schemas.microsoft.com/office/drawing/2014/main" id="{9686A94C-8F2D-4285-9EC7-35255D6B1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cdc8e101d4ec8">
            <a:extLst>
              <a:ext uri="{96DAC541-7B7A-43D3-8B79-37D633B846F1}">
                <asvg:svgBlip xmlns:asvg="http://schemas.microsoft.com/office/drawing/2016/SVG/main" r:embed="R4889588e097740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84775" y="4471988"/>
            <a:ext cx="1841500" cy="666750"/>
          </a:xfrm>
          <a:prstGeom xmlns:a="http://schemas.openxmlformats.org/drawingml/2006/main" prst="rect">
            <a:avLst/>
          </a:prstGeom>
        </p:spPr>
      </p:pic>
      <p:pic>
        <p:nvPicPr>
          <p:cNvPr id="10" name="" descr="LaTeX: s_i(w^\top x_i+b)\geq1\qquad i=1,\ldots,n">
            <a:extLst xmlns:a="http://schemas.openxmlformats.org/drawingml/2006/main">
              <a:ext uri="{FF2B5EF4-FFF2-40B4-BE49-F238E27FC236}">
                <a16:creationId xmlns:a16="http://schemas.microsoft.com/office/drawing/2014/main" id="{83B6EC77-3C85-4511-B21C-1859EE6B2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d0486ab794f2f">
            <a:extLst>
              <a:ext uri="{96DAC541-7B7A-43D3-8B79-37D633B846F1}">
                <asvg:svgBlip xmlns:asvg="http://schemas.microsoft.com/office/drawing/2016/SVG/main" r:embed="Rbbe1325c3a9646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71900" y="5539581"/>
            <a:ext cx="4667250" cy="388938"/>
          </a:xfrm>
          <a:prstGeom xmlns:a="http://schemas.openxmlformats.org/drawingml/2006/main" prst="rect">
            <a:avLst/>
          </a:prstGeom>
        </p:spPr>
      </p:pic>
      <p:sp>
        <p:nvSpPr>
          <p:cNvPr id="11" name="l06-68">
            <a:extLst xmlns:a="http://schemas.openxmlformats.org/drawingml/2006/main">
              <a:ext uri="{FF2B5EF4-FFF2-40B4-BE49-F238E27FC236}">
                <a16:creationId xmlns:a16="http://schemas.microsoft.com/office/drawing/2014/main" id="{E5C66337-95F5-45B8-B204-5B6F1BF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96025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Ограничения сохраняют верные классы и запрещают точкам входить в полосу.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классы нельзя разделить прямой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69">
            <a:extLst xmlns:a="http://schemas.openxmlformats.org/drawingml/2006/main">
              <a:ext uri="{FF2B5EF4-FFF2-40B4-BE49-F238E27FC236}">
                <a16:creationId xmlns:a16="http://schemas.microsoft.com/office/drawing/2014/main" id="{A142094F-A8CA-4898-905C-2A1E2AF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Добавим оранжевую точку внутрь группы синих.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Теперь ни одна прямая не разделит все объекты без ошибок.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452BAB6-D58C-477E-A7EB-EA9A90EB15A3}"/>
              </a:ext>
            </a:extLst>
          </p:cNvPr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a233a826454620"/>
          </a:graphicData>
        </a:graphic>
      </p:graphicFrame>
      <p:sp>
        <p:nvSpPr>
          <p:cNvPr id="9" name="l06-70">
            <a:extLst xmlns:a="http://schemas.openxmlformats.org/drawingml/2006/main">
              <a:ext uri="{FF2B5EF4-FFF2-40B4-BE49-F238E27FC236}">
                <a16:creationId xmlns:a16="http://schemas.microsoft.com/office/drawing/2014/main" id="{602E96CC-5BFB-4008-A245-6A837692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Разрешим отдельным объектам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нарушить условие Mᵢ ≥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 величину нарушения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добавим штраф.</a:t>
            </a:r>
          </a:p>
        </p:txBody>
      </p:sp>
      <p:sp>
        <p:nvSpPr>
          <p:cNvPr id="10" name="l06-71">
            <a:extLst xmlns:a="http://schemas.openxmlformats.org/drawingml/2006/main">
              <a:ext uri="{FF2B5EF4-FFF2-40B4-BE49-F238E27FC236}">
                <a16:creationId xmlns:a16="http://schemas.microsoft.com/office/drawing/2014/main" id="{0E16D312-1799-4898-9AF4-9F4306F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9112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 новой точки при z = x₁: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 = +1, z = −1,5, M = −1,5.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 требуемого M =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хватает 2,5.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Величина нарушения и hinge loss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72">
            <a:extLst xmlns:a="http://schemas.openxmlformats.org/drawingml/2006/main">
              <a:ext uri="{FF2B5EF4-FFF2-40B4-BE49-F238E27FC236}">
                <a16:creationId xmlns:a16="http://schemas.microsoft.com/office/drawing/2014/main" id="{4A7B3255-2287-4C0B-9369-9BB67E53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Считаем, сколько отступу M не хватает до 1.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Если M уже не меньше 1, штраф равен нулю.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B5E28-E4F2-4F6D-AE5F-5300825A4160}"/>
              </a:ext>
            </a:extLst>
          </p:cNvPr>
          <p:cNvGraphicFramePr/>
          <p:nvPr/>
        </p:nvGraphicFramePr>
        <p:xfrm>
          <a:off xmlns:a="http://schemas.openxmlformats.org/drawingml/2006/main" x="590550" y="3371850"/>
          <a:ext xmlns:a="http://schemas.openxmlformats.org/drawingml/2006/main" cx="11029950" cy="2076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5048250"/>
                <a:gridCol w="3886200"/>
              </a:tblGrid>
              <a:tr h="5191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Отступ M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Положение объекта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Сколько не хватает до 1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191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Верный класс, вне полосы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91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Верный класс, внутри полосы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 классификации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2,5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l06-73">
            <a:extLst xmlns:a="http://schemas.openxmlformats.org/drawingml/2006/main">
              <a:ext uri="{FF2B5EF4-FFF2-40B4-BE49-F238E27FC236}">
                <a16:creationId xmlns:a16="http://schemas.microsoft.com/office/drawing/2014/main" id="{1AB3B3D9-F09C-425D-B2CB-EF3F9D6C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1102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Эту функцию называют hinge loss:</a:t>
            </a:r>
          </a:p>
        </p:txBody>
      </p:sp>
      <p:pic>
        <p:nvPicPr>
          <p:cNvPr id="10" name="" descr="LaTeX: L_{\mathrm{hinge}}(M)=\max(0,1-M)">
            <a:extLst xmlns:a="http://schemas.openxmlformats.org/drawingml/2006/main">
              <a:ext uri="{FF2B5EF4-FFF2-40B4-BE49-F238E27FC236}">
                <a16:creationId xmlns:a16="http://schemas.microsoft.com/office/drawing/2014/main" id="{2D608A90-57AA-4C8E-84F3-6E7C77BEF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fc4aa0a504dff">
            <a:extLst>
              <a:ext uri="{96DAC541-7B7A-43D3-8B79-37D633B846F1}">
                <asvg:svgBlip xmlns:asvg="http://schemas.microsoft.com/office/drawing/2016/SVG/main" r:embed="R3b62d505aff648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74728" y="6267847"/>
            <a:ext cx="3861594" cy="3611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SVM и параметр C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74">
            <a:extLst xmlns:a="http://schemas.openxmlformats.org/drawingml/2006/main">
              <a:ext uri="{FF2B5EF4-FFF2-40B4-BE49-F238E27FC236}">
                <a16:creationId xmlns:a16="http://schemas.microsoft.com/office/drawing/2014/main" id="{5BCD567F-0A2D-440F-B721-8E01C59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Теперь учитываем и ширину полосы, и величину нарушений.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Минимизируем сумму двух слагаемых:</a:t>
            </a:r>
          </a:p>
        </p:txBody>
      </p:sp>
      <p:pic>
        <p:nvPicPr>
          <p:cNvPr id="8" name="" descr="LaTeX: Q(w,b)=\frac{1}{2}\|w\|^2+C\cdot\frac{1}{n}\sum_{i=1}^{n}L_{\mathrm{hinge}}(M_i)">
            <a:extLst xmlns:a="http://schemas.openxmlformats.org/drawingml/2006/main">
              <a:ext uri="{FF2B5EF4-FFF2-40B4-BE49-F238E27FC236}">
                <a16:creationId xmlns:a16="http://schemas.microsoft.com/office/drawing/2014/main" id="{F8A0B823-7582-4E50-BCCB-E6253000F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a4f61894b4b5a">
            <a:extLst>
              <a:ext uri="{96DAC541-7B7A-43D3-8B79-37D633B846F1}">
                <asvg:svgBlip xmlns:asvg="http://schemas.microsoft.com/office/drawing/2016/SVG/main" r:embed="R4d55b810302d46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69469" y="3405188"/>
            <a:ext cx="5472113" cy="885825"/>
          </a:xfrm>
          <a:prstGeom xmlns:a="http://schemas.openxmlformats.org/drawingml/2006/main" prst="rect">
            <a:avLst/>
          </a:prstGeom>
        </p:spPr>
      </p:pic>
      <p:sp>
        <p:nvSpPr>
          <p:cNvPr id="9" name="l06-75">
            <a:extLst xmlns:a="http://schemas.openxmlformats.org/drawingml/2006/main">
              <a:ext uri="{FF2B5EF4-FFF2-40B4-BE49-F238E27FC236}">
                <a16:creationId xmlns:a16="http://schemas.microsoft.com/office/drawing/2014/main" id="{6FC59268-A2B4-42A0-84E9-AB8684A2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½‖w‖²</a:t>
            </a:r>
          </a:p>
        </p:txBody>
      </p:sp>
      <p:sp>
        <p:nvSpPr>
          <p:cNvPr id="10" name="l06-76">
            <a:extLst xmlns:a="http://schemas.openxmlformats.org/drawingml/2006/main">
              <a:ext uri="{FF2B5EF4-FFF2-40B4-BE49-F238E27FC236}">
                <a16:creationId xmlns:a16="http://schemas.microsoft.com/office/drawing/2014/main" id="{9150DFB9-D9B5-49D0-AF74-F987F21D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807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Уменьшение нормы расширяет полосу.</a:t>
            </a:r>
          </a:p>
        </p:txBody>
      </p:sp>
      <p:sp>
        <p:nvSpPr>
          <p:cNvPr id="11" name="l06-77">
            <a:extLst xmlns:a="http://schemas.openxmlformats.org/drawingml/2006/main">
              <a:ext uri="{FF2B5EF4-FFF2-40B4-BE49-F238E27FC236}">
                <a16:creationId xmlns:a16="http://schemas.microsoft.com/office/drawing/2014/main" id="{AEF17F1D-16B7-4CF2-B302-B29FD6D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 · средняя потеря</a:t>
            </a:r>
          </a:p>
        </p:txBody>
      </p:sp>
      <p:sp>
        <p:nvSpPr>
          <p:cNvPr id="12" name="l06-78">
            <a:extLst xmlns:a="http://schemas.openxmlformats.org/drawingml/2006/main">
              <a:ext uri="{FF2B5EF4-FFF2-40B4-BE49-F238E27FC236}">
                <a16:creationId xmlns:a16="http://schemas.microsoft.com/office/drawing/2014/main" id="{ED4C0A05-4814-4F9F-9707-ECC98A1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81625"/>
            <a:ext cx="8077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Большое C сильнее штрафует нарушения.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Малое C допускает их ради более широкой полосы.</a:t>
            </a:r>
          </a:p>
        </p:txBody>
      </p:sp>
      <p:sp>
        <p:nvSpPr>
          <p:cNvPr id="13" name="l06-79">
            <a:extLst xmlns:a="http://schemas.openxmlformats.org/drawingml/2006/main">
              <a:ext uri="{FF2B5EF4-FFF2-40B4-BE49-F238E27FC236}">
                <a16:creationId xmlns:a16="http://schemas.microsoft.com/office/drawing/2014/main" id="{8518E242-B2A7-4337-B80A-BEEEFBF7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0300"/>
            <a:ext cx="1102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C выбираем по качеству на валидационной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Log loss и hinge loss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80">
            <a:extLst xmlns:a="http://schemas.openxmlformats.org/drawingml/2006/main">
              <a:ext uri="{FF2B5EF4-FFF2-40B4-BE49-F238E27FC236}">
                <a16:creationId xmlns:a16="http://schemas.microsoft.com/office/drawing/2014/main" id="{45DC04AC-1357-4DA3-A687-E6CE56C4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Обе функции зависят от отступа M = s · z.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верном классе M &gt; 0, при ошибке M &lt; 0.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A26D089-8477-4ABD-88FE-803106E7D998}"/>
              </a:ext>
            </a:extLst>
          </p:cNvPr>
          <p:cNvGraphicFramePr/>
          <p:nvPr/>
        </p:nvGraphicFramePr>
        <p:xfrm>
          <a:off xmlns:a="http://schemas.openxmlformats.org/drawingml/2006/main" x="590550" y="3390900"/>
          <a:ext xmlns:a="http://schemas.openxmlformats.org/drawingml/2006/main" cx="6953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a3cef11771455c"/>
          </a:graphicData>
        </a:graphic>
      </p:graphicFrame>
      <p:sp>
        <p:nvSpPr>
          <p:cNvPr id="9" name="l06-81">
            <a:extLst xmlns:a="http://schemas.openxmlformats.org/drawingml/2006/main">
              <a:ext uri="{FF2B5EF4-FFF2-40B4-BE49-F238E27FC236}">
                <a16:creationId xmlns:a16="http://schemas.microsoft.com/office/drawing/2014/main" id="{32281B72-C5B9-48D6-90D4-F8CB9F0D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361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M ≥ 1 hinge loss равна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 уже за краем полосы.</a:t>
            </a:r>
          </a:p>
        </p:txBody>
      </p:sp>
      <p:sp>
        <p:nvSpPr>
          <p:cNvPr id="10" name="l06-82">
            <a:extLst xmlns:a="http://schemas.openxmlformats.org/drawingml/2006/main">
              <a:ext uri="{FF2B5EF4-FFF2-40B4-BE49-F238E27FC236}">
                <a16:creationId xmlns:a16="http://schemas.microsoft.com/office/drawing/2014/main" id="{546C8B08-102A-4436-9269-0E21586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33975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Log loss убывает и дальше: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более уверенный верный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 получает меньшую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потерю.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Когда нужен нелинейный признак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83">
            <a:extLst xmlns:a="http://schemas.openxmlformats.org/drawingml/2006/main">
              <a:ext uri="{FF2B5EF4-FFF2-40B4-BE49-F238E27FC236}">
                <a16:creationId xmlns:a16="http://schemas.microsoft.com/office/drawing/2014/main" id="{1B403FB0-8705-48A4-A63B-A617FA2E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Четыре точки на рисунке нельзя разделить прямой.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Добавим признак u = x₁x₂ и посчитаем его для каждой точки.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011A576-3ABE-44B9-945C-D2B96AAB0931}"/>
              </a:ext>
            </a:extLst>
          </p:cNvPr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1a6878151246c6"/>
          </a:graphicData>
        </a:graphic>
      </p:graphicFrame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13DFB-ACF8-45F1-B854-F2EED19A57E5}"/>
              </a:ext>
            </a:extLst>
          </p:cNvPr>
          <p:cNvGraphicFramePr/>
          <p:nvPr/>
        </p:nvGraphicFramePr>
        <p:xfrm>
          <a:off xmlns:a="http://schemas.openxmlformats.org/drawingml/2006/main" x="6238875" y="3371850"/>
          <a:ext xmlns:a="http://schemas.openxmlformats.org/drawingml/2006/main" cx="5362575" cy="2362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00125"/>
                <a:gridCol w="1000125"/>
                <a:gridCol w="1428750"/>
                <a:gridCol w="1933575"/>
              </a:tblGrid>
              <a:tr h="4724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x₁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x₂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s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u = x₁x₂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724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24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24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l06-84">
            <a:extLst xmlns:a="http://schemas.openxmlformats.org/drawingml/2006/main">
              <a:ext uri="{FF2B5EF4-FFF2-40B4-BE49-F238E27FC236}">
                <a16:creationId xmlns:a16="http://schemas.microsoft.com/office/drawing/2014/main" id="{A61A0E04-B7C8-49EA-996F-33FFACF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95975"/>
            <a:ext cx="53625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новому признаку классы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разделяются порогом u = 0.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Ядро: работа с новыми признаками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85">
            <a:extLst xmlns:a="http://schemas.openxmlformats.org/drawingml/2006/main">
              <a:ext uri="{FF2B5EF4-FFF2-40B4-BE49-F238E27FC236}">
                <a16:creationId xmlns:a16="http://schemas.microsoft.com/office/drawing/2014/main" id="{CE0A9EA8-B94A-48E8-801F-45D0CCA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29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примере получили новый вектор признаков φ(x) = (x₁, x₂, x₁x₂).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SVM можно записать через скалярные произведения таких векторов.</a:t>
            </a:r>
          </a:p>
        </p:txBody>
      </p:sp>
      <p:sp>
        <p:nvSpPr>
          <p:cNvPr id="8" name="l06-86">
            <a:extLst xmlns:a="http://schemas.openxmlformats.org/drawingml/2006/main">
              <a:ext uri="{FF2B5EF4-FFF2-40B4-BE49-F238E27FC236}">
                <a16:creationId xmlns:a16="http://schemas.microsoft.com/office/drawing/2014/main" id="{CE2D873E-A134-4C4D-B822-4E3F1BF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29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Ядро K(x, t) вычисляет это произведение по исходным объектам x и t:</a:t>
            </a:r>
          </a:p>
        </p:txBody>
      </p:sp>
      <p:pic>
        <p:nvPicPr>
          <p:cNvPr id="9" name="" descr="LaTeX: K(x,t)=\varphi(x)^\top\varphi(t)">
            <a:extLst xmlns:a="http://schemas.openxmlformats.org/drawingml/2006/main">
              <a:ext uri="{FF2B5EF4-FFF2-40B4-BE49-F238E27FC236}">
                <a16:creationId xmlns:a16="http://schemas.microsoft.com/office/drawing/2014/main" id="{645F0F7F-0FAC-412B-9BBE-A118CE6CB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484e132994d87">
            <a:extLst>
              <a:ext uri="{96DAC541-7B7A-43D3-8B79-37D633B846F1}">
                <asvg:svgBlip xmlns:asvg="http://schemas.microsoft.com/office/drawing/2016/SVG/main" r:embed="R67d2d0ce273d4e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8963" y="4325938"/>
            <a:ext cx="3413125" cy="444500"/>
          </a:xfrm>
          <a:prstGeom xmlns:a="http://schemas.openxmlformats.org/drawingml/2006/main" prst="rect">
            <a:avLst/>
          </a:prstGeom>
        </p:spPr>
      </p:pic>
      <p:sp>
        <p:nvSpPr>
          <p:cNvPr id="10" name="l06-87">
            <a:extLst xmlns:a="http://schemas.openxmlformats.org/drawingml/2006/main">
              <a:ext uri="{FF2B5EF4-FFF2-40B4-BE49-F238E27FC236}">
                <a16:creationId xmlns:a16="http://schemas.microsoft.com/office/drawing/2014/main" id="{DBF525E3-28BC-4DA1-8E64-2FF1BED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1102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для наших трёх признаков:</a:t>
            </a:r>
          </a:p>
        </p:txBody>
      </p:sp>
      <p:pic>
        <p:nvPicPr>
          <p:cNvPr id="11" name="" descr="LaTeX: K(x,t)=x_1t_1+x_2t_2+(x_1x_2)(t_1t_2)">
            <a:extLst xmlns:a="http://schemas.openxmlformats.org/drawingml/2006/main">
              <a:ext uri="{FF2B5EF4-FFF2-40B4-BE49-F238E27FC236}">
                <a16:creationId xmlns:a16="http://schemas.microsoft.com/office/drawing/2014/main" id="{F510239E-352C-41D1-A85E-D97EC3E5A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e027cc7694d88">
            <a:extLst>
              <a:ext uri="{96DAC541-7B7A-43D3-8B79-37D633B846F1}">
                <asvg:svgBlip xmlns:asvg="http://schemas.microsoft.com/office/drawing/2016/SVG/main" r:embed="R0c8284262f4c40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2344" y="5710238"/>
            <a:ext cx="5186363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l06-88">
            <a:extLst xmlns:a="http://schemas.openxmlformats.org/drawingml/2006/main">
              <a:ext uri="{FF2B5EF4-FFF2-40B4-BE49-F238E27FC236}">
                <a16:creationId xmlns:a16="http://schemas.microsoft.com/office/drawing/2014/main" id="{55C74279-E77E-470C-8CFD-5B5AFA20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2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Можно обучать SVM, не сохраняя все новые признаки явно.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Логистическая регрессия и SVM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7E726-DBDA-4D20-AB06-E10CE61B8F79}"/>
              </a:ext>
            </a:extLst>
          </p:cNvPr>
          <p:cNvGraphicFramePr/>
          <p:nvPr/>
        </p:nvGraphicFramePr>
        <p:xfrm>
          <a:off xmlns:a="http://schemas.openxmlformats.org/drawingml/2006/main" x="590550" y="2533650"/>
          <a:ext xmlns:a="http://schemas.openxmlformats.org/drawingml/2006/main" cx="1102995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295775"/>
                <a:gridCol w="4305300"/>
              </a:tblGrid>
              <a:tr h="5953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Логистическая регрессия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SVM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Обучение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Log loss + регуляризация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Hinge loss + регуляризация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Вероятность p = σ(z)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 z и класс по его знаку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Если нужна вероятность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Проверяем калибровку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Обучаем калибровку скора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l06-89">
            <a:extLst xmlns:a="http://schemas.openxmlformats.org/drawingml/2006/main">
              <a:ext uri="{FF2B5EF4-FFF2-40B4-BE49-F238E27FC236}">
                <a16:creationId xmlns:a16="http://schemas.microsoft.com/office/drawing/2014/main" id="{A5A055C8-40DD-476A-A59A-CB39A2A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1029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SVM масштаб признаков меняет расстояния и положение границы.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Параметры масштабирования оцениваем на обучающей выборке.</a:t>
            </a:r>
          </a:p>
        </p:txBody>
      </p:sp>
      <p:sp>
        <p:nvSpPr>
          <p:cNvPr id="9" name="l06-90">
            <a:extLst xmlns:a="http://schemas.openxmlformats.org/drawingml/2006/main">
              <a:ext uri="{FF2B5EF4-FFF2-40B4-BE49-F238E27FC236}">
                <a16:creationId xmlns:a16="http://schemas.microsoft.com/office/drawing/2014/main" id="{E0363748-DAB7-466D-BD8D-3390213D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2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задаче выбора баннера по p · c нам нужны оценки вероятности клика.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Калибровка на новых данных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Метод опорных векторов</a:t>
            </a:r>
          </a:p>
        </p:txBody>
      </p:sp>
      <p:sp>
        <p:nvSpPr>
          <p:cNvPr id="7" name="l06-91">
            <a:extLst xmlns:a="http://schemas.openxmlformats.org/drawingml/2006/main">
              <a:ext uri="{FF2B5EF4-FFF2-40B4-BE49-F238E27FC236}">
                <a16:creationId xmlns:a16="http://schemas.microsoft.com/office/drawing/2014/main" id="{600451C2-8580-46A9-A57C-5CFB7A9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1029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Выберем 1000 новых показов со средней предсказанной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вероятностью клика 0,1. По модели ожидаем около 100 кликов.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3612D-4FDE-4011-BB01-B6CD4A5B24C2}"/>
              </a:ext>
            </a:extLst>
          </p:cNvPr>
          <p:cNvGraphicFramePr/>
          <p:nvPr/>
        </p:nvGraphicFramePr>
        <p:xfrm>
          <a:off xmlns:a="http://schemas.openxmlformats.org/drawingml/2006/main" x="590550" y="3695700"/>
          <a:ext xmlns:a="http://schemas.openxmlformats.org/drawingml/2006/main" cx="11029950" cy="1743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48500"/>
                <a:gridCol w="3981450"/>
              </a:tblGrid>
              <a:tr h="5810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этой группе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Клики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810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Ожидаем по прогнозам модели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Около 100 из 1000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810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Наблюдаем в данных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60 из 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l06-92">
            <a:extLst xmlns:a="http://schemas.openxmlformats.org/drawingml/2006/main">
              <a:ext uri="{FF2B5EF4-FFF2-40B4-BE49-F238E27FC236}">
                <a16:creationId xmlns:a16="http://schemas.microsoft.com/office/drawing/2014/main" id="{71636087-D920-4D42-9CD6-E128A3A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29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проверки калибровки сравниваем средний прогноз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 долей кликов в разных группах показов.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04-content-242">
            <a:extLst xmlns:a="http://schemas.openxmlformats.org/drawingml/2006/main">
              <a:ext uri="{FF2B5EF4-FFF2-40B4-BE49-F238E27FC236}">
                <a16:creationId xmlns:a16="http://schemas.microsoft.com/office/drawing/2014/main" id="{2E47DFA3-AAF8-497C-9DD6-6855FD3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0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700" b="0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28216196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 логарифма шансов к сигмоиде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</a:t>
            </a:r>
          </a:p>
        </p:txBody>
      </p:sp>
      <p:sp>
        <p:nvSpPr>
          <p:cNvPr id="7" name="l06-93">
            <a:extLst xmlns:a="http://schemas.openxmlformats.org/drawingml/2006/main">
              <a:ext uri="{FF2B5EF4-FFF2-40B4-BE49-F238E27FC236}">
                <a16:creationId xmlns:a16="http://schemas.microsoft.com/office/drawing/2014/main" id="{E4BCF036-2BAB-4718-B8E7-BEFBFB1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Полагаем, что логарифм шансов равен линейному скору z.</a:t>
            </a:r>
          </a:p>
        </p:txBody>
      </p:sp>
      <p:pic>
        <p:nvPicPr>
          <p:cNvPr id="8" name="" descr="LaTeX: \ln\frac{p}{1-p}=z\quad\Longrightarrow\quad\frac{p}{1-p}=e^z">
            <a:extLst xmlns:a="http://schemas.openxmlformats.org/drawingml/2006/main">
              <a:ext uri="{FF2B5EF4-FFF2-40B4-BE49-F238E27FC236}">
                <a16:creationId xmlns:a16="http://schemas.microsoft.com/office/drawing/2014/main" id="{6E3B1083-F2E3-4EB8-BF2E-172EEA2CD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201deac2c432a">
            <a:extLst>
              <a:ext uri="{96DAC541-7B7A-43D3-8B79-37D633B846F1}">
                <asvg:svgBlip xmlns:asvg="http://schemas.microsoft.com/office/drawing/2016/SVG/main" r:embed="Ra71ce7ac400143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18744" y="3250406"/>
            <a:ext cx="4373563" cy="452438"/>
          </a:xfrm>
          <a:prstGeom xmlns:a="http://schemas.openxmlformats.org/drawingml/2006/main" prst="rect">
            <a:avLst/>
          </a:prstGeom>
        </p:spPr>
      </p:pic>
      <p:sp>
        <p:nvSpPr>
          <p:cNvPr id="9" name="l06-94">
            <a:extLst xmlns:a="http://schemas.openxmlformats.org/drawingml/2006/main">
              <a:ext uri="{FF2B5EF4-FFF2-40B4-BE49-F238E27FC236}">
                <a16:creationId xmlns:a16="http://schemas.microsoft.com/office/drawing/2014/main" id="{2C02515B-81FF-44D2-A132-CDB75B53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1029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Умножаем на 1 − p и собираем слагаемые с p:</a:t>
            </a:r>
          </a:p>
        </p:txBody>
      </p:sp>
      <p:pic>
        <p:nvPicPr>
          <p:cNvPr id="10" name="" descr="LaTeX: p=e^z(1-p)\quad\Longrightarrow\quad p(1+e^z)=e^z">
            <a:extLst xmlns:a="http://schemas.openxmlformats.org/drawingml/2006/main">
              <a:ext uri="{FF2B5EF4-FFF2-40B4-BE49-F238E27FC236}">
                <a16:creationId xmlns:a16="http://schemas.microsoft.com/office/drawing/2014/main" id="{68EBA3B6-D94D-4E3A-897C-A7CF1833E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e9383c0c840a0">
            <a:extLst>
              <a:ext uri="{96DAC541-7B7A-43D3-8B79-37D633B846F1}">
                <asvg:svgBlip xmlns:asvg="http://schemas.microsoft.com/office/drawing/2016/SVG/main" r:embed="R926852bbe93741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6619" y="5024438"/>
            <a:ext cx="5357813" cy="342900"/>
          </a:xfrm>
          <a:prstGeom xmlns:a="http://schemas.openxmlformats.org/drawingml/2006/main" prst="rect">
            <a:avLst/>
          </a:prstGeom>
        </p:spPr>
      </p:pic>
      <p:pic>
        <p:nvPicPr>
          <p:cNvPr id="11" name="" descr="LaTeX: p=\frac{e^z}{1+e^z}=\frac{1}{1+e^{-z}}">
            <a:extLst xmlns:a="http://schemas.openxmlformats.org/drawingml/2006/main">
              <a:ext uri="{FF2B5EF4-FFF2-40B4-BE49-F238E27FC236}">
                <a16:creationId xmlns:a16="http://schemas.microsoft.com/office/drawing/2014/main" id="{5E7E3FF8-A9EF-4F09-8A63-8D5262D51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26350c40644ea">
            <a:extLst>
              <a:ext uri="{96DAC541-7B7A-43D3-8B79-37D633B846F1}">
                <asvg:svgBlip xmlns:asvg="http://schemas.microsoft.com/office/drawing/2016/SVG/main" r:embed="Rc7c3bf7fc26d43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32338" y="6011863"/>
            <a:ext cx="2746375" cy="49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buNone/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и логрег</a:t>
            </a:r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>
              <a:buNone/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Вывод производной p − y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</a:t>
            </a:r>
          </a:p>
        </p:txBody>
      </p:sp>
      <p:pic>
        <p:nvPicPr>
          <p:cNvPr id="7" name="" descr="LaTeX: \frac{dL}{dp}=-\frac{y}{p}+\frac{1-y}{1-p}=\frac{p-y}{p(1-p)}">
            <a:extLst xmlns:a="http://schemas.openxmlformats.org/drawingml/2006/main">
              <a:ext uri="{FF2B5EF4-FFF2-40B4-BE49-F238E27FC236}">
                <a16:creationId xmlns:a16="http://schemas.microsoft.com/office/drawing/2014/main" id="{32736686-E029-4E79-87FC-A6EECF2A6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9944f63044330">
            <a:extLst>
              <a:ext uri="{96DAC541-7B7A-43D3-8B79-37D633B846F1}">
                <asvg:svgBlip xmlns:asvg="http://schemas.microsoft.com/office/drawing/2016/SVG/main" r:embed="R7f4f605503ee46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03316" y="2621359"/>
            <a:ext cx="3604419" cy="558006"/>
          </a:xfrm>
          <a:prstGeom xmlns:a="http://schemas.openxmlformats.org/drawingml/2006/main" prst="rect">
            <a:avLst/>
          </a:prstGeom>
        </p:spPr>
      </p:pic>
      <p:pic>
        <p:nvPicPr>
          <p:cNvPr id="8" name="" descr="LaTeX: \frac{dp}{dz}=p(1-p),\qquad\frac{dL}{dz}=\frac{dL}{dp}\frac{dp}{dz}=p-y">
            <a:extLst xmlns:a="http://schemas.openxmlformats.org/drawingml/2006/main">
              <a:ext uri="{FF2B5EF4-FFF2-40B4-BE49-F238E27FC236}">
                <a16:creationId xmlns:a16="http://schemas.microsoft.com/office/drawing/2014/main" id="{A1FD1FA0-81FC-4C6B-A594-4373C8FC0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1cb4e46f3458e">
            <a:extLst>
              <a:ext uri="{96DAC541-7B7A-43D3-8B79-37D633B846F1}">
                <asvg:svgBlip xmlns:asvg="http://schemas.microsoft.com/office/drawing/2016/SVG/main" r:embed="R432e76d5393342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18284" y="4145756"/>
            <a:ext cx="5374481" cy="528638"/>
          </a:xfrm>
          <a:prstGeom xmlns:a="http://schemas.openxmlformats.org/drawingml/2006/main" prst="rect">
            <a:avLst/>
          </a:prstGeom>
        </p:spPr>
      </p:pic>
      <p:sp>
        <p:nvSpPr>
          <p:cNvPr id="9" name="l06-95">
            <a:extLst xmlns:a="http://schemas.openxmlformats.org/drawingml/2006/main">
              <a:ext uri="{FF2B5EF4-FFF2-40B4-BE49-F238E27FC236}">
                <a16:creationId xmlns:a16="http://schemas.microsoft.com/office/drawing/2014/main" id="{CB4BFF5C-03EC-485E-93B8-777DF0C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квадрата ошибки остаётся дополнительный множитель p(1 − p).</a:t>
            </a:r>
          </a:p>
        </p:txBody>
      </p:sp>
      <p:pic>
        <p:nvPicPr>
          <p:cNvPr id="10" name="" descr="LaTeX: \frac{d}{dz}(p-y)^2=2(p-y)p(1-p)">
            <a:extLst xmlns:a="http://schemas.openxmlformats.org/drawingml/2006/main">
              <a:ext uri="{FF2B5EF4-FFF2-40B4-BE49-F238E27FC236}">
                <a16:creationId xmlns:a16="http://schemas.microsoft.com/office/drawing/2014/main" id="{F9FE1106-8F8B-4172-8779-3A357210F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f479eefc44361">
            <a:extLst>
              <a:ext uri="{96DAC541-7B7A-43D3-8B79-37D633B846F1}">
                <asvg:svgBlip xmlns:asvg="http://schemas.microsoft.com/office/drawing/2016/SVG/main" r:embed="R4a3b76b1c89542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39580" y="6096992"/>
            <a:ext cx="4331891" cy="455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671"/>
      </p:ext>
    </p:extLst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2026-10-14T13:54:13.6890000Z</dcterms:created>
  <dcterms:modified xsi:type="dcterms:W3CDTF">2026-10-14T13:54:13.6890000Z</dcterms:modified>
</coreProperties>
</file>