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oma/ppt/slides/charts/chart1.xml" ContentType="application/vnd.openxmlformats-officedocument.drawingml.chart+xml"/>
  <Override PartName="/ppt/roma/ppt/slides/charts/chart2.xml" ContentType="application/vnd.openxmlformats-officedocument.drawingml.chart+xml"/>
  <Override PartName="/ppt/roma/ppt/slides/charts/chart3.xml" ContentType="application/vnd.openxmlformats-officedocument.drawingml.chart+xml"/>
  <Override PartName="/ppt/roma/ppt/slides/charts/chart4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  <p:sldId id="268" r:id="rId14"/>
    <p:sldId id="269" r:id="rId15"/>
    <p:sldId id="270" r:id="rId16"/>
    <p:sldId id="271" r:id="rId17"/>
    <p:sldId id="272" r:id="rId18"/>
    <p:sldId id="274" r:id="rId20"/>
    <p:sldId id="275" r:id="rId21"/>
    <p:sldId id="276" r:id="rId22"/>
    <p:sldId id="277" r:id="rId23"/>
    <p:sldId id="278" r:id="rId24"/>
    <p:sldId id="279" r:id="rId25"/>
    <p:sldId id="281" r:id="rId27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7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6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η = 0,2</c:v>
          </c:tx>
          <c:spPr>
            <a:ln w="28575">
              <a:solidFill>
                <a:srgbClr val="102D69"/>
              </a:solidFill>
            </a:ln>
          </c:spPr>
          <c:marker>
            <c:symbol val="circle"/>
            <c:size val="7"/>
            <c:spPr>
              <a:solidFill>
                <a:srgbClr val="102D69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2</c:v>
                </c:pt>
                <c:pt idx="1">
                  <c:v>1.6</c:v>
                </c:pt>
                <c:pt idx="2">
                  <c:v>1.28</c:v>
                </c:pt>
                <c:pt idx="3">
                  <c:v>1.024</c:v>
                </c:pt>
                <c:pt idx="4">
                  <c:v>0.8192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002-0548-BCB1-4B16B85D2335}"/>
            </c:ext>
          </c:extLst>
        </c:ser>
        <c:ser>
          <c:idx val="1"/>
          <c:order val="1"/>
          <c:tx>
            <c:v>η = 0,8</c:v>
          </c:tx>
          <c:spPr>
            <a:ln w="28575">
              <a:solidFill>
                <a:srgbClr val="2F8B64"/>
              </a:solidFill>
            </a:ln>
          </c:spPr>
          <c:marker>
            <c:symbol val="circle"/>
            <c:size val="7"/>
            <c:spPr>
              <a:solidFill>
                <a:srgbClr val="2F8B64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2</c:v>
                </c:pt>
                <c:pt idx="1">
                  <c:v>0.4</c:v>
                </c:pt>
                <c:pt idx="2">
                  <c:v>0.08</c:v>
                </c:pt>
                <c:pt idx="3">
                  <c:v>0.016</c:v>
                </c:pt>
                <c:pt idx="4">
                  <c:v>0.0032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02-0548-BCB1-4B16B85D2335}"/>
            </c:ext>
          </c:extLst>
        </c:ser>
        <c:ser>
          <c:idx val="2"/>
          <c:order val="2"/>
          <c:tx>
            <c:v>η = 2,2</c:v>
          </c:tx>
          <c:spPr>
            <a:ln w="28575">
              <a:solidFill>
                <a:srgbClr val="EB681F"/>
              </a:solidFill>
            </a:ln>
          </c:spPr>
          <c:marker>
            <c:symbol val="circle"/>
            <c:size val="7"/>
            <c:spPr>
              <a:solidFill>
                <a:srgbClr val="EB681F"/>
              </a:solidFill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2</c:v>
                </c:pt>
                <c:pt idx="1">
                  <c:v>-2.4</c:v>
                </c:pt>
                <c:pt idx="2">
                  <c:v>2.88</c:v>
                </c:pt>
                <c:pt idx="3">
                  <c:v>-3.456</c:v>
                </c:pt>
                <c:pt idx="4">
                  <c:v>4.1472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002-0548-BCB1-4B16B85D23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-6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Номер шага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Data'!$A$2:$A$98</c:f>
              <c:numCache>
                <c:formatCode>General</c:formatCode>
                <c:ptCount val="97"/>
                <c:pt idx="0">
                  <c:v>0.63245553</c:v>
                </c:pt>
                <c:pt idx="1">
                  <c:v>0.6311014</c:v>
                </c:pt>
                <c:pt idx="2">
                  <c:v>0.62704479</c:v>
                </c:pt>
                <c:pt idx="3">
                  <c:v>0.62030308</c:v>
                </c:pt>
                <c:pt idx="4">
                  <c:v>0.61090513</c:v>
                </c:pt>
                <c:pt idx="5">
                  <c:v>0.5988912</c:v>
                </c:pt>
                <c:pt idx="6">
                  <c:v>0.58431272</c:v>
                </c:pt>
                <c:pt idx="7">
                  <c:v>0.56723213</c:v>
                </c:pt>
                <c:pt idx="8">
                  <c:v>0.54772256</c:v>
                </c:pt>
                <c:pt idx="9">
                  <c:v>0.52586756</c:v>
                </c:pt>
                <c:pt idx="10">
                  <c:v>0.50176071</c:v>
                </c:pt>
                <c:pt idx="11">
                  <c:v>0.47550525</c:v>
                </c:pt>
                <c:pt idx="12">
                  <c:v>0.4472136</c:v>
                </c:pt>
                <c:pt idx="13">
                  <c:v>0.41700691</c:v>
                </c:pt>
                <c:pt idx="14">
                  <c:v>0.38501453</c:v>
                </c:pt>
                <c:pt idx="15">
                  <c:v>0.35137347</c:v>
                </c:pt>
                <c:pt idx="16">
                  <c:v>0.31622777</c:v>
                </c:pt>
                <c:pt idx="17">
                  <c:v>0.27972793</c:v>
                </c:pt>
                <c:pt idx="18">
                  <c:v>0.24203025</c:v>
                </c:pt>
                <c:pt idx="19">
                  <c:v>0.20329617</c:v>
                </c:pt>
                <c:pt idx="20">
                  <c:v>0.16369154</c:v>
                </c:pt>
                <c:pt idx="21">
                  <c:v>0.12338595</c:v>
                </c:pt>
                <c:pt idx="22">
                  <c:v>0.08255201</c:v>
                </c:pt>
                <c:pt idx="23">
                  <c:v>0.04136457</c:v>
                </c:pt>
                <c:pt idx="24">
                  <c:v>0</c:v>
                </c:pt>
                <c:pt idx="25">
                  <c:v>-0.04136457</c:v>
                </c:pt>
                <c:pt idx="26">
                  <c:v>-0.08255201</c:v>
                </c:pt>
                <c:pt idx="27">
                  <c:v>-0.12338595</c:v>
                </c:pt>
                <c:pt idx="28">
                  <c:v>-0.16369154</c:v>
                </c:pt>
                <c:pt idx="29">
                  <c:v>-0.20329617</c:v>
                </c:pt>
                <c:pt idx="30">
                  <c:v>-0.24203025</c:v>
                </c:pt>
                <c:pt idx="31">
                  <c:v>-0.27972793</c:v>
                </c:pt>
                <c:pt idx="32">
                  <c:v>-0.31622777</c:v>
                </c:pt>
                <c:pt idx="33">
                  <c:v>-0.35137347</c:v>
                </c:pt>
                <c:pt idx="34">
                  <c:v>-0.38501453</c:v>
                </c:pt>
                <c:pt idx="35">
                  <c:v>-0.41700691</c:v>
                </c:pt>
                <c:pt idx="36">
                  <c:v>-0.4472136</c:v>
                </c:pt>
                <c:pt idx="37">
                  <c:v>-0.47550525</c:v>
                </c:pt>
                <c:pt idx="38">
                  <c:v>-0.50176071</c:v>
                </c:pt>
                <c:pt idx="39">
                  <c:v>-0.52586756</c:v>
                </c:pt>
                <c:pt idx="40">
                  <c:v>-0.54772256</c:v>
                </c:pt>
                <c:pt idx="41">
                  <c:v>-0.56723213</c:v>
                </c:pt>
                <c:pt idx="42">
                  <c:v>-0.58431272</c:v>
                </c:pt>
                <c:pt idx="43">
                  <c:v>-0.5988912</c:v>
                </c:pt>
                <c:pt idx="44">
                  <c:v>-0.61090513</c:v>
                </c:pt>
                <c:pt idx="45">
                  <c:v>-0.62030308</c:v>
                </c:pt>
                <c:pt idx="46">
                  <c:v>-0.62704479</c:v>
                </c:pt>
                <c:pt idx="47">
                  <c:v>-0.6311014</c:v>
                </c:pt>
                <c:pt idx="48">
                  <c:v>-0.63245553</c:v>
                </c:pt>
                <c:pt idx="49">
                  <c:v>-0.6311014</c:v>
                </c:pt>
                <c:pt idx="50">
                  <c:v>-0.62704479</c:v>
                </c:pt>
                <c:pt idx="51">
                  <c:v>-0.62030308</c:v>
                </c:pt>
                <c:pt idx="52">
                  <c:v>-0.61090513</c:v>
                </c:pt>
                <c:pt idx="53">
                  <c:v>-0.5988912</c:v>
                </c:pt>
                <c:pt idx="54">
                  <c:v>-0.58431272</c:v>
                </c:pt>
                <c:pt idx="55">
                  <c:v>-0.56723213</c:v>
                </c:pt>
                <c:pt idx="56">
                  <c:v>-0.54772256</c:v>
                </c:pt>
                <c:pt idx="57">
                  <c:v>-0.52586756</c:v>
                </c:pt>
                <c:pt idx="58">
                  <c:v>-0.50176071</c:v>
                </c:pt>
                <c:pt idx="59">
                  <c:v>-0.47550525</c:v>
                </c:pt>
                <c:pt idx="60">
                  <c:v>-0.4472136</c:v>
                </c:pt>
                <c:pt idx="61">
                  <c:v>-0.41700691</c:v>
                </c:pt>
                <c:pt idx="62">
                  <c:v>-0.38501453</c:v>
                </c:pt>
                <c:pt idx="63">
                  <c:v>-0.35137347</c:v>
                </c:pt>
                <c:pt idx="64">
                  <c:v>-0.31622777</c:v>
                </c:pt>
                <c:pt idx="65">
                  <c:v>-0.27972793</c:v>
                </c:pt>
                <c:pt idx="66">
                  <c:v>-0.24203025</c:v>
                </c:pt>
                <c:pt idx="67">
                  <c:v>-0.20329617</c:v>
                </c:pt>
                <c:pt idx="68">
                  <c:v>-0.16369154</c:v>
                </c:pt>
                <c:pt idx="69">
                  <c:v>-0.12338595</c:v>
                </c:pt>
                <c:pt idx="70">
                  <c:v>-0.08255201</c:v>
                </c:pt>
                <c:pt idx="71">
                  <c:v>-0.04136457</c:v>
                </c:pt>
                <c:pt idx="72">
                  <c:v>-0</c:v>
                </c:pt>
                <c:pt idx="73">
                  <c:v>0.04136457</c:v>
                </c:pt>
                <c:pt idx="74">
                  <c:v>0.08255201</c:v>
                </c:pt>
                <c:pt idx="75">
                  <c:v>0.12338595</c:v>
                </c:pt>
                <c:pt idx="76">
                  <c:v>0.16369154</c:v>
                </c:pt>
                <c:pt idx="77">
                  <c:v>0.20329617</c:v>
                </c:pt>
                <c:pt idx="78">
                  <c:v>0.24203025</c:v>
                </c:pt>
                <c:pt idx="79">
                  <c:v>0.27972793</c:v>
                </c:pt>
                <c:pt idx="80">
                  <c:v>0.31622777</c:v>
                </c:pt>
                <c:pt idx="81">
                  <c:v>0.35137347</c:v>
                </c:pt>
                <c:pt idx="82">
                  <c:v>0.38501453</c:v>
                </c:pt>
                <c:pt idx="83">
                  <c:v>0.41700691</c:v>
                </c:pt>
                <c:pt idx="84">
                  <c:v>0.4472136</c:v>
                </c:pt>
                <c:pt idx="85">
                  <c:v>0.47550525</c:v>
                </c:pt>
                <c:pt idx="86">
                  <c:v>0.50176071</c:v>
                </c:pt>
                <c:pt idx="87">
                  <c:v>0.52586756</c:v>
                </c:pt>
                <c:pt idx="88">
                  <c:v>0.54772256</c:v>
                </c:pt>
                <c:pt idx="89">
                  <c:v>0.56723213</c:v>
                </c:pt>
                <c:pt idx="90">
                  <c:v>0.58431272</c:v>
                </c:pt>
                <c:pt idx="91">
                  <c:v>0.5988912</c:v>
                </c:pt>
                <c:pt idx="92">
                  <c:v>0.61090513</c:v>
                </c:pt>
                <c:pt idx="93">
                  <c:v>0.62030308</c:v>
                </c:pt>
                <c:pt idx="94">
                  <c:v>0.62704479</c:v>
                </c:pt>
                <c:pt idx="95">
                  <c:v>0.6311014</c:v>
                </c:pt>
                <c:pt idx="96">
                  <c:v>0.63245553</c:v>
                </c:pt>
              </c:numCache>
            </c:numRef>
          </c:xVal>
          <c:yVal>
            <c:numRef>
              <c:f>'Chart Data'!$B$2:$B$98</c:f>
              <c:numCache>
                <c:formatCode>0</c:formatCode>
                <c:ptCount val="97"/>
                <c:pt idx="0">
                  <c:v>0</c:v>
                </c:pt>
                <c:pt idx="1">
                  <c:v>0.01308063</c:v>
                </c:pt>
                <c:pt idx="2">
                  <c:v>0.02610524</c:v>
                </c:pt>
                <c:pt idx="3">
                  <c:v>0.03901806</c:v>
                </c:pt>
                <c:pt idx="4">
                  <c:v>0.05176381</c:v>
                </c:pt>
                <c:pt idx="5">
                  <c:v>0.06428789</c:v>
                </c:pt>
                <c:pt idx="6">
                  <c:v>0.07653669</c:v>
                </c:pt>
                <c:pt idx="7">
                  <c:v>0.08845774</c:v>
                </c:pt>
                <c:pt idx="8">
                  <c:v>0.1</c:v>
                </c:pt>
                <c:pt idx="9">
                  <c:v>0.11111405</c:v>
                </c:pt>
                <c:pt idx="10">
                  <c:v>0.12175229</c:v>
                </c:pt>
                <c:pt idx="11">
                  <c:v>0.13186916</c:v>
                </c:pt>
                <c:pt idx="12">
                  <c:v>0.14142136</c:v>
                </c:pt>
                <c:pt idx="13">
                  <c:v>0.15036796</c:v>
                </c:pt>
                <c:pt idx="14">
                  <c:v>0.15867067</c:v>
                </c:pt>
                <c:pt idx="15">
                  <c:v>0.16629392</c:v>
                </c:pt>
                <c:pt idx="16">
                  <c:v>0.17320508</c:v>
                </c:pt>
                <c:pt idx="17">
                  <c:v>0.17937455</c:v>
                </c:pt>
                <c:pt idx="18">
                  <c:v>0.18477591</c:v>
                </c:pt>
                <c:pt idx="19">
                  <c:v>0.18938603</c:v>
                </c:pt>
                <c:pt idx="20">
                  <c:v>0.19318517</c:v>
                </c:pt>
                <c:pt idx="21">
                  <c:v>0.19615706</c:v>
                </c:pt>
                <c:pt idx="22">
                  <c:v>0.19828897</c:v>
                </c:pt>
                <c:pt idx="23">
                  <c:v>0.19957178</c:v>
                </c:pt>
                <c:pt idx="24">
                  <c:v>0.2</c:v>
                </c:pt>
                <c:pt idx="25">
                  <c:v>0.19957178</c:v>
                </c:pt>
                <c:pt idx="26">
                  <c:v>0.19828897</c:v>
                </c:pt>
                <c:pt idx="27">
                  <c:v>0.19615706</c:v>
                </c:pt>
                <c:pt idx="28">
                  <c:v>0.19318517</c:v>
                </c:pt>
                <c:pt idx="29">
                  <c:v>0.18938603</c:v>
                </c:pt>
                <c:pt idx="30">
                  <c:v>0.18477591</c:v>
                </c:pt>
                <c:pt idx="31">
                  <c:v>0.17937455</c:v>
                </c:pt>
                <c:pt idx="32">
                  <c:v>0.17320508</c:v>
                </c:pt>
                <c:pt idx="33">
                  <c:v>0.16629392</c:v>
                </c:pt>
                <c:pt idx="34">
                  <c:v>0.15867067</c:v>
                </c:pt>
                <c:pt idx="35">
                  <c:v>0.15036796</c:v>
                </c:pt>
                <c:pt idx="36">
                  <c:v>0.14142136</c:v>
                </c:pt>
                <c:pt idx="37">
                  <c:v>0.13186916</c:v>
                </c:pt>
                <c:pt idx="38">
                  <c:v>0.12175229</c:v>
                </c:pt>
                <c:pt idx="39">
                  <c:v>0.11111405</c:v>
                </c:pt>
                <c:pt idx="40">
                  <c:v>0.1</c:v>
                </c:pt>
                <c:pt idx="41">
                  <c:v>0.08845774</c:v>
                </c:pt>
                <c:pt idx="42">
                  <c:v>0.07653669</c:v>
                </c:pt>
                <c:pt idx="43">
                  <c:v>0.06428789</c:v>
                </c:pt>
                <c:pt idx="44">
                  <c:v>0.05176381</c:v>
                </c:pt>
                <c:pt idx="45">
                  <c:v>0.03901806</c:v>
                </c:pt>
                <c:pt idx="46">
                  <c:v>0.02610524</c:v>
                </c:pt>
                <c:pt idx="47">
                  <c:v>0.01308063</c:v>
                </c:pt>
                <c:pt idx="48">
                  <c:v>0</c:v>
                </c:pt>
                <c:pt idx="49">
                  <c:v>-0.01308063</c:v>
                </c:pt>
                <c:pt idx="50">
                  <c:v>-0.02610524</c:v>
                </c:pt>
                <c:pt idx="51">
                  <c:v>-0.03901806</c:v>
                </c:pt>
                <c:pt idx="52">
                  <c:v>-0.05176381</c:v>
                </c:pt>
                <c:pt idx="53">
                  <c:v>-0.06428789</c:v>
                </c:pt>
                <c:pt idx="54">
                  <c:v>-0.07653669</c:v>
                </c:pt>
                <c:pt idx="55">
                  <c:v>-0.08845774</c:v>
                </c:pt>
                <c:pt idx="56">
                  <c:v>-0.1</c:v>
                </c:pt>
                <c:pt idx="57">
                  <c:v>-0.11111405</c:v>
                </c:pt>
                <c:pt idx="58">
                  <c:v>-0.12175229</c:v>
                </c:pt>
                <c:pt idx="59">
                  <c:v>-0.13186916</c:v>
                </c:pt>
                <c:pt idx="60">
                  <c:v>-0.14142136</c:v>
                </c:pt>
                <c:pt idx="61">
                  <c:v>-0.15036796</c:v>
                </c:pt>
                <c:pt idx="62">
                  <c:v>-0.15867067</c:v>
                </c:pt>
                <c:pt idx="63">
                  <c:v>-0.16629392</c:v>
                </c:pt>
                <c:pt idx="64">
                  <c:v>-0.17320508</c:v>
                </c:pt>
                <c:pt idx="65">
                  <c:v>-0.17937455</c:v>
                </c:pt>
                <c:pt idx="66">
                  <c:v>-0.18477591</c:v>
                </c:pt>
                <c:pt idx="67">
                  <c:v>-0.18938603</c:v>
                </c:pt>
                <c:pt idx="68">
                  <c:v>-0.19318517</c:v>
                </c:pt>
                <c:pt idx="69">
                  <c:v>-0.19615706</c:v>
                </c:pt>
                <c:pt idx="70">
                  <c:v>-0.19828897</c:v>
                </c:pt>
                <c:pt idx="71">
                  <c:v>-0.19957178</c:v>
                </c:pt>
                <c:pt idx="72">
                  <c:v>-0.2</c:v>
                </c:pt>
                <c:pt idx="73">
                  <c:v>-0.19957178</c:v>
                </c:pt>
                <c:pt idx="74">
                  <c:v>-0.19828897</c:v>
                </c:pt>
                <c:pt idx="75">
                  <c:v>-0.19615706</c:v>
                </c:pt>
                <c:pt idx="76">
                  <c:v>-0.19318517</c:v>
                </c:pt>
                <c:pt idx="77">
                  <c:v>-0.18938603</c:v>
                </c:pt>
                <c:pt idx="78">
                  <c:v>-0.18477591</c:v>
                </c:pt>
                <c:pt idx="79">
                  <c:v>-0.17937455</c:v>
                </c:pt>
                <c:pt idx="80">
                  <c:v>-0.17320508</c:v>
                </c:pt>
                <c:pt idx="81">
                  <c:v>-0.16629392</c:v>
                </c:pt>
                <c:pt idx="82">
                  <c:v>-0.15867067</c:v>
                </c:pt>
                <c:pt idx="83">
                  <c:v>-0.15036796</c:v>
                </c:pt>
                <c:pt idx="84">
                  <c:v>-0.14142136</c:v>
                </c:pt>
                <c:pt idx="85">
                  <c:v>-0.13186916</c:v>
                </c:pt>
                <c:pt idx="86">
                  <c:v>-0.12175229</c:v>
                </c:pt>
                <c:pt idx="87">
                  <c:v>-0.11111405</c:v>
                </c:pt>
                <c:pt idx="88">
                  <c:v>-0.1</c:v>
                </c:pt>
                <c:pt idx="89">
                  <c:v>-0.08845774</c:v>
                </c:pt>
                <c:pt idx="90">
                  <c:v>-0.07653669</c:v>
                </c:pt>
                <c:pt idx="91">
                  <c:v>-0.06428789</c:v>
                </c:pt>
                <c:pt idx="92">
                  <c:v>-0.05176381</c:v>
                </c:pt>
                <c:pt idx="93">
                  <c:v>-0.03901806</c:v>
                </c:pt>
                <c:pt idx="94">
                  <c:v>-0.02610524</c:v>
                </c:pt>
                <c:pt idx="95">
                  <c:v>-0.01308063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00C-4844-AA57-B53530255AA1}"/>
            </c:ext>
          </c:extLst>
        </c:ser>
        <c:ser>
          <c:idx val="1"/>
          <c:order val="1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Data'!$C$2:$C$98</c:f>
              <c:numCache>
                <c:formatCode>General</c:formatCode>
                <c:ptCount val="97"/>
                <c:pt idx="0">
                  <c:v>1</c:v>
                </c:pt>
                <c:pt idx="1">
                  <c:v>0.99785892</c:v>
                </c:pt>
                <c:pt idx="2">
                  <c:v>0.99144486</c:v>
                </c:pt>
                <c:pt idx="3">
                  <c:v>0.98078528</c:v>
                </c:pt>
                <c:pt idx="4">
                  <c:v>0.96592583</c:v>
                </c:pt>
                <c:pt idx="5">
                  <c:v>0.94693013</c:v>
                </c:pt>
                <c:pt idx="6">
                  <c:v>0.92387953</c:v>
                </c:pt>
                <c:pt idx="7">
                  <c:v>0.89687274</c:v>
                </c:pt>
                <c:pt idx="8">
                  <c:v>0.8660254</c:v>
                </c:pt>
                <c:pt idx="9">
                  <c:v>0.83146961</c:v>
                </c:pt>
                <c:pt idx="10">
                  <c:v>0.79335334</c:v>
                </c:pt>
                <c:pt idx="11">
                  <c:v>0.75183981</c:v>
                </c:pt>
                <c:pt idx="12">
                  <c:v>0.70710678</c:v>
                </c:pt>
                <c:pt idx="13">
                  <c:v>0.65934582</c:v>
                </c:pt>
                <c:pt idx="14">
                  <c:v>0.60876143</c:v>
                </c:pt>
                <c:pt idx="15">
                  <c:v>0.55557023</c:v>
                </c:pt>
                <c:pt idx="16">
                  <c:v>0.5</c:v>
                </c:pt>
                <c:pt idx="17">
                  <c:v>0.44228869</c:v>
                </c:pt>
                <c:pt idx="18">
                  <c:v>0.38268343</c:v>
                </c:pt>
                <c:pt idx="19">
                  <c:v>0.32143947</c:v>
                </c:pt>
                <c:pt idx="20">
                  <c:v>0.25881905</c:v>
                </c:pt>
                <c:pt idx="21">
                  <c:v>0.19509032</c:v>
                </c:pt>
                <c:pt idx="22">
                  <c:v>0.13052619</c:v>
                </c:pt>
                <c:pt idx="23">
                  <c:v>0.06540313</c:v>
                </c:pt>
                <c:pt idx="24">
                  <c:v>0</c:v>
                </c:pt>
                <c:pt idx="25">
                  <c:v>-0.06540313</c:v>
                </c:pt>
                <c:pt idx="26">
                  <c:v>-0.13052619</c:v>
                </c:pt>
                <c:pt idx="27">
                  <c:v>-0.19509032</c:v>
                </c:pt>
                <c:pt idx="28">
                  <c:v>-0.25881905</c:v>
                </c:pt>
                <c:pt idx="29">
                  <c:v>-0.32143947</c:v>
                </c:pt>
                <c:pt idx="30">
                  <c:v>-0.38268343</c:v>
                </c:pt>
                <c:pt idx="31">
                  <c:v>-0.44228869</c:v>
                </c:pt>
                <c:pt idx="32">
                  <c:v>-0.5</c:v>
                </c:pt>
                <c:pt idx="33">
                  <c:v>-0.55557023</c:v>
                </c:pt>
                <c:pt idx="34">
                  <c:v>-0.60876143</c:v>
                </c:pt>
                <c:pt idx="35">
                  <c:v>-0.65934582</c:v>
                </c:pt>
                <c:pt idx="36">
                  <c:v>-0.70710678</c:v>
                </c:pt>
                <c:pt idx="37">
                  <c:v>-0.75183981</c:v>
                </c:pt>
                <c:pt idx="38">
                  <c:v>-0.79335334</c:v>
                </c:pt>
                <c:pt idx="39">
                  <c:v>-0.83146961</c:v>
                </c:pt>
                <c:pt idx="40">
                  <c:v>-0.8660254</c:v>
                </c:pt>
                <c:pt idx="41">
                  <c:v>-0.89687274</c:v>
                </c:pt>
                <c:pt idx="42">
                  <c:v>-0.92387953</c:v>
                </c:pt>
                <c:pt idx="43">
                  <c:v>-0.94693013</c:v>
                </c:pt>
                <c:pt idx="44">
                  <c:v>-0.96592583</c:v>
                </c:pt>
                <c:pt idx="45">
                  <c:v>-0.98078528</c:v>
                </c:pt>
                <c:pt idx="46">
                  <c:v>-0.99144486</c:v>
                </c:pt>
                <c:pt idx="47">
                  <c:v>-0.99785892</c:v>
                </c:pt>
                <c:pt idx="48">
                  <c:v>-1</c:v>
                </c:pt>
                <c:pt idx="49">
                  <c:v>-0.99785892</c:v>
                </c:pt>
                <c:pt idx="50">
                  <c:v>-0.99144486</c:v>
                </c:pt>
                <c:pt idx="51">
                  <c:v>-0.98078528</c:v>
                </c:pt>
                <c:pt idx="52">
                  <c:v>-0.96592583</c:v>
                </c:pt>
                <c:pt idx="53">
                  <c:v>-0.94693013</c:v>
                </c:pt>
                <c:pt idx="54">
                  <c:v>-0.92387953</c:v>
                </c:pt>
                <c:pt idx="55">
                  <c:v>-0.89687274</c:v>
                </c:pt>
                <c:pt idx="56">
                  <c:v>-0.8660254</c:v>
                </c:pt>
                <c:pt idx="57">
                  <c:v>-0.83146961</c:v>
                </c:pt>
                <c:pt idx="58">
                  <c:v>-0.79335334</c:v>
                </c:pt>
                <c:pt idx="59">
                  <c:v>-0.75183981</c:v>
                </c:pt>
                <c:pt idx="60">
                  <c:v>-0.70710678</c:v>
                </c:pt>
                <c:pt idx="61">
                  <c:v>-0.65934582</c:v>
                </c:pt>
                <c:pt idx="62">
                  <c:v>-0.60876143</c:v>
                </c:pt>
                <c:pt idx="63">
                  <c:v>-0.55557023</c:v>
                </c:pt>
                <c:pt idx="64">
                  <c:v>-0.5</c:v>
                </c:pt>
                <c:pt idx="65">
                  <c:v>-0.44228869</c:v>
                </c:pt>
                <c:pt idx="66">
                  <c:v>-0.38268343</c:v>
                </c:pt>
                <c:pt idx="67">
                  <c:v>-0.32143947</c:v>
                </c:pt>
                <c:pt idx="68">
                  <c:v>-0.25881905</c:v>
                </c:pt>
                <c:pt idx="69">
                  <c:v>-0.19509032</c:v>
                </c:pt>
                <c:pt idx="70">
                  <c:v>-0.13052619</c:v>
                </c:pt>
                <c:pt idx="71">
                  <c:v>-0.06540313</c:v>
                </c:pt>
                <c:pt idx="72">
                  <c:v>-0</c:v>
                </c:pt>
                <c:pt idx="73">
                  <c:v>0.06540313</c:v>
                </c:pt>
                <c:pt idx="74">
                  <c:v>0.13052619</c:v>
                </c:pt>
                <c:pt idx="75">
                  <c:v>0.19509032</c:v>
                </c:pt>
                <c:pt idx="76">
                  <c:v>0.25881905</c:v>
                </c:pt>
                <c:pt idx="77">
                  <c:v>0.32143947</c:v>
                </c:pt>
                <c:pt idx="78">
                  <c:v>0.38268343</c:v>
                </c:pt>
                <c:pt idx="79">
                  <c:v>0.44228869</c:v>
                </c:pt>
                <c:pt idx="80">
                  <c:v>0.5</c:v>
                </c:pt>
                <c:pt idx="81">
                  <c:v>0.55557023</c:v>
                </c:pt>
                <c:pt idx="82">
                  <c:v>0.60876143</c:v>
                </c:pt>
                <c:pt idx="83">
                  <c:v>0.65934582</c:v>
                </c:pt>
                <c:pt idx="84">
                  <c:v>0.70710678</c:v>
                </c:pt>
                <c:pt idx="85">
                  <c:v>0.75183981</c:v>
                </c:pt>
                <c:pt idx="86">
                  <c:v>0.79335334</c:v>
                </c:pt>
                <c:pt idx="87">
                  <c:v>0.83146961</c:v>
                </c:pt>
                <c:pt idx="88">
                  <c:v>0.8660254</c:v>
                </c:pt>
                <c:pt idx="89">
                  <c:v>0.89687274</c:v>
                </c:pt>
                <c:pt idx="90">
                  <c:v>0.92387953</c:v>
                </c:pt>
                <c:pt idx="91">
                  <c:v>0.94693013</c:v>
                </c:pt>
                <c:pt idx="92">
                  <c:v>0.96592583</c:v>
                </c:pt>
                <c:pt idx="93">
                  <c:v>0.98078528</c:v>
                </c:pt>
                <c:pt idx="94">
                  <c:v>0.99144486</c:v>
                </c:pt>
                <c:pt idx="95">
                  <c:v>0.99785892</c:v>
                </c:pt>
                <c:pt idx="96">
                  <c:v>1</c:v>
                </c:pt>
              </c:numCache>
            </c:numRef>
          </c:xVal>
          <c:yVal>
            <c:numRef>
              <c:f>'Chart Data'!$D$2:$D$98</c:f>
              <c:numCache>
                <c:formatCode>0</c:formatCode>
                <c:ptCount val="97"/>
                <c:pt idx="0">
                  <c:v>0</c:v>
                </c:pt>
                <c:pt idx="1">
                  <c:v>0.02068229</c:v>
                </c:pt>
                <c:pt idx="2">
                  <c:v>0.04127601</c:v>
                </c:pt>
                <c:pt idx="3">
                  <c:v>0.06169298</c:v>
                </c:pt>
                <c:pt idx="4">
                  <c:v>0.08184577</c:v>
                </c:pt>
                <c:pt idx="5">
                  <c:v>0.10164808</c:v>
                </c:pt>
                <c:pt idx="6">
                  <c:v>0.12101513</c:v>
                </c:pt>
                <c:pt idx="7">
                  <c:v>0.13986396</c:v>
                </c:pt>
                <c:pt idx="8">
                  <c:v>0.15811388</c:v>
                </c:pt>
                <c:pt idx="9">
                  <c:v>0.17568673</c:v>
                </c:pt>
                <c:pt idx="10">
                  <c:v>0.19250727</c:v>
                </c:pt>
                <c:pt idx="11">
                  <c:v>0.20850345</c:v>
                </c:pt>
                <c:pt idx="12">
                  <c:v>0.2236068</c:v>
                </c:pt>
                <c:pt idx="13">
                  <c:v>0.23775262</c:v>
                </c:pt>
                <c:pt idx="14">
                  <c:v>0.25088035</c:v>
                </c:pt>
                <c:pt idx="15">
                  <c:v>0.26293378</c:v>
                </c:pt>
                <c:pt idx="16">
                  <c:v>0.27386128</c:v>
                </c:pt>
                <c:pt idx="17">
                  <c:v>0.28361606</c:v>
                </c:pt>
                <c:pt idx="18">
                  <c:v>0.29215636</c:v>
                </c:pt>
                <c:pt idx="19">
                  <c:v>0.2994456</c:v>
                </c:pt>
                <c:pt idx="20">
                  <c:v>0.30545257</c:v>
                </c:pt>
                <c:pt idx="21">
                  <c:v>0.31015154</c:v>
                </c:pt>
                <c:pt idx="22">
                  <c:v>0.31352239</c:v>
                </c:pt>
                <c:pt idx="23">
                  <c:v>0.3155507</c:v>
                </c:pt>
                <c:pt idx="24">
                  <c:v>0.31622777</c:v>
                </c:pt>
                <c:pt idx="25">
                  <c:v>0.3155507</c:v>
                </c:pt>
                <c:pt idx="26">
                  <c:v>0.31352239</c:v>
                </c:pt>
                <c:pt idx="27">
                  <c:v>0.31015154</c:v>
                </c:pt>
                <c:pt idx="28">
                  <c:v>0.30545257</c:v>
                </c:pt>
                <c:pt idx="29">
                  <c:v>0.2994456</c:v>
                </c:pt>
                <c:pt idx="30">
                  <c:v>0.29215636</c:v>
                </c:pt>
                <c:pt idx="31">
                  <c:v>0.28361606</c:v>
                </c:pt>
                <c:pt idx="32">
                  <c:v>0.27386128</c:v>
                </c:pt>
                <c:pt idx="33">
                  <c:v>0.26293378</c:v>
                </c:pt>
                <c:pt idx="34">
                  <c:v>0.25088035</c:v>
                </c:pt>
                <c:pt idx="35">
                  <c:v>0.23775262</c:v>
                </c:pt>
                <c:pt idx="36">
                  <c:v>0.2236068</c:v>
                </c:pt>
                <c:pt idx="37">
                  <c:v>0.20850345</c:v>
                </c:pt>
                <c:pt idx="38">
                  <c:v>0.19250727</c:v>
                </c:pt>
                <c:pt idx="39">
                  <c:v>0.17568673</c:v>
                </c:pt>
                <c:pt idx="40">
                  <c:v>0.15811388</c:v>
                </c:pt>
                <c:pt idx="41">
                  <c:v>0.13986396</c:v>
                </c:pt>
                <c:pt idx="42">
                  <c:v>0.12101513</c:v>
                </c:pt>
                <c:pt idx="43">
                  <c:v>0.10164808</c:v>
                </c:pt>
                <c:pt idx="44">
                  <c:v>0.08184577</c:v>
                </c:pt>
                <c:pt idx="45">
                  <c:v>0.06169298</c:v>
                </c:pt>
                <c:pt idx="46">
                  <c:v>0.04127601</c:v>
                </c:pt>
                <c:pt idx="47">
                  <c:v>0.02068229</c:v>
                </c:pt>
                <c:pt idx="48">
                  <c:v>0</c:v>
                </c:pt>
                <c:pt idx="49">
                  <c:v>-0.02068229</c:v>
                </c:pt>
                <c:pt idx="50">
                  <c:v>-0.04127601</c:v>
                </c:pt>
                <c:pt idx="51">
                  <c:v>-0.06169298</c:v>
                </c:pt>
                <c:pt idx="52">
                  <c:v>-0.08184577</c:v>
                </c:pt>
                <c:pt idx="53">
                  <c:v>-0.10164808</c:v>
                </c:pt>
                <c:pt idx="54">
                  <c:v>-0.12101513</c:v>
                </c:pt>
                <c:pt idx="55">
                  <c:v>-0.13986396</c:v>
                </c:pt>
                <c:pt idx="56">
                  <c:v>-0.15811388</c:v>
                </c:pt>
                <c:pt idx="57">
                  <c:v>-0.17568673</c:v>
                </c:pt>
                <c:pt idx="58">
                  <c:v>-0.19250727</c:v>
                </c:pt>
                <c:pt idx="59">
                  <c:v>-0.20850345</c:v>
                </c:pt>
                <c:pt idx="60">
                  <c:v>-0.2236068</c:v>
                </c:pt>
                <c:pt idx="61">
                  <c:v>-0.23775262</c:v>
                </c:pt>
                <c:pt idx="62">
                  <c:v>-0.25088035</c:v>
                </c:pt>
                <c:pt idx="63">
                  <c:v>-0.26293378</c:v>
                </c:pt>
                <c:pt idx="64">
                  <c:v>-0.27386128</c:v>
                </c:pt>
                <c:pt idx="65">
                  <c:v>-0.28361606</c:v>
                </c:pt>
                <c:pt idx="66">
                  <c:v>-0.29215636</c:v>
                </c:pt>
                <c:pt idx="67">
                  <c:v>-0.2994456</c:v>
                </c:pt>
                <c:pt idx="68">
                  <c:v>-0.30545257</c:v>
                </c:pt>
                <c:pt idx="69">
                  <c:v>-0.31015154</c:v>
                </c:pt>
                <c:pt idx="70">
                  <c:v>-0.31352239</c:v>
                </c:pt>
                <c:pt idx="71">
                  <c:v>-0.3155507</c:v>
                </c:pt>
                <c:pt idx="72">
                  <c:v>-0.31622777</c:v>
                </c:pt>
                <c:pt idx="73">
                  <c:v>-0.3155507</c:v>
                </c:pt>
                <c:pt idx="74">
                  <c:v>-0.31352239</c:v>
                </c:pt>
                <c:pt idx="75">
                  <c:v>-0.31015154</c:v>
                </c:pt>
                <c:pt idx="76">
                  <c:v>-0.30545257</c:v>
                </c:pt>
                <c:pt idx="77">
                  <c:v>-0.2994456</c:v>
                </c:pt>
                <c:pt idx="78">
                  <c:v>-0.29215636</c:v>
                </c:pt>
                <c:pt idx="79">
                  <c:v>-0.28361606</c:v>
                </c:pt>
                <c:pt idx="80">
                  <c:v>-0.27386128</c:v>
                </c:pt>
                <c:pt idx="81">
                  <c:v>-0.26293378</c:v>
                </c:pt>
                <c:pt idx="82">
                  <c:v>-0.25088035</c:v>
                </c:pt>
                <c:pt idx="83">
                  <c:v>-0.23775262</c:v>
                </c:pt>
                <c:pt idx="84">
                  <c:v>-0.2236068</c:v>
                </c:pt>
                <c:pt idx="85">
                  <c:v>-0.20850345</c:v>
                </c:pt>
                <c:pt idx="86">
                  <c:v>-0.19250727</c:v>
                </c:pt>
                <c:pt idx="87">
                  <c:v>-0.17568673</c:v>
                </c:pt>
                <c:pt idx="88">
                  <c:v>-0.15811388</c:v>
                </c:pt>
                <c:pt idx="89">
                  <c:v>-0.13986396</c:v>
                </c:pt>
                <c:pt idx="90">
                  <c:v>-0.12101513</c:v>
                </c:pt>
                <c:pt idx="91">
                  <c:v>-0.10164808</c:v>
                </c:pt>
                <c:pt idx="92">
                  <c:v>-0.08184577</c:v>
                </c:pt>
                <c:pt idx="93">
                  <c:v>-0.06169298</c:v>
                </c:pt>
                <c:pt idx="94">
                  <c:v>-0.04127601</c:v>
                </c:pt>
                <c:pt idx="95">
                  <c:v>-0.02068229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00C-4844-AA57-B53530255AA1}"/>
            </c:ext>
          </c:extLst>
        </c:ser>
        <c:ser>
          <c:idx val="2"/>
          <c:order val="2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Data'!$E$2:$E$98</c:f>
              <c:numCache>
                <c:formatCode>General</c:formatCode>
                <c:ptCount val="97"/>
                <c:pt idx="0">
                  <c:v>1.41421356</c:v>
                </c:pt>
                <c:pt idx="1">
                  <c:v>1.41118562</c:v>
                </c:pt>
                <c:pt idx="2">
                  <c:v>1.40211477</c:v>
                </c:pt>
                <c:pt idx="3">
                  <c:v>1.38703985</c:v>
                </c:pt>
                <c:pt idx="4">
                  <c:v>1.3660254</c:v>
                </c:pt>
                <c:pt idx="5">
                  <c:v>1.33916143</c:v>
                </c:pt>
                <c:pt idx="6">
                  <c:v>1.30656296</c:v>
                </c:pt>
                <c:pt idx="7">
                  <c:v>1.26836959</c:v>
                </c:pt>
                <c:pt idx="8">
                  <c:v>1.22474487</c:v>
                </c:pt>
                <c:pt idx="9">
                  <c:v>1.1758756</c:v>
                </c:pt>
                <c:pt idx="10">
                  <c:v>1.12197105</c:v>
                </c:pt>
                <c:pt idx="11">
                  <c:v>1.06326205</c:v>
                </c:pt>
                <c:pt idx="12">
                  <c:v>1</c:v>
                </c:pt>
                <c:pt idx="13">
                  <c:v>0.93245579</c:v>
                </c:pt>
                <c:pt idx="14">
                  <c:v>0.86091867</c:v>
                </c:pt>
                <c:pt idx="15">
                  <c:v>0.78569496</c:v>
                </c:pt>
                <c:pt idx="16">
                  <c:v>0.70710678</c:v>
                </c:pt>
                <c:pt idx="17">
                  <c:v>0.62549066</c:v>
                </c:pt>
                <c:pt idx="18">
                  <c:v>0.5411961</c:v>
                </c:pt>
                <c:pt idx="19">
                  <c:v>0.45458405</c:v>
                </c:pt>
                <c:pt idx="20">
                  <c:v>0.3660254</c:v>
                </c:pt>
                <c:pt idx="21">
                  <c:v>0.27589938</c:v>
                </c:pt>
                <c:pt idx="22">
                  <c:v>0.18459191</c:v>
                </c:pt>
                <c:pt idx="23">
                  <c:v>0.09249399</c:v>
                </c:pt>
                <c:pt idx="24">
                  <c:v>0</c:v>
                </c:pt>
                <c:pt idx="25">
                  <c:v>-0.09249399</c:v>
                </c:pt>
                <c:pt idx="26">
                  <c:v>-0.18459191</c:v>
                </c:pt>
                <c:pt idx="27">
                  <c:v>-0.27589938</c:v>
                </c:pt>
                <c:pt idx="28">
                  <c:v>-0.3660254</c:v>
                </c:pt>
                <c:pt idx="29">
                  <c:v>-0.45458405</c:v>
                </c:pt>
                <c:pt idx="30">
                  <c:v>-0.5411961</c:v>
                </c:pt>
                <c:pt idx="31">
                  <c:v>-0.62549066</c:v>
                </c:pt>
                <c:pt idx="32">
                  <c:v>-0.70710678</c:v>
                </c:pt>
                <c:pt idx="33">
                  <c:v>-0.78569496</c:v>
                </c:pt>
                <c:pt idx="34">
                  <c:v>-0.86091867</c:v>
                </c:pt>
                <c:pt idx="35">
                  <c:v>-0.93245579</c:v>
                </c:pt>
                <c:pt idx="36">
                  <c:v>-1</c:v>
                </c:pt>
                <c:pt idx="37">
                  <c:v>-1.06326205</c:v>
                </c:pt>
                <c:pt idx="38">
                  <c:v>-1.12197105</c:v>
                </c:pt>
                <c:pt idx="39">
                  <c:v>-1.1758756</c:v>
                </c:pt>
                <c:pt idx="40">
                  <c:v>-1.22474487</c:v>
                </c:pt>
                <c:pt idx="41">
                  <c:v>-1.26836959</c:v>
                </c:pt>
                <c:pt idx="42">
                  <c:v>-1.30656296</c:v>
                </c:pt>
                <c:pt idx="43">
                  <c:v>-1.33916143</c:v>
                </c:pt>
                <c:pt idx="44">
                  <c:v>-1.3660254</c:v>
                </c:pt>
                <c:pt idx="45">
                  <c:v>-1.38703985</c:v>
                </c:pt>
                <c:pt idx="46">
                  <c:v>-1.40211477</c:v>
                </c:pt>
                <c:pt idx="47">
                  <c:v>-1.41118562</c:v>
                </c:pt>
                <c:pt idx="48">
                  <c:v>-1.41421356</c:v>
                </c:pt>
                <c:pt idx="49">
                  <c:v>-1.41118562</c:v>
                </c:pt>
                <c:pt idx="50">
                  <c:v>-1.40211477</c:v>
                </c:pt>
                <c:pt idx="51">
                  <c:v>-1.38703985</c:v>
                </c:pt>
                <c:pt idx="52">
                  <c:v>-1.3660254</c:v>
                </c:pt>
                <c:pt idx="53">
                  <c:v>-1.33916143</c:v>
                </c:pt>
                <c:pt idx="54">
                  <c:v>-1.30656296</c:v>
                </c:pt>
                <c:pt idx="55">
                  <c:v>-1.26836959</c:v>
                </c:pt>
                <c:pt idx="56">
                  <c:v>-1.22474487</c:v>
                </c:pt>
                <c:pt idx="57">
                  <c:v>-1.1758756</c:v>
                </c:pt>
                <c:pt idx="58">
                  <c:v>-1.12197105</c:v>
                </c:pt>
                <c:pt idx="59">
                  <c:v>-1.06326205</c:v>
                </c:pt>
                <c:pt idx="60">
                  <c:v>-1</c:v>
                </c:pt>
                <c:pt idx="61">
                  <c:v>-0.93245579</c:v>
                </c:pt>
                <c:pt idx="62">
                  <c:v>-0.86091867</c:v>
                </c:pt>
                <c:pt idx="63">
                  <c:v>-0.78569496</c:v>
                </c:pt>
                <c:pt idx="64">
                  <c:v>-0.70710678</c:v>
                </c:pt>
                <c:pt idx="65">
                  <c:v>-0.62549066</c:v>
                </c:pt>
                <c:pt idx="66">
                  <c:v>-0.5411961</c:v>
                </c:pt>
                <c:pt idx="67">
                  <c:v>-0.45458405</c:v>
                </c:pt>
                <c:pt idx="68">
                  <c:v>-0.3660254</c:v>
                </c:pt>
                <c:pt idx="69">
                  <c:v>-0.27589938</c:v>
                </c:pt>
                <c:pt idx="70">
                  <c:v>-0.18459191</c:v>
                </c:pt>
                <c:pt idx="71">
                  <c:v>-0.09249399</c:v>
                </c:pt>
                <c:pt idx="72">
                  <c:v>-0</c:v>
                </c:pt>
                <c:pt idx="73">
                  <c:v>0.09249399</c:v>
                </c:pt>
                <c:pt idx="74">
                  <c:v>0.18459191</c:v>
                </c:pt>
                <c:pt idx="75">
                  <c:v>0.27589938</c:v>
                </c:pt>
                <c:pt idx="76">
                  <c:v>0.3660254</c:v>
                </c:pt>
                <c:pt idx="77">
                  <c:v>0.45458405</c:v>
                </c:pt>
                <c:pt idx="78">
                  <c:v>0.5411961</c:v>
                </c:pt>
                <c:pt idx="79">
                  <c:v>0.62549066</c:v>
                </c:pt>
                <c:pt idx="80">
                  <c:v>0.70710678</c:v>
                </c:pt>
                <c:pt idx="81">
                  <c:v>0.78569496</c:v>
                </c:pt>
                <c:pt idx="82">
                  <c:v>0.86091867</c:v>
                </c:pt>
                <c:pt idx="83">
                  <c:v>0.93245579</c:v>
                </c:pt>
                <c:pt idx="84">
                  <c:v>1</c:v>
                </c:pt>
                <c:pt idx="85">
                  <c:v>1.06326205</c:v>
                </c:pt>
                <c:pt idx="86">
                  <c:v>1.12197105</c:v>
                </c:pt>
                <c:pt idx="87">
                  <c:v>1.1758756</c:v>
                </c:pt>
                <c:pt idx="88">
                  <c:v>1.22474487</c:v>
                </c:pt>
                <c:pt idx="89">
                  <c:v>1.26836959</c:v>
                </c:pt>
                <c:pt idx="90">
                  <c:v>1.30656296</c:v>
                </c:pt>
                <c:pt idx="91">
                  <c:v>1.33916143</c:v>
                </c:pt>
                <c:pt idx="92">
                  <c:v>1.3660254</c:v>
                </c:pt>
                <c:pt idx="93">
                  <c:v>1.38703985</c:v>
                </c:pt>
                <c:pt idx="94">
                  <c:v>1.40211477</c:v>
                </c:pt>
                <c:pt idx="95">
                  <c:v>1.41118562</c:v>
                </c:pt>
                <c:pt idx="96">
                  <c:v>1.41421356</c:v>
                </c:pt>
              </c:numCache>
            </c:numRef>
          </c:xVal>
          <c:yVal>
            <c:numRef>
              <c:f>'Chart Data'!$F$2:$F$98</c:f>
              <c:numCache>
                <c:formatCode>0</c:formatCode>
                <c:ptCount val="97"/>
                <c:pt idx="0">
                  <c:v>0</c:v>
                </c:pt>
                <c:pt idx="1">
                  <c:v>0.02924917</c:v>
                </c:pt>
                <c:pt idx="2">
                  <c:v>0.05837309</c:v>
                </c:pt>
                <c:pt idx="3">
                  <c:v>0.08724704</c:v>
                </c:pt>
                <c:pt idx="4">
                  <c:v>0.1157474</c:v>
                </c:pt>
                <c:pt idx="5">
                  <c:v>0.1437521</c:v>
                </c:pt>
                <c:pt idx="6">
                  <c:v>0.17114123</c:v>
                </c:pt>
                <c:pt idx="7">
                  <c:v>0.19779752</c:v>
                </c:pt>
                <c:pt idx="8">
                  <c:v>0.2236068</c:v>
                </c:pt>
                <c:pt idx="9">
                  <c:v>0.24845856</c:v>
                </c:pt>
                <c:pt idx="10">
                  <c:v>0.27224639</c:v>
                </c:pt>
                <c:pt idx="11">
                  <c:v>0.29486841</c:v>
                </c:pt>
                <c:pt idx="12">
                  <c:v>0.31622777</c:v>
                </c:pt>
                <c:pt idx="13">
                  <c:v>0.33623298</c:v>
                </c:pt>
                <c:pt idx="14">
                  <c:v>0.3547984</c:v>
                </c:pt>
                <c:pt idx="15">
                  <c:v>0.37184451</c:v>
                </c:pt>
                <c:pt idx="16">
                  <c:v>0.38729833</c:v>
                </c:pt>
                <c:pt idx="17">
                  <c:v>0.40109368</c:v>
                </c:pt>
                <c:pt idx="18">
                  <c:v>0.41317149</c:v>
                </c:pt>
                <c:pt idx="19">
                  <c:v>0.42348003</c:v>
                </c:pt>
                <c:pt idx="20">
                  <c:v>0.43197516</c:v>
                </c:pt>
                <c:pt idx="21">
                  <c:v>0.43862051</c:v>
                </c:pt>
                <c:pt idx="22">
                  <c:v>0.44338762</c:v>
                </c:pt>
                <c:pt idx="23">
                  <c:v>0.44625608</c:v>
                </c:pt>
                <c:pt idx="24">
                  <c:v>0.4472136</c:v>
                </c:pt>
                <c:pt idx="25">
                  <c:v>0.44625608</c:v>
                </c:pt>
                <c:pt idx="26">
                  <c:v>0.44338762</c:v>
                </c:pt>
                <c:pt idx="27">
                  <c:v>0.43862051</c:v>
                </c:pt>
                <c:pt idx="28">
                  <c:v>0.43197516</c:v>
                </c:pt>
                <c:pt idx="29">
                  <c:v>0.42348003</c:v>
                </c:pt>
                <c:pt idx="30">
                  <c:v>0.41317149</c:v>
                </c:pt>
                <c:pt idx="31">
                  <c:v>0.40109368</c:v>
                </c:pt>
                <c:pt idx="32">
                  <c:v>0.38729833</c:v>
                </c:pt>
                <c:pt idx="33">
                  <c:v>0.37184451</c:v>
                </c:pt>
                <c:pt idx="34">
                  <c:v>0.3547984</c:v>
                </c:pt>
                <c:pt idx="35">
                  <c:v>0.33623298</c:v>
                </c:pt>
                <c:pt idx="36">
                  <c:v>0.31622777</c:v>
                </c:pt>
                <c:pt idx="37">
                  <c:v>0.29486841</c:v>
                </c:pt>
                <c:pt idx="38">
                  <c:v>0.27224639</c:v>
                </c:pt>
                <c:pt idx="39">
                  <c:v>0.24845856</c:v>
                </c:pt>
                <c:pt idx="40">
                  <c:v>0.2236068</c:v>
                </c:pt>
                <c:pt idx="41">
                  <c:v>0.19779752</c:v>
                </c:pt>
                <c:pt idx="42">
                  <c:v>0.17114123</c:v>
                </c:pt>
                <c:pt idx="43">
                  <c:v>0.1437521</c:v>
                </c:pt>
                <c:pt idx="44">
                  <c:v>0.1157474</c:v>
                </c:pt>
                <c:pt idx="45">
                  <c:v>0.08724704</c:v>
                </c:pt>
                <c:pt idx="46">
                  <c:v>0.05837309</c:v>
                </c:pt>
                <c:pt idx="47">
                  <c:v>0.02924917</c:v>
                </c:pt>
                <c:pt idx="48">
                  <c:v>0</c:v>
                </c:pt>
                <c:pt idx="49">
                  <c:v>-0.02924917</c:v>
                </c:pt>
                <c:pt idx="50">
                  <c:v>-0.05837309</c:v>
                </c:pt>
                <c:pt idx="51">
                  <c:v>-0.08724704</c:v>
                </c:pt>
                <c:pt idx="52">
                  <c:v>-0.1157474</c:v>
                </c:pt>
                <c:pt idx="53">
                  <c:v>-0.1437521</c:v>
                </c:pt>
                <c:pt idx="54">
                  <c:v>-0.17114123</c:v>
                </c:pt>
                <c:pt idx="55">
                  <c:v>-0.19779752</c:v>
                </c:pt>
                <c:pt idx="56">
                  <c:v>-0.2236068</c:v>
                </c:pt>
                <c:pt idx="57">
                  <c:v>-0.24845856</c:v>
                </c:pt>
                <c:pt idx="58">
                  <c:v>-0.27224639</c:v>
                </c:pt>
                <c:pt idx="59">
                  <c:v>-0.29486841</c:v>
                </c:pt>
                <c:pt idx="60">
                  <c:v>-0.31622777</c:v>
                </c:pt>
                <c:pt idx="61">
                  <c:v>-0.33623298</c:v>
                </c:pt>
                <c:pt idx="62">
                  <c:v>-0.3547984</c:v>
                </c:pt>
                <c:pt idx="63">
                  <c:v>-0.37184451</c:v>
                </c:pt>
                <c:pt idx="64">
                  <c:v>-0.38729833</c:v>
                </c:pt>
                <c:pt idx="65">
                  <c:v>-0.40109368</c:v>
                </c:pt>
                <c:pt idx="66">
                  <c:v>-0.41317149</c:v>
                </c:pt>
                <c:pt idx="67">
                  <c:v>-0.42348003</c:v>
                </c:pt>
                <c:pt idx="68">
                  <c:v>-0.43197516</c:v>
                </c:pt>
                <c:pt idx="69">
                  <c:v>-0.43862051</c:v>
                </c:pt>
                <c:pt idx="70">
                  <c:v>-0.44338762</c:v>
                </c:pt>
                <c:pt idx="71">
                  <c:v>-0.44625608</c:v>
                </c:pt>
                <c:pt idx="72">
                  <c:v>-0.4472136</c:v>
                </c:pt>
                <c:pt idx="73">
                  <c:v>-0.44625608</c:v>
                </c:pt>
                <c:pt idx="74">
                  <c:v>-0.44338762</c:v>
                </c:pt>
                <c:pt idx="75">
                  <c:v>-0.43862051</c:v>
                </c:pt>
                <c:pt idx="76">
                  <c:v>-0.43197516</c:v>
                </c:pt>
                <c:pt idx="77">
                  <c:v>-0.42348003</c:v>
                </c:pt>
                <c:pt idx="78">
                  <c:v>-0.41317149</c:v>
                </c:pt>
                <c:pt idx="79">
                  <c:v>-0.40109368</c:v>
                </c:pt>
                <c:pt idx="80">
                  <c:v>-0.38729833</c:v>
                </c:pt>
                <c:pt idx="81">
                  <c:v>-0.37184451</c:v>
                </c:pt>
                <c:pt idx="82">
                  <c:v>-0.3547984</c:v>
                </c:pt>
                <c:pt idx="83">
                  <c:v>-0.33623298</c:v>
                </c:pt>
                <c:pt idx="84">
                  <c:v>-0.31622777</c:v>
                </c:pt>
                <c:pt idx="85">
                  <c:v>-0.29486841</c:v>
                </c:pt>
                <c:pt idx="86">
                  <c:v>-0.27224639</c:v>
                </c:pt>
                <c:pt idx="87">
                  <c:v>-0.24845856</c:v>
                </c:pt>
                <c:pt idx="88">
                  <c:v>-0.2236068</c:v>
                </c:pt>
                <c:pt idx="89">
                  <c:v>-0.19779752</c:v>
                </c:pt>
                <c:pt idx="90">
                  <c:v>-0.17114123</c:v>
                </c:pt>
                <c:pt idx="91">
                  <c:v>-0.1437521</c:v>
                </c:pt>
                <c:pt idx="92">
                  <c:v>-0.1157474</c:v>
                </c:pt>
                <c:pt idx="93">
                  <c:v>-0.08724704</c:v>
                </c:pt>
                <c:pt idx="94">
                  <c:v>-0.05837309</c:v>
                </c:pt>
                <c:pt idx="95">
                  <c:v>-0.02924917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00C-4844-AA57-B53530255AA1}"/>
            </c:ext>
          </c:extLst>
        </c:ser>
        <c:ser>
          <c:idx val="3"/>
          <c:order val="3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Data'!$G$2:$G$98</c:f>
              <c:numCache>
                <c:formatCode>General</c:formatCode>
                <c:ptCount val="97"/>
                <c:pt idx="0">
                  <c:v>1.8973666</c:v>
                </c:pt>
                <c:pt idx="1">
                  <c:v>1.89330419</c:v>
                </c:pt>
                <c:pt idx="2">
                  <c:v>1.88113436</c:v>
                </c:pt>
                <c:pt idx="3">
                  <c:v>1.86090923</c:v>
                </c:pt>
                <c:pt idx="4">
                  <c:v>1.8327154</c:v>
                </c:pt>
                <c:pt idx="5">
                  <c:v>1.7966736</c:v>
                </c:pt>
                <c:pt idx="6">
                  <c:v>1.75293816</c:v>
                </c:pt>
                <c:pt idx="7">
                  <c:v>1.70169638</c:v>
                </c:pt>
                <c:pt idx="8">
                  <c:v>1.64316767</c:v>
                </c:pt>
                <c:pt idx="9">
                  <c:v>1.57760267</c:v>
                </c:pt>
                <c:pt idx="10">
                  <c:v>1.50528213</c:v>
                </c:pt>
                <c:pt idx="11">
                  <c:v>1.42651574</c:v>
                </c:pt>
                <c:pt idx="12">
                  <c:v>1.34164079</c:v>
                </c:pt>
                <c:pt idx="13">
                  <c:v>1.25102072</c:v>
                </c:pt>
                <c:pt idx="14">
                  <c:v>1.1550436</c:v>
                </c:pt>
                <c:pt idx="15">
                  <c:v>1.0541204</c:v>
                </c:pt>
                <c:pt idx="16">
                  <c:v>0.9486833</c:v>
                </c:pt>
                <c:pt idx="17">
                  <c:v>0.83918379</c:v>
                </c:pt>
                <c:pt idx="18">
                  <c:v>0.72609076</c:v>
                </c:pt>
                <c:pt idx="19">
                  <c:v>0.6098885</c:v>
                </c:pt>
                <c:pt idx="20">
                  <c:v>0.49107461</c:v>
                </c:pt>
                <c:pt idx="21">
                  <c:v>0.37015786</c:v>
                </c:pt>
                <c:pt idx="22">
                  <c:v>0.24765604</c:v>
                </c:pt>
                <c:pt idx="23">
                  <c:v>0.12409371</c:v>
                </c:pt>
                <c:pt idx="24">
                  <c:v>0</c:v>
                </c:pt>
                <c:pt idx="25">
                  <c:v>-0.12409371</c:v>
                </c:pt>
                <c:pt idx="26">
                  <c:v>-0.24765604</c:v>
                </c:pt>
                <c:pt idx="27">
                  <c:v>-0.37015786</c:v>
                </c:pt>
                <c:pt idx="28">
                  <c:v>-0.49107461</c:v>
                </c:pt>
                <c:pt idx="29">
                  <c:v>-0.6098885</c:v>
                </c:pt>
                <c:pt idx="30">
                  <c:v>-0.72609076</c:v>
                </c:pt>
                <c:pt idx="31">
                  <c:v>-0.83918379</c:v>
                </c:pt>
                <c:pt idx="32">
                  <c:v>-0.9486833</c:v>
                </c:pt>
                <c:pt idx="33">
                  <c:v>-1.0541204</c:v>
                </c:pt>
                <c:pt idx="34">
                  <c:v>-1.1550436</c:v>
                </c:pt>
                <c:pt idx="35">
                  <c:v>-1.25102072</c:v>
                </c:pt>
                <c:pt idx="36">
                  <c:v>-1.34164079</c:v>
                </c:pt>
                <c:pt idx="37">
                  <c:v>-1.42651574</c:v>
                </c:pt>
                <c:pt idx="38">
                  <c:v>-1.50528213</c:v>
                </c:pt>
                <c:pt idx="39">
                  <c:v>-1.57760267</c:v>
                </c:pt>
                <c:pt idx="40">
                  <c:v>-1.64316767</c:v>
                </c:pt>
                <c:pt idx="41">
                  <c:v>-1.70169638</c:v>
                </c:pt>
                <c:pt idx="42">
                  <c:v>-1.75293816</c:v>
                </c:pt>
                <c:pt idx="43">
                  <c:v>-1.7966736</c:v>
                </c:pt>
                <c:pt idx="44">
                  <c:v>-1.8327154</c:v>
                </c:pt>
                <c:pt idx="45">
                  <c:v>-1.86090923</c:v>
                </c:pt>
                <c:pt idx="46">
                  <c:v>-1.88113436</c:v>
                </c:pt>
                <c:pt idx="47">
                  <c:v>-1.89330419</c:v>
                </c:pt>
                <c:pt idx="48">
                  <c:v>-1.8973666</c:v>
                </c:pt>
                <c:pt idx="49">
                  <c:v>-1.89330419</c:v>
                </c:pt>
                <c:pt idx="50">
                  <c:v>-1.88113436</c:v>
                </c:pt>
                <c:pt idx="51">
                  <c:v>-1.86090923</c:v>
                </c:pt>
                <c:pt idx="52">
                  <c:v>-1.8327154</c:v>
                </c:pt>
                <c:pt idx="53">
                  <c:v>-1.7966736</c:v>
                </c:pt>
                <c:pt idx="54">
                  <c:v>-1.75293816</c:v>
                </c:pt>
                <c:pt idx="55">
                  <c:v>-1.70169638</c:v>
                </c:pt>
                <c:pt idx="56">
                  <c:v>-1.64316767</c:v>
                </c:pt>
                <c:pt idx="57">
                  <c:v>-1.57760267</c:v>
                </c:pt>
                <c:pt idx="58">
                  <c:v>-1.50528213</c:v>
                </c:pt>
                <c:pt idx="59">
                  <c:v>-1.42651574</c:v>
                </c:pt>
                <c:pt idx="60">
                  <c:v>-1.34164079</c:v>
                </c:pt>
                <c:pt idx="61">
                  <c:v>-1.25102072</c:v>
                </c:pt>
                <c:pt idx="62">
                  <c:v>-1.1550436</c:v>
                </c:pt>
                <c:pt idx="63">
                  <c:v>-1.0541204</c:v>
                </c:pt>
                <c:pt idx="64">
                  <c:v>-0.9486833</c:v>
                </c:pt>
                <c:pt idx="65">
                  <c:v>-0.83918379</c:v>
                </c:pt>
                <c:pt idx="66">
                  <c:v>-0.72609076</c:v>
                </c:pt>
                <c:pt idx="67">
                  <c:v>-0.6098885</c:v>
                </c:pt>
                <c:pt idx="68">
                  <c:v>-0.49107461</c:v>
                </c:pt>
                <c:pt idx="69">
                  <c:v>-0.37015786</c:v>
                </c:pt>
                <c:pt idx="70">
                  <c:v>-0.24765604</c:v>
                </c:pt>
                <c:pt idx="71">
                  <c:v>-0.12409371</c:v>
                </c:pt>
                <c:pt idx="72">
                  <c:v>-0</c:v>
                </c:pt>
                <c:pt idx="73">
                  <c:v>0.12409371</c:v>
                </c:pt>
                <c:pt idx="74">
                  <c:v>0.24765604</c:v>
                </c:pt>
                <c:pt idx="75">
                  <c:v>0.37015786</c:v>
                </c:pt>
                <c:pt idx="76">
                  <c:v>0.49107461</c:v>
                </c:pt>
                <c:pt idx="77">
                  <c:v>0.6098885</c:v>
                </c:pt>
                <c:pt idx="78">
                  <c:v>0.72609076</c:v>
                </c:pt>
                <c:pt idx="79">
                  <c:v>0.83918379</c:v>
                </c:pt>
                <c:pt idx="80">
                  <c:v>0.9486833</c:v>
                </c:pt>
                <c:pt idx="81">
                  <c:v>1.0541204</c:v>
                </c:pt>
                <c:pt idx="82">
                  <c:v>1.1550436</c:v>
                </c:pt>
                <c:pt idx="83">
                  <c:v>1.25102072</c:v>
                </c:pt>
                <c:pt idx="84">
                  <c:v>1.34164079</c:v>
                </c:pt>
                <c:pt idx="85">
                  <c:v>1.42651574</c:v>
                </c:pt>
                <c:pt idx="86">
                  <c:v>1.50528213</c:v>
                </c:pt>
                <c:pt idx="87">
                  <c:v>1.57760267</c:v>
                </c:pt>
                <c:pt idx="88">
                  <c:v>1.64316767</c:v>
                </c:pt>
                <c:pt idx="89">
                  <c:v>1.70169638</c:v>
                </c:pt>
                <c:pt idx="90">
                  <c:v>1.75293816</c:v>
                </c:pt>
                <c:pt idx="91">
                  <c:v>1.7966736</c:v>
                </c:pt>
                <c:pt idx="92">
                  <c:v>1.8327154</c:v>
                </c:pt>
                <c:pt idx="93">
                  <c:v>1.86090923</c:v>
                </c:pt>
                <c:pt idx="94">
                  <c:v>1.88113436</c:v>
                </c:pt>
                <c:pt idx="95">
                  <c:v>1.89330419</c:v>
                </c:pt>
                <c:pt idx="96">
                  <c:v>1.8973666</c:v>
                </c:pt>
              </c:numCache>
            </c:numRef>
          </c:xVal>
          <c:yVal>
            <c:numRef>
              <c:f>'Chart Data'!$H$2:$H$98</c:f>
              <c:numCache>
                <c:formatCode>0</c:formatCode>
                <c:ptCount val="97"/>
                <c:pt idx="0">
                  <c:v>0</c:v>
                </c:pt>
                <c:pt idx="1">
                  <c:v>0.03924188</c:v>
                </c:pt>
                <c:pt idx="2">
                  <c:v>0.07831572</c:v>
                </c:pt>
                <c:pt idx="3">
                  <c:v>0.11705419</c:v>
                </c:pt>
                <c:pt idx="4">
                  <c:v>0.15529143</c:v>
                </c:pt>
                <c:pt idx="5">
                  <c:v>0.19286368</c:v>
                </c:pt>
                <c:pt idx="6">
                  <c:v>0.22961006</c:v>
                </c:pt>
                <c:pt idx="7">
                  <c:v>0.26537321</c:v>
                </c:pt>
                <c:pt idx="8">
                  <c:v>0.3</c:v>
                </c:pt>
                <c:pt idx="9">
                  <c:v>0.33334214</c:v>
                </c:pt>
                <c:pt idx="10">
                  <c:v>0.36525686</c:v>
                </c:pt>
                <c:pt idx="11">
                  <c:v>0.39560749</c:v>
                </c:pt>
                <c:pt idx="12">
                  <c:v>0.42426407</c:v>
                </c:pt>
                <c:pt idx="13">
                  <c:v>0.45110388</c:v>
                </c:pt>
                <c:pt idx="14">
                  <c:v>0.476012</c:v>
                </c:pt>
                <c:pt idx="15">
                  <c:v>0.49888177</c:v>
                </c:pt>
                <c:pt idx="16">
                  <c:v>0.51961524</c:v>
                </c:pt>
                <c:pt idx="17">
                  <c:v>0.53812364</c:v>
                </c:pt>
                <c:pt idx="18">
                  <c:v>0.55432772</c:v>
                </c:pt>
                <c:pt idx="19">
                  <c:v>0.56815808</c:v>
                </c:pt>
                <c:pt idx="20">
                  <c:v>0.5795555</c:v>
                </c:pt>
                <c:pt idx="21">
                  <c:v>0.58847117</c:v>
                </c:pt>
                <c:pt idx="22">
                  <c:v>0.59486692</c:v>
                </c:pt>
                <c:pt idx="23">
                  <c:v>0.59871535</c:v>
                </c:pt>
                <c:pt idx="24">
                  <c:v>0.6</c:v>
                </c:pt>
                <c:pt idx="25">
                  <c:v>0.59871535</c:v>
                </c:pt>
                <c:pt idx="26">
                  <c:v>0.59486692</c:v>
                </c:pt>
                <c:pt idx="27">
                  <c:v>0.58847117</c:v>
                </c:pt>
                <c:pt idx="28">
                  <c:v>0.5795555</c:v>
                </c:pt>
                <c:pt idx="29">
                  <c:v>0.56815808</c:v>
                </c:pt>
                <c:pt idx="30">
                  <c:v>0.55432772</c:v>
                </c:pt>
                <c:pt idx="31">
                  <c:v>0.53812364</c:v>
                </c:pt>
                <c:pt idx="32">
                  <c:v>0.51961524</c:v>
                </c:pt>
                <c:pt idx="33">
                  <c:v>0.49888177</c:v>
                </c:pt>
                <c:pt idx="34">
                  <c:v>0.476012</c:v>
                </c:pt>
                <c:pt idx="35">
                  <c:v>0.45110388</c:v>
                </c:pt>
                <c:pt idx="36">
                  <c:v>0.42426407</c:v>
                </c:pt>
                <c:pt idx="37">
                  <c:v>0.39560749</c:v>
                </c:pt>
                <c:pt idx="38">
                  <c:v>0.36525686</c:v>
                </c:pt>
                <c:pt idx="39">
                  <c:v>0.33334214</c:v>
                </c:pt>
                <c:pt idx="40">
                  <c:v>0.3</c:v>
                </c:pt>
                <c:pt idx="41">
                  <c:v>0.26537321</c:v>
                </c:pt>
                <c:pt idx="42">
                  <c:v>0.22961006</c:v>
                </c:pt>
                <c:pt idx="43">
                  <c:v>0.19286368</c:v>
                </c:pt>
                <c:pt idx="44">
                  <c:v>0.15529143</c:v>
                </c:pt>
                <c:pt idx="45">
                  <c:v>0.11705419</c:v>
                </c:pt>
                <c:pt idx="46">
                  <c:v>0.07831572</c:v>
                </c:pt>
                <c:pt idx="47">
                  <c:v>0.03924188</c:v>
                </c:pt>
                <c:pt idx="48">
                  <c:v>0</c:v>
                </c:pt>
                <c:pt idx="49">
                  <c:v>-0.03924188</c:v>
                </c:pt>
                <c:pt idx="50">
                  <c:v>-0.07831572</c:v>
                </c:pt>
                <c:pt idx="51">
                  <c:v>-0.11705419</c:v>
                </c:pt>
                <c:pt idx="52">
                  <c:v>-0.15529143</c:v>
                </c:pt>
                <c:pt idx="53">
                  <c:v>-0.19286368</c:v>
                </c:pt>
                <c:pt idx="54">
                  <c:v>-0.22961006</c:v>
                </c:pt>
                <c:pt idx="55">
                  <c:v>-0.26537321</c:v>
                </c:pt>
                <c:pt idx="56">
                  <c:v>-0.3</c:v>
                </c:pt>
                <c:pt idx="57">
                  <c:v>-0.33334214</c:v>
                </c:pt>
                <c:pt idx="58">
                  <c:v>-0.36525686</c:v>
                </c:pt>
                <c:pt idx="59">
                  <c:v>-0.39560749</c:v>
                </c:pt>
                <c:pt idx="60">
                  <c:v>-0.42426407</c:v>
                </c:pt>
                <c:pt idx="61">
                  <c:v>-0.45110388</c:v>
                </c:pt>
                <c:pt idx="62">
                  <c:v>-0.476012</c:v>
                </c:pt>
                <c:pt idx="63">
                  <c:v>-0.49888177</c:v>
                </c:pt>
                <c:pt idx="64">
                  <c:v>-0.51961524</c:v>
                </c:pt>
                <c:pt idx="65">
                  <c:v>-0.53812364</c:v>
                </c:pt>
                <c:pt idx="66">
                  <c:v>-0.55432772</c:v>
                </c:pt>
                <c:pt idx="67">
                  <c:v>-0.56815808</c:v>
                </c:pt>
                <c:pt idx="68">
                  <c:v>-0.5795555</c:v>
                </c:pt>
                <c:pt idx="69">
                  <c:v>-0.58847117</c:v>
                </c:pt>
                <c:pt idx="70">
                  <c:v>-0.59486692</c:v>
                </c:pt>
                <c:pt idx="71">
                  <c:v>-0.59871535</c:v>
                </c:pt>
                <c:pt idx="72">
                  <c:v>-0.6</c:v>
                </c:pt>
                <c:pt idx="73">
                  <c:v>-0.59871535</c:v>
                </c:pt>
                <c:pt idx="74">
                  <c:v>-0.59486692</c:v>
                </c:pt>
                <c:pt idx="75">
                  <c:v>-0.58847117</c:v>
                </c:pt>
                <c:pt idx="76">
                  <c:v>-0.5795555</c:v>
                </c:pt>
                <c:pt idx="77">
                  <c:v>-0.56815808</c:v>
                </c:pt>
                <c:pt idx="78">
                  <c:v>-0.55432772</c:v>
                </c:pt>
                <c:pt idx="79">
                  <c:v>-0.53812364</c:v>
                </c:pt>
                <c:pt idx="80">
                  <c:v>-0.51961524</c:v>
                </c:pt>
                <c:pt idx="81">
                  <c:v>-0.49888177</c:v>
                </c:pt>
                <c:pt idx="82">
                  <c:v>-0.476012</c:v>
                </c:pt>
                <c:pt idx="83">
                  <c:v>-0.45110388</c:v>
                </c:pt>
                <c:pt idx="84">
                  <c:v>-0.42426407</c:v>
                </c:pt>
                <c:pt idx="85">
                  <c:v>-0.39560749</c:v>
                </c:pt>
                <c:pt idx="86">
                  <c:v>-0.36525686</c:v>
                </c:pt>
                <c:pt idx="87">
                  <c:v>-0.33334214</c:v>
                </c:pt>
                <c:pt idx="88">
                  <c:v>-0.3</c:v>
                </c:pt>
                <c:pt idx="89">
                  <c:v>-0.26537321</c:v>
                </c:pt>
                <c:pt idx="90">
                  <c:v>-0.22961006</c:v>
                </c:pt>
                <c:pt idx="91">
                  <c:v>-0.19286368</c:v>
                </c:pt>
                <c:pt idx="92">
                  <c:v>-0.15529143</c:v>
                </c:pt>
                <c:pt idx="93">
                  <c:v>-0.11705419</c:v>
                </c:pt>
                <c:pt idx="94">
                  <c:v>-0.07831572</c:v>
                </c:pt>
                <c:pt idx="95">
                  <c:v>-0.03924188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00C-4844-AA57-B53530255AA1}"/>
            </c:ext>
          </c:extLst>
        </c:ser>
        <c:ser>
          <c:idx val="4"/>
          <c:order val="4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Data'!$I$2:$I$98</c:f>
              <c:numCache>
                <c:formatCode>General</c:formatCode>
                <c:ptCount val="97"/>
                <c:pt idx="0">
                  <c:v>2.44948974</c:v>
                </c:pt>
                <c:pt idx="1">
                  <c:v>2.4442452</c:v>
                </c:pt>
                <c:pt idx="2">
                  <c:v>2.42853402</c:v>
                </c:pt>
                <c:pt idx="3">
                  <c:v>2.40242348</c:v>
                </c:pt>
                <c:pt idx="4">
                  <c:v>2.3660254</c:v>
                </c:pt>
                <c:pt idx="5">
                  <c:v>2.31949564</c:v>
                </c:pt>
                <c:pt idx="6">
                  <c:v>2.26303344</c:v>
                </c:pt>
                <c:pt idx="7">
                  <c:v>2.19688058</c:v>
                </c:pt>
                <c:pt idx="8">
                  <c:v>2.12132034</c:v>
                </c:pt>
                <c:pt idx="9">
                  <c:v>2.03667629</c:v>
                </c:pt>
                <c:pt idx="10">
                  <c:v>1.94331087</c:v>
                </c:pt>
                <c:pt idx="11">
                  <c:v>1.8416239</c:v>
                </c:pt>
                <c:pt idx="12">
                  <c:v>1.73205081</c:v>
                </c:pt>
                <c:pt idx="13">
                  <c:v>1.61506081</c:v>
                </c:pt>
                <c:pt idx="14">
                  <c:v>1.49115488</c:v>
                </c:pt>
                <c:pt idx="15">
                  <c:v>1.36086359</c:v>
                </c:pt>
                <c:pt idx="16">
                  <c:v>1.22474487</c:v>
                </c:pt>
                <c:pt idx="17">
                  <c:v>1.08338161</c:v>
                </c:pt>
                <c:pt idx="18">
                  <c:v>0.93737914</c:v>
                </c:pt>
                <c:pt idx="19">
                  <c:v>0.78736267</c:v>
                </c:pt>
                <c:pt idx="20">
                  <c:v>0.6339746</c:v>
                </c:pt>
                <c:pt idx="21">
                  <c:v>0.47787174</c:v>
                </c:pt>
                <c:pt idx="22">
                  <c:v>0.31972257</c:v>
                </c:pt>
                <c:pt idx="23">
                  <c:v>0.16020429</c:v>
                </c:pt>
                <c:pt idx="24">
                  <c:v>0</c:v>
                </c:pt>
                <c:pt idx="25">
                  <c:v>-0.16020429</c:v>
                </c:pt>
                <c:pt idx="26">
                  <c:v>-0.31972257</c:v>
                </c:pt>
                <c:pt idx="27">
                  <c:v>-0.47787174</c:v>
                </c:pt>
                <c:pt idx="28">
                  <c:v>-0.6339746</c:v>
                </c:pt>
                <c:pt idx="29">
                  <c:v>-0.78736267</c:v>
                </c:pt>
                <c:pt idx="30">
                  <c:v>-0.93737914</c:v>
                </c:pt>
                <c:pt idx="31">
                  <c:v>-1.08338161</c:v>
                </c:pt>
                <c:pt idx="32">
                  <c:v>-1.22474487</c:v>
                </c:pt>
                <c:pt idx="33">
                  <c:v>-1.36086359</c:v>
                </c:pt>
                <c:pt idx="34">
                  <c:v>-1.49115488</c:v>
                </c:pt>
                <c:pt idx="35">
                  <c:v>-1.61506081</c:v>
                </c:pt>
                <c:pt idx="36">
                  <c:v>-1.73205081</c:v>
                </c:pt>
                <c:pt idx="37">
                  <c:v>-1.8416239</c:v>
                </c:pt>
                <c:pt idx="38">
                  <c:v>-1.94331087</c:v>
                </c:pt>
                <c:pt idx="39">
                  <c:v>-2.03667629</c:v>
                </c:pt>
                <c:pt idx="40">
                  <c:v>-2.12132034</c:v>
                </c:pt>
                <c:pt idx="41">
                  <c:v>-2.19688058</c:v>
                </c:pt>
                <c:pt idx="42">
                  <c:v>-2.26303344</c:v>
                </c:pt>
                <c:pt idx="43">
                  <c:v>-2.31949564</c:v>
                </c:pt>
                <c:pt idx="44">
                  <c:v>-2.3660254</c:v>
                </c:pt>
                <c:pt idx="45">
                  <c:v>-2.40242348</c:v>
                </c:pt>
                <c:pt idx="46">
                  <c:v>-2.42853402</c:v>
                </c:pt>
                <c:pt idx="47">
                  <c:v>-2.4442452</c:v>
                </c:pt>
                <c:pt idx="48">
                  <c:v>-2.44948974</c:v>
                </c:pt>
                <c:pt idx="49">
                  <c:v>-2.4442452</c:v>
                </c:pt>
                <c:pt idx="50">
                  <c:v>-2.42853402</c:v>
                </c:pt>
                <c:pt idx="51">
                  <c:v>-2.40242348</c:v>
                </c:pt>
                <c:pt idx="52">
                  <c:v>-2.3660254</c:v>
                </c:pt>
                <c:pt idx="53">
                  <c:v>-2.31949564</c:v>
                </c:pt>
                <c:pt idx="54">
                  <c:v>-2.26303344</c:v>
                </c:pt>
                <c:pt idx="55">
                  <c:v>-2.19688058</c:v>
                </c:pt>
                <c:pt idx="56">
                  <c:v>-2.12132034</c:v>
                </c:pt>
                <c:pt idx="57">
                  <c:v>-2.03667629</c:v>
                </c:pt>
                <c:pt idx="58">
                  <c:v>-1.94331087</c:v>
                </c:pt>
                <c:pt idx="59">
                  <c:v>-1.8416239</c:v>
                </c:pt>
                <c:pt idx="60">
                  <c:v>-1.73205081</c:v>
                </c:pt>
                <c:pt idx="61">
                  <c:v>-1.61506081</c:v>
                </c:pt>
                <c:pt idx="62">
                  <c:v>-1.49115488</c:v>
                </c:pt>
                <c:pt idx="63">
                  <c:v>-1.36086359</c:v>
                </c:pt>
                <c:pt idx="64">
                  <c:v>-1.22474487</c:v>
                </c:pt>
                <c:pt idx="65">
                  <c:v>-1.08338161</c:v>
                </c:pt>
                <c:pt idx="66">
                  <c:v>-0.93737914</c:v>
                </c:pt>
                <c:pt idx="67">
                  <c:v>-0.78736267</c:v>
                </c:pt>
                <c:pt idx="68">
                  <c:v>-0.6339746</c:v>
                </c:pt>
                <c:pt idx="69">
                  <c:v>-0.47787174</c:v>
                </c:pt>
                <c:pt idx="70">
                  <c:v>-0.31972257</c:v>
                </c:pt>
                <c:pt idx="71">
                  <c:v>-0.16020429</c:v>
                </c:pt>
                <c:pt idx="72">
                  <c:v>-0</c:v>
                </c:pt>
                <c:pt idx="73">
                  <c:v>0.16020429</c:v>
                </c:pt>
                <c:pt idx="74">
                  <c:v>0.31972257</c:v>
                </c:pt>
                <c:pt idx="75">
                  <c:v>0.47787174</c:v>
                </c:pt>
                <c:pt idx="76">
                  <c:v>0.6339746</c:v>
                </c:pt>
                <c:pt idx="77">
                  <c:v>0.78736267</c:v>
                </c:pt>
                <c:pt idx="78">
                  <c:v>0.93737914</c:v>
                </c:pt>
                <c:pt idx="79">
                  <c:v>1.08338161</c:v>
                </c:pt>
                <c:pt idx="80">
                  <c:v>1.22474487</c:v>
                </c:pt>
                <c:pt idx="81">
                  <c:v>1.36086359</c:v>
                </c:pt>
                <c:pt idx="82">
                  <c:v>1.49115488</c:v>
                </c:pt>
                <c:pt idx="83">
                  <c:v>1.61506081</c:v>
                </c:pt>
                <c:pt idx="84">
                  <c:v>1.73205081</c:v>
                </c:pt>
                <c:pt idx="85">
                  <c:v>1.8416239</c:v>
                </c:pt>
                <c:pt idx="86">
                  <c:v>1.94331087</c:v>
                </c:pt>
                <c:pt idx="87">
                  <c:v>2.03667629</c:v>
                </c:pt>
                <c:pt idx="88">
                  <c:v>2.12132034</c:v>
                </c:pt>
                <c:pt idx="89">
                  <c:v>2.19688058</c:v>
                </c:pt>
                <c:pt idx="90">
                  <c:v>2.26303344</c:v>
                </c:pt>
                <c:pt idx="91">
                  <c:v>2.31949564</c:v>
                </c:pt>
                <c:pt idx="92">
                  <c:v>2.3660254</c:v>
                </c:pt>
                <c:pt idx="93">
                  <c:v>2.40242348</c:v>
                </c:pt>
                <c:pt idx="94">
                  <c:v>2.42853402</c:v>
                </c:pt>
                <c:pt idx="95">
                  <c:v>2.4442452</c:v>
                </c:pt>
                <c:pt idx="96">
                  <c:v>2.44948974</c:v>
                </c:pt>
              </c:numCache>
            </c:numRef>
          </c:xVal>
          <c:yVal>
            <c:numRef>
              <c:f>'Chart Data'!$J$2:$J$98</c:f>
              <c:numCache>
                <c:formatCode>0</c:formatCode>
                <c:ptCount val="97"/>
                <c:pt idx="0">
                  <c:v>0</c:v>
                </c:pt>
                <c:pt idx="1">
                  <c:v>0.05066105</c:v>
                </c:pt>
                <c:pt idx="2">
                  <c:v>0.10110515</c:v>
                </c:pt>
                <c:pt idx="3">
                  <c:v>0.15111631</c:v>
                </c:pt>
                <c:pt idx="4">
                  <c:v>0.20048037</c:v>
                </c:pt>
                <c:pt idx="5">
                  <c:v>0.24898594</c:v>
                </c:pt>
                <c:pt idx="6">
                  <c:v>0.29642531</c:v>
                </c:pt>
                <c:pt idx="7">
                  <c:v>0.34259535</c:v>
                </c:pt>
                <c:pt idx="8">
                  <c:v>0.38729833</c:v>
                </c:pt>
                <c:pt idx="9">
                  <c:v>0.43034285</c:v>
                </c:pt>
                <c:pt idx="10">
                  <c:v>0.47154458</c:v>
                </c:pt>
                <c:pt idx="11">
                  <c:v>0.51072707</c:v>
                </c:pt>
                <c:pt idx="12">
                  <c:v>0.54772256</c:v>
                </c:pt>
                <c:pt idx="13">
                  <c:v>0.58237261</c:v>
                </c:pt>
                <c:pt idx="14">
                  <c:v>0.61452885</c:v>
                </c:pt>
                <c:pt idx="15">
                  <c:v>0.64405359</c:v>
                </c:pt>
                <c:pt idx="16">
                  <c:v>0.67082039</c:v>
                </c:pt>
                <c:pt idx="17">
                  <c:v>0.69471464</c:v>
                </c:pt>
                <c:pt idx="18">
                  <c:v>0.71563401</c:v>
                </c:pt>
                <c:pt idx="19">
                  <c:v>0.73348892</c:v>
                </c:pt>
                <c:pt idx="20">
                  <c:v>0.74820293</c:v>
                </c:pt>
                <c:pt idx="21">
                  <c:v>0.75971301</c:v>
                </c:pt>
                <c:pt idx="22">
                  <c:v>0.76796989</c:v>
                </c:pt>
                <c:pt idx="23">
                  <c:v>0.7729382</c:v>
                </c:pt>
                <c:pt idx="24">
                  <c:v>0.77459667</c:v>
                </c:pt>
                <c:pt idx="25">
                  <c:v>0.7729382</c:v>
                </c:pt>
                <c:pt idx="26">
                  <c:v>0.76796989</c:v>
                </c:pt>
                <c:pt idx="27">
                  <c:v>0.75971301</c:v>
                </c:pt>
                <c:pt idx="28">
                  <c:v>0.74820293</c:v>
                </c:pt>
                <c:pt idx="29">
                  <c:v>0.73348892</c:v>
                </c:pt>
                <c:pt idx="30">
                  <c:v>0.71563401</c:v>
                </c:pt>
                <c:pt idx="31">
                  <c:v>0.69471464</c:v>
                </c:pt>
                <c:pt idx="32">
                  <c:v>0.67082039</c:v>
                </c:pt>
                <c:pt idx="33">
                  <c:v>0.64405359</c:v>
                </c:pt>
                <c:pt idx="34">
                  <c:v>0.61452885</c:v>
                </c:pt>
                <c:pt idx="35">
                  <c:v>0.58237261</c:v>
                </c:pt>
                <c:pt idx="36">
                  <c:v>0.54772256</c:v>
                </c:pt>
                <c:pt idx="37">
                  <c:v>0.51072707</c:v>
                </c:pt>
                <c:pt idx="38">
                  <c:v>0.47154458</c:v>
                </c:pt>
                <c:pt idx="39">
                  <c:v>0.43034285</c:v>
                </c:pt>
                <c:pt idx="40">
                  <c:v>0.38729833</c:v>
                </c:pt>
                <c:pt idx="41">
                  <c:v>0.34259535</c:v>
                </c:pt>
                <c:pt idx="42">
                  <c:v>0.29642531</c:v>
                </c:pt>
                <c:pt idx="43">
                  <c:v>0.24898594</c:v>
                </c:pt>
                <c:pt idx="44">
                  <c:v>0.20048037</c:v>
                </c:pt>
                <c:pt idx="45">
                  <c:v>0.15111631</c:v>
                </c:pt>
                <c:pt idx="46">
                  <c:v>0.10110515</c:v>
                </c:pt>
                <c:pt idx="47">
                  <c:v>0.05066105</c:v>
                </c:pt>
                <c:pt idx="48">
                  <c:v>0</c:v>
                </c:pt>
                <c:pt idx="49">
                  <c:v>-0.05066105</c:v>
                </c:pt>
                <c:pt idx="50">
                  <c:v>-0.10110515</c:v>
                </c:pt>
                <c:pt idx="51">
                  <c:v>-0.15111631</c:v>
                </c:pt>
                <c:pt idx="52">
                  <c:v>-0.20048037</c:v>
                </c:pt>
                <c:pt idx="53">
                  <c:v>-0.24898594</c:v>
                </c:pt>
                <c:pt idx="54">
                  <c:v>-0.29642531</c:v>
                </c:pt>
                <c:pt idx="55">
                  <c:v>-0.34259535</c:v>
                </c:pt>
                <c:pt idx="56">
                  <c:v>-0.38729833</c:v>
                </c:pt>
                <c:pt idx="57">
                  <c:v>-0.43034285</c:v>
                </c:pt>
                <c:pt idx="58">
                  <c:v>-0.47154458</c:v>
                </c:pt>
                <c:pt idx="59">
                  <c:v>-0.51072707</c:v>
                </c:pt>
                <c:pt idx="60">
                  <c:v>-0.54772256</c:v>
                </c:pt>
                <c:pt idx="61">
                  <c:v>-0.58237261</c:v>
                </c:pt>
                <c:pt idx="62">
                  <c:v>-0.61452885</c:v>
                </c:pt>
                <c:pt idx="63">
                  <c:v>-0.64405359</c:v>
                </c:pt>
                <c:pt idx="64">
                  <c:v>-0.67082039</c:v>
                </c:pt>
                <c:pt idx="65">
                  <c:v>-0.69471464</c:v>
                </c:pt>
                <c:pt idx="66">
                  <c:v>-0.71563401</c:v>
                </c:pt>
                <c:pt idx="67">
                  <c:v>-0.73348892</c:v>
                </c:pt>
                <c:pt idx="68">
                  <c:v>-0.74820293</c:v>
                </c:pt>
                <c:pt idx="69">
                  <c:v>-0.75971301</c:v>
                </c:pt>
                <c:pt idx="70">
                  <c:v>-0.76796989</c:v>
                </c:pt>
                <c:pt idx="71">
                  <c:v>-0.7729382</c:v>
                </c:pt>
                <c:pt idx="72">
                  <c:v>-0.77459667</c:v>
                </c:pt>
                <c:pt idx="73">
                  <c:v>-0.7729382</c:v>
                </c:pt>
                <c:pt idx="74">
                  <c:v>-0.76796989</c:v>
                </c:pt>
                <c:pt idx="75">
                  <c:v>-0.75971301</c:v>
                </c:pt>
                <c:pt idx="76">
                  <c:v>-0.74820293</c:v>
                </c:pt>
                <c:pt idx="77">
                  <c:v>-0.73348892</c:v>
                </c:pt>
                <c:pt idx="78">
                  <c:v>-0.71563401</c:v>
                </c:pt>
                <c:pt idx="79">
                  <c:v>-0.69471464</c:v>
                </c:pt>
                <c:pt idx="80">
                  <c:v>-0.67082039</c:v>
                </c:pt>
                <c:pt idx="81">
                  <c:v>-0.64405359</c:v>
                </c:pt>
                <c:pt idx="82">
                  <c:v>-0.61452885</c:v>
                </c:pt>
                <c:pt idx="83">
                  <c:v>-0.58237261</c:v>
                </c:pt>
                <c:pt idx="84">
                  <c:v>-0.54772256</c:v>
                </c:pt>
                <c:pt idx="85">
                  <c:v>-0.51072707</c:v>
                </c:pt>
                <c:pt idx="86">
                  <c:v>-0.47154458</c:v>
                </c:pt>
                <c:pt idx="87">
                  <c:v>-0.43034285</c:v>
                </c:pt>
                <c:pt idx="88">
                  <c:v>-0.38729833</c:v>
                </c:pt>
                <c:pt idx="89">
                  <c:v>-0.34259535</c:v>
                </c:pt>
                <c:pt idx="90">
                  <c:v>-0.29642531</c:v>
                </c:pt>
                <c:pt idx="91">
                  <c:v>-0.24898594</c:v>
                </c:pt>
                <c:pt idx="92">
                  <c:v>-0.20048037</c:v>
                </c:pt>
                <c:pt idx="93">
                  <c:v>-0.15111631</c:v>
                </c:pt>
                <c:pt idx="94">
                  <c:v>-0.10110515</c:v>
                </c:pt>
                <c:pt idx="95">
                  <c:v>-0.05066105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00C-4844-AA57-B53530255AA1}"/>
            </c:ext>
          </c:extLst>
        </c:ser>
        <c:ser>
          <c:idx val="5"/>
          <c:order val="5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Data'!$K$2:$K$98</c:f>
              <c:numCache>
                <c:formatCode>General</c:formatCode>
                <c:ptCount val="97"/>
                <c:pt idx="0">
                  <c:v>3.16227766</c:v>
                </c:pt>
                <c:pt idx="1">
                  <c:v>3.15550698</c:v>
                </c:pt>
                <c:pt idx="2">
                  <c:v>3.13522394</c:v>
                </c:pt>
                <c:pt idx="3">
                  <c:v>3.10151538</c:v>
                </c:pt>
                <c:pt idx="4">
                  <c:v>3.05452566</c:v>
                </c:pt>
                <c:pt idx="5">
                  <c:v>2.99445599</c:v>
                </c:pt>
                <c:pt idx="6">
                  <c:v>2.92156361</c:v>
                </c:pt>
                <c:pt idx="7">
                  <c:v>2.83616063</c:v>
                </c:pt>
                <c:pt idx="8">
                  <c:v>2.73861279</c:v>
                </c:pt>
                <c:pt idx="9">
                  <c:v>2.62933778</c:v>
                </c:pt>
                <c:pt idx="10">
                  <c:v>2.50880354</c:v>
                </c:pt>
                <c:pt idx="11">
                  <c:v>2.37752623</c:v>
                </c:pt>
                <c:pt idx="12">
                  <c:v>2.23606798</c:v>
                </c:pt>
                <c:pt idx="13">
                  <c:v>2.08503454</c:v>
                </c:pt>
                <c:pt idx="14">
                  <c:v>1.92507267</c:v>
                </c:pt>
                <c:pt idx="15">
                  <c:v>1.75686734</c:v>
                </c:pt>
                <c:pt idx="16">
                  <c:v>1.58113883</c:v>
                </c:pt>
                <c:pt idx="17">
                  <c:v>1.39863964</c:v>
                </c:pt>
                <c:pt idx="18">
                  <c:v>1.21015127</c:v>
                </c:pt>
                <c:pt idx="19">
                  <c:v>1.01648084</c:v>
                </c:pt>
                <c:pt idx="20">
                  <c:v>0.81845768</c:v>
                </c:pt>
                <c:pt idx="21">
                  <c:v>0.61692977</c:v>
                </c:pt>
                <c:pt idx="22">
                  <c:v>0.41276006</c:v>
                </c:pt>
                <c:pt idx="23">
                  <c:v>0.20682285</c:v>
                </c:pt>
                <c:pt idx="24">
                  <c:v>0</c:v>
                </c:pt>
                <c:pt idx="25">
                  <c:v>-0.20682285</c:v>
                </c:pt>
                <c:pt idx="26">
                  <c:v>-0.41276006</c:v>
                </c:pt>
                <c:pt idx="27">
                  <c:v>-0.61692977</c:v>
                </c:pt>
                <c:pt idx="28">
                  <c:v>-0.81845768</c:v>
                </c:pt>
                <c:pt idx="29">
                  <c:v>-1.01648084</c:v>
                </c:pt>
                <c:pt idx="30">
                  <c:v>-1.21015127</c:v>
                </c:pt>
                <c:pt idx="31">
                  <c:v>-1.39863964</c:v>
                </c:pt>
                <c:pt idx="32">
                  <c:v>-1.58113883</c:v>
                </c:pt>
                <c:pt idx="33">
                  <c:v>-1.75686734</c:v>
                </c:pt>
                <c:pt idx="34">
                  <c:v>-1.92507267</c:v>
                </c:pt>
                <c:pt idx="35">
                  <c:v>-2.08503454</c:v>
                </c:pt>
                <c:pt idx="36">
                  <c:v>-2.23606798</c:v>
                </c:pt>
                <c:pt idx="37">
                  <c:v>-2.37752623</c:v>
                </c:pt>
                <c:pt idx="38">
                  <c:v>-2.50880354</c:v>
                </c:pt>
                <c:pt idx="39">
                  <c:v>-2.62933778</c:v>
                </c:pt>
                <c:pt idx="40">
                  <c:v>-2.73861279</c:v>
                </c:pt>
                <c:pt idx="41">
                  <c:v>-2.83616063</c:v>
                </c:pt>
                <c:pt idx="42">
                  <c:v>-2.92156361</c:v>
                </c:pt>
                <c:pt idx="43">
                  <c:v>-2.99445599</c:v>
                </c:pt>
                <c:pt idx="44">
                  <c:v>-3.05452566</c:v>
                </c:pt>
                <c:pt idx="45">
                  <c:v>-3.10151538</c:v>
                </c:pt>
                <c:pt idx="46">
                  <c:v>-3.13522394</c:v>
                </c:pt>
                <c:pt idx="47">
                  <c:v>-3.15550698</c:v>
                </c:pt>
                <c:pt idx="48">
                  <c:v>-3.16227766</c:v>
                </c:pt>
                <c:pt idx="49">
                  <c:v>-3.15550698</c:v>
                </c:pt>
                <c:pt idx="50">
                  <c:v>-3.13522394</c:v>
                </c:pt>
                <c:pt idx="51">
                  <c:v>-3.10151538</c:v>
                </c:pt>
                <c:pt idx="52">
                  <c:v>-3.05452566</c:v>
                </c:pt>
                <c:pt idx="53">
                  <c:v>-2.99445599</c:v>
                </c:pt>
                <c:pt idx="54">
                  <c:v>-2.92156361</c:v>
                </c:pt>
                <c:pt idx="55">
                  <c:v>-2.83616063</c:v>
                </c:pt>
                <c:pt idx="56">
                  <c:v>-2.73861279</c:v>
                </c:pt>
                <c:pt idx="57">
                  <c:v>-2.62933778</c:v>
                </c:pt>
                <c:pt idx="58">
                  <c:v>-2.50880354</c:v>
                </c:pt>
                <c:pt idx="59">
                  <c:v>-2.37752623</c:v>
                </c:pt>
                <c:pt idx="60">
                  <c:v>-2.23606798</c:v>
                </c:pt>
                <c:pt idx="61">
                  <c:v>-2.08503454</c:v>
                </c:pt>
                <c:pt idx="62">
                  <c:v>-1.92507267</c:v>
                </c:pt>
                <c:pt idx="63">
                  <c:v>-1.75686734</c:v>
                </c:pt>
                <c:pt idx="64">
                  <c:v>-1.58113883</c:v>
                </c:pt>
                <c:pt idx="65">
                  <c:v>-1.39863964</c:v>
                </c:pt>
                <c:pt idx="66">
                  <c:v>-1.21015127</c:v>
                </c:pt>
                <c:pt idx="67">
                  <c:v>-1.01648084</c:v>
                </c:pt>
                <c:pt idx="68">
                  <c:v>-0.81845768</c:v>
                </c:pt>
                <c:pt idx="69">
                  <c:v>-0.61692977</c:v>
                </c:pt>
                <c:pt idx="70">
                  <c:v>-0.41276006</c:v>
                </c:pt>
                <c:pt idx="71">
                  <c:v>-0.20682285</c:v>
                </c:pt>
                <c:pt idx="72">
                  <c:v>-0</c:v>
                </c:pt>
                <c:pt idx="73">
                  <c:v>0.20682285</c:v>
                </c:pt>
                <c:pt idx="74">
                  <c:v>0.41276006</c:v>
                </c:pt>
                <c:pt idx="75">
                  <c:v>0.61692977</c:v>
                </c:pt>
                <c:pt idx="76">
                  <c:v>0.81845768</c:v>
                </c:pt>
                <c:pt idx="77">
                  <c:v>1.01648084</c:v>
                </c:pt>
                <c:pt idx="78">
                  <c:v>1.21015127</c:v>
                </c:pt>
                <c:pt idx="79">
                  <c:v>1.39863964</c:v>
                </c:pt>
                <c:pt idx="80">
                  <c:v>1.58113883</c:v>
                </c:pt>
                <c:pt idx="81">
                  <c:v>1.75686734</c:v>
                </c:pt>
                <c:pt idx="82">
                  <c:v>1.92507267</c:v>
                </c:pt>
                <c:pt idx="83">
                  <c:v>2.08503454</c:v>
                </c:pt>
                <c:pt idx="84">
                  <c:v>2.23606798</c:v>
                </c:pt>
                <c:pt idx="85">
                  <c:v>2.37752623</c:v>
                </c:pt>
                <c:pt idx="86">
                  <c:v>2.50880354</c:v>
                </c:pt>
                <c:pt idx="87">
                  <c:v>2.62933778</c:v>
                </c:pt>
                <c:pt idx="88">
                  <c:v>2.73861279</c:v>
                </c:pt>
                <c:pt idx="89">
                  <c:v>2.83616063</c:v>
                </c:pt>
                <c:pt idx="90">
                  <c:v>2.92156361</c:v>
                </c:pt>
                <c:pt idx="91">
                  <c:v>2.99445599</c:v>
                </c:pt>
                <c:pt idx="92">
                  <c:v>3.05452566</c:v>
                </c:pt>
                <c:pt idx="93">
                  <c:v>3.10151538</c:v>
                </c:pt>
                <c:pt idx="94">
                  <c:v>3.13522394</c:v>
                </c:pt>
                <c:pt idx="95">
                  <c:v>3.15550698</c:v>
                </c:pt>
                <c:pt idx="96">
                  <c:v>3.16227766</c:v>
                </c:pt>
              </c:numCache>
            </c:numRef>
          </c:xVal>
          <c:yVal>
            <c:numRef>
              <c:f>'Chart Data'!$L$2:$L$98</c:f>
              <c:numCache>
                <c:formatCode>0</c:formatCode>
                <c:ptCount val="97"/>
                <c:pt idx="0">
                  <c:v>0</c:v>
                </c:pt>
                <c:pt idx="1">
                  <c:v>0.06540313</c:v>
                </c:pt>
                <c:pt idx="2">
                  <c:v>0.13052619</c:v>
                </c:pt>
                <c:pt idx="3">
                  <c:v>0.19509032</c:v>
                </c:pt>
                <c:pt idx="4">
                  <c:v>0.25881905</c:v>
                </c:pt>
                <c:pt idx="5">
                  <c:v>0.32143947</c:v>
                </c:pt>
                <c:pt idx="6">
                  <c:v>0.38268343</c:v>
                </c:pt>
                <c:pt idx="7">
                  <c:v>0.44228869</c:v>
                </c:pt>
                <c:pt idx="8">
                  <c:v>0.5</c:v>
                </c:pt>
                <c:pt idx="9">
                  <c:v>0.55557023</c:v>
                </c:pt>
                <c:pt idx="10">
                  <c:v>0.60876143</c:v>
                </c:pt>
                <c:pt idx="11">
                  <c:v>0.65934582</c:v>
                </c:pt>
                <c:pt idx="12">
                  <c:v>0.70710678</c:v>
                </c:pt>
                <c:pt idx="13">
                  <c:v>0.75183981</c:v>
                </c:pt>
                <c:pt idx="14">
                  <c:v>0.79335334</c:v>
                </c:pt>
                <c:pt idx="15">
                  <c:v>0.83146961</c:v>
                </c:pt>
                <c:pt idx="16">
                  <c:v>0.8660254</c:v>
                </c:pt>
                <c:pt idx="17">
                  <c:v>0.89687274</c:v>
                </c:pt>
                <c:pt idx="18">
                  <c:v>0.92387953</c:v>
                </c:pt>
                <c:pt idx="19">
                  <c:v>0.94693013</c:v>
                </c:pt>
                <c:pt idx="20">
                  <c:v>0.96592583</c:v>
                </c:pt>
                <c:pt idx="21">
                  <c:v>0.98078528</c:v>
                </c:pt>
                <c:pt idx="22">
                  <c:v>0.99144486</c:v>
                </c:pt>
                <c:pt idx="23">
                  <c:v>0.99785892</c:v>
                </c:pt>
                <c:pt idx="24">
                  <c:v>1</c:v>
                </c:pt>
                <c:pt idx="25">
                  <c:v>0.99785892</c:v>
                </c:pt>
                <c:pt idx="26">
                  <c:v>0.99144486</c:v>
                </c:pt>
                <c:pt idx="27">
                  <c:v>0.98078528</c:v>
                </c:pt>
                <c:pt idx="28">
                  <c:v>0.96592583</c:v>
                </c:pt>
                <c:pt idx="29">
                  <c:v>0.94693013</c:v>
                </c:pt>
                <c:pt idx="30">
                  <c:v>0.92387953</c:v>
                </c:pt>
                <c:pt idx="31">
                  <c:v>0.89687274</c:v>
                </c:pt>
                <c:pt idx="32">
                  <c:v>0.8660254</c:v>
                </c:pt>
                <c:pt idx="33">
                  <c:v>0.83146961</c:v>
                </c:pt>
                <c:pt idx="34">
                  <c:v>0.79335334</c:v>
                </c:pt>
                <c:pt idx="35">
                  <c:v>0.75183981</c:v>
                </c:pt>
                <c:pt idx="36">
                  <c:v>0.70710678</c:v>
                </c:pt>
                <c:pt idx="37">
                  <c:v>0.65934582</c:v>
                </c:pt>
                <c:pt idx="38">
                  <c:v>0.60876143</c:v>
                </c:pt>
                <c:pt idx="39">
                  <c:v>0.55557023</c:v>
                </c:pt>
                <c:pt idx="40">
                  <c:v>0.5</c:v>
                </c:pt>
                <c:pt idx="41">
                  <c:v>0.44228869</c:v>
                </c:pt>
                <c:pt idx="42">
                  <c:v>0.38268343</c:v>
                </c:pt>
                <c:pt idx="43">
                  <c:v>0.32143947</c:v>
                </c:pt>
                <c:pt idx="44">
                  <c:v>0.25881905</c:v>
                </c:pt>
                <c:pt idx="45">
                  <c:v>0.19509032</c:v>
                </c:pt>
                <c:pt idx="46">
                  <c:v>0.13052619</c:v>
                </c:pt>
                <c:pt idx="47">
                  <c:v>0.06540313</c:v>
                </c:pt>
                <c:pt idx="48">
                  <c:v>0</c:v>
                </c:pt>
                <c:pt idx="49">
                  <c:v>-0.06540313</c:v>
                </c:pt>
                <c:pt idx="50">
                  <c:v>-0.13052619</c:v>
                </c:pt>
                <c:pt idx="51">
                  <c:v>-0.19509032</c:v>
                </c:pt>
                <c:pt idx="52">
                  <c:v>-0.25881905</c:v>
                </c:pt>
                <c:pt idx="53">
                  <c:v>-0.32143947</c:v>
                </c:pt>
                <c:pt idx="54">
                  <c:v>-0.38268343</c:v>
                </c:pt>
                <c:pt idx="55">
                  <c:v>-0.44228869</c:v>
                </c:pt>
                <c:pt idx="56">
                  <c:v>-0.5</c:v>
                </c:pt>
                <c:pt idx="57">
                  <c:v>-0.55557023</c:v>
                </c:pt>
                <c:pt idx="58">
                  <c:v>-0.60876143</c:v>
                </c:pt>
                <c:pt idx="59">
                  <c:v>-0.65934582</c:v>
                </c:pt>
                <c:pt idx="60">
                  <c:v>-0.70710678</c:v>
                </c:pt>
                <c:pt idx="61">
                  <c:v>-0.75183981</c:v>
                </c:pt>
                <c:pt idx="62">
                  <c:v>-0.79335334</c:v>
                </c:pt>
                <c:pt idx="63">
                  <c:v>-0.83146961</c:v>
                </c:pt>
                <c:pt idx="64">
                  <c:v>-0.8660254</c:v>
                </c:pt>
                <c:pt idx="65">
                  <c:v>-0.89687274</c:v>
                </c:pt>
                <c:pt idx="66">
                  <c:v>-0.92387953</c:v>
                </c:pt>
                <c:pt idx="67">
                  <c:v>-0.94693013</c:v>
                </c:pt>
                <c:pt idx="68">
                  <c:v>-0.96592583</c:v>
                </c:pt>
                <c:pt idx="69">
                  <c:v>-0.98078528</c:v>
                </c:pt>
                <c:pt idx="70">
                  <c:v>-0.99144486</c:v>
                </c:pt>
                <c:pt idx="71">
                  <c:v>-0.99785892</c:v>
                </c:pt>
                <c:pt idx="72">
                  <c:v>-1</c:v>
                </c:pt>
                <c:pt idx="73">
                  <c:v>-0.99785892</c:v>
                </c:pt>
                <c:pt idx="74">
                  <c:v>-0.99144486</c:v>
                </c:pt>
                <c:pt idx="75">
                  <c:v>-0.98078528</c:v>
                </c:pt>
                <c:pt idx="76">
                  <c:v>-0.96592583</c:v>
                </c:pt>
                <c:pt idx="77">
                  <c:v>-0.94693013</c:v>
                </c:pt>
                <c:pt idx="78">
                  <c:v>-0.92387953</c:v>
                </c:pt>
                <c:pt idx="79">
                  <c:v>-0.89687274</c:v>
                </c:pt>
                <c:pt idx="80">
                  <c:v>-0.8660254</c:v>
                </c:pt>
                <c:pt idx="81">
                  <c:v>-0.83146961</c:v>
                </c:pt>
                <c:pt idx="82">
                  <c:v>-0.79335334</c:v>
                </c:pt>
                <c:pt idx="83">
                  <c:v>-0.75183981</c:v>
                </c:pt>
                <c:pt idx="84">
                  <c:v>-0.70710678</c:v>
                </c:pt>
                <c:pt idx="85">
                  <c:v>-0.65934582</c:v>
                </c:pt>
                <c:pt idx="86">
                  <c:v>-0.60876143</c:v>
                </c:pt>
                <c:pt idx="87">
                  <c:v>-0.55557023</c:v>
                </c:pt>
                <c:pt idx="88">
                  <c:v>-0.5</c:v>
                </c:pt>
                <c:pt idx="89">
                  <c:v>-0.44228869</c:v>
                </c:pt>
                <c:pt idx="90">
                  <c:v>-0.38268343</c:v>
                </c:pt>
                <c:pt idx="91">
                  <c:v>-0.32143947</c:v>
                </c:pt>
                <c:pt idx="92">
                  <c:v>-0.25881905</c:v>
                </c:pt>
                <c:pt idx="93">
                  <c:v>-0.19509032</c:v>
                </c:pt>
                <c:pt idx="94">
                  <c:v>-0.13052619</c:v>
                </c:pt>
                <c:pt idx="95">
                  <c:v>-0.06540313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00C-4844-AA57-B53530255AA1}"/>
            </c:ext>
          </c:extLst>
        </c:ser>
        <c:ser>
          <c:idx val="6"/>
          <c:order val="6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Data'!$M$2:$M$82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Data'!$N$2:$N$82</c:f>
              <c:numCache>
                <c:formatCode>0</c:formatCode>
                <c:ptCount val="81"/>
                <c:pt idx="0">
                  <c:v>0.63245553</c:v>
                </c:pt>
                <c:pt idx="1">
                  <c:v>0.69209826</c:v>
                </c:pt>
                <c:pt idx="2">
                  <c:v>0.74565408</c:v>
                </c:pt>
                <c:pt idx="3">
                  <c:v>0.79435508</c:v>
                </c:pt>
                <c:pt idx="4">
                  <c:v>0.83904708</c:v>
                </c:pt>
                <c:pt idx="5">
                  <c:v>0.88034084</c:v>
                </c:pt>
                <c:pt idx="6">
                  <c:v>0.91869473</c:v>
                </c:pt>
                <c:pt idx="7">
                  <c:v>0.9544632</c:v>
                </c:pt>
                <c:pt idx="8">
                  <c:v>0.98792712</c:v>
                </c:pt>
                <c:pt idx="9">
                  <c:v>1.01931349</c:v>
                </c:pt>
                <c:pt idx="10">
                  <c:v>1.04880885</c:v>
                </c:pt>
                <c:pt idx="11">
                  <c:v>1.07656862</c:v>
                </c:pt>
                <c:pt idx="12">
                  <c:v>1.1027239</c:v>
                </c:pt>
                <c:pt idx="13">
                  <c:v>1.12738636</c:v>
                </c:pt>
                <c:pt idx="14">
                  <c:v>1.15065199</c:v>
                </c:pt>
                <c:pt idx="15">
                  <c:v>1.17260394</c:v>
                </c:pt>
                <c:pt idx="16">
                  <c:v>1.19331471</c:v>
                </c:pt>
                <c:pt idx="17">
                  <c:v>1.21284789</c:v>
                </c:pt>
                <c:pt idx="18">
                  <c:v>1.23125952</c:v>
                </c:pt>
                <c:pt idx="19">
                  <c:v>1.24859922</c:v>
                </c:pt>
                <c:pt idx="20">
                  <c:v>1.26491106</c:v>
                </c:pt>
                <c:pt idx="21">
                  <c:v>1.28023435</c:v>
                </c:pt>
                <c:pt idx="22">
                  <c:v>1.29460419</c:v>
                </c:pt>
                <c:pt idx="23">
                  <c:v>1.30805199</c:v>
                </c:pt>
                <c:pt idx="24">
                  <c:v>1.32060592</c:v>
                </c:pt>
                <c:pt idx="25">
                  <c:v>1.33229126</c:v>
                </c:pt>
                <c:pt idx="26">
                  <c:v>1.34313067</c:v>
                </c:pt>
                <c:pt idx="27">
                  <c:v>1.35314449</c:v>
                </c:pt>
                <c:pt idx="28">
                  <c:v>1.36235091</c:v>
                </c:pt>
                <c:pt idx="29">
                  <c:v>1.37076621</c:v>
                </c:pt>
                <c:pt idx="30">
                  <c:v>1.37840488</c:v>
                </c:pt>
                <c:pt idx="31">
                  <c:v>1.38527976</c:v>
                </c:pt>
                <c:pt idx="32">
                  <c:v>1.39140217</c:v>
                </c:pt>
                <c:pt idx="33">
                  <c:v>1.39678202</c:v>
                </c:pt>
                <c:pt idx="34">
                  <c:v>1.40142784</c:v>
                </c:pt>
                <c:pt idx="35">
                  <c:v>1.40534693</c:v>
                </c:pt>
                <c:pt idx="36">
                  <c:v>1.40854535</c:v>
                </c:pt>
                <c:pt idx="37">
                  <c:v>1.41102799</c:v>
                </c:pt>
                <c:pt idx="38">
                  <c:v>1.41279864</c:v>
                </c:pt>
                <c:pt idx="39">
                  <c:v>1.41385996</c:v>
                </c:pt>
                <c:pt idx="40">
                  <c:v>1.41421356</c:v>
                </c:pt>
                <c:pt idx="41">
                  <c:v>1.41385996</c:v>
                </c:pt>
                <c:pt idx="42">
                  <c:v>1.41279864</c:v>
                </c:pt>
                <c:pt idx="43">
                  <c:v>1.41102799</c:v>
                </c:pt>
                <c:pt idx="44">
                  <c:v>1.40854535</c:v>
                </c:pt>
                <c:pt idx="45">
                  <c:v>1.40534693</c:v>
                </c:pt>
                <c:pt idx="46">
                  <c:v>1.40142784</c:v>
                </c:pt>
                <c:pt idx="47">
                  <c:v>1.39678202</c:v>
                </c:pt>
                <c:pt idx="48">
                  <c:v>1.39140217</c:v>
                </c:pt>
                <c:pt idx="49">
                  <c:v>1.38527976</c:v>
                </c:pt>
                <c:pt idx="50">
                  <c:v>1.37840488</c:v>
                </c:pt>
                <c:pt idx="51">
                  <c:v>1.37076621</c:v>
                </c:pt>
                <c:pt idx="52">
                  <c:v>1.36235091</c:v>
                </c:pt>
                <c:pt idx="53">
                  <c:v>1.35314449</c:v>
                </c:pt>
                <c:pt idx="54">
                  <c:v>1.34313067</c:v>
                </c:pt>
                <c:pt idx="55">
                  <c:v>1.33229126</c:v>
                </c:pt>
                <c:pt idx="56">
                  <c:v>1.32060592</c:v>
                </c:pt>
                <c:pt idx="57">
                  <c:v>1.30805199</c:v>
                </c:pt>
                <c:pt idx="58">
                  <c:v>1.29460419</c:v>
                </c:pt>
                <c:pt idx="59">
                  <c:v>1.28023435</c:v>
                </c:pt>
                <c:pt idx="60">
                  <c:v>1.26491106</c:v>
                </c:pt>
                <c:pt idx="61">
                  <c:v>1.24859922</c:v>
                </c:pt>
                <c:pt idx="62">
                  <c:v>1.23125952</c:v>
                </c:pt>
                <c:pt idx="63">
                  <c:v>1.21284789</c:v>
                </c:pt>
                <c:pt idx="64">
                  <c:v>1.19331471</c:v>
                </c:pt>
                <c:pt idx="65">
                  <c:v>1.17260394</c:v>
                </c:pt>
                <c:pt idx="66">
                  <c:v>1.15065199</c:v>
                </c:pt>
                <c:pt idx="67">
                  <c:v>1.12738636</c:v>
                </c:pt>
                <c:pt idx="68">
                  <c:v>1.1027239</c:v>
                </c:pt>
                <c:pt idx="69">
                  <c:v>1.07656862</c:v>
                </c:pt>
                <c:pt idx="70">
                  <c:v>1.04880885</c:v>
                </c:pt>
                <c:pt idx="71">
                  <c:v>1.01931349</c:v>
                </c:pt>
                <c:pt idx="72">
                  <c:v>0.98792712</c:v>
                </c:pt>
                <c:pt idx="73">
                  <c:v>0.9544632</c:v>
                </c:pt>
                <c:pt idx="74">
                  <c:v>0.91869473</c:v>
                </c:pt>
                <c:pt idx="75">
                  <c:v>0.88034084</c:v>
                </c:pt>
                <c:pt idx="76">
                  <c:v>0.83904708</c:v>
                </c:pt>
                <c:pt idx="77">
                  <c:v>0.79435508</c:v>
                </c:pt>
                <c:pt idx="78">
                  <c:v>0.74565408</c:v>
                </c:pt>
                <c:pt idx="79">
                  <c:v>0.69209826</c:v>
                </c:pt>
                <c:pt idx="80">
                  <c:v>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100C-4844-AA57-B53530255AA1}"/>
            </c:ext>
          </c:extLst>
        </c:ser>
        <c:ser>
          <c:idx val="7"/>
          <c:order val="7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Data'!$O$2:$O$82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Data'!$P$2:$P$82</c:f>
              <c:numCache>
                <c:formatCode>0</c:formatCode>
                <c:ptCount val="81"/>
                <c:pt idx="0">
                  <c:v>-0.63245553</c:v>
                </c:pt>
                <c:pt idx="1">
                  <c:v>-0.69209826</c:v>
                </c:pt>
                <c:pt idx="2">
                  <c:v>-0.74565408</c:v>
                </c:pt>
                <c:pt idx="3">
                  <c:v>-0.79435508</c:v>
                </c:pt>
                <c:pt idx="4">
                  <c:v>-0.83904708</c:v>
                </c:pt>
                <c:pt idx="5">
                  <c:v>-0.88034084</c:v>
                </c:pt>
                <c:pt idx="6">
                  <c:v>-0.91869473</c:v>
                </c:pt>
                <c:pt idx="7">
                  <c:v>-0.9544632</c:v>
                </c:pt>
                <c:pt idx="8">
                  <c:v>-0.98792712</c:v>
                </c:pt>
                <c:pt idx="9">
                  <c:v>-1.01931349</c:v>
                </c:pt>
                <c:pt idx="10">
                  <c:v>-1.04880885</c:v>
                </c:pt>
                <c:pt idx="11">
                  <c:v>-1.07656862</c:v>
                </c:pt>
                <c:pt idx="12">
                  <c:v>-1.1027239</c:v>
                </c:pt>
                <c:pt idx="13">
                  <c:v>-1.12738636</c:v>
                </c:pt>
                <c:pt idx="14">
                  <c:v>-1.15065199</c:v>
                </c:pt>
                <c:pt idx="15">
                  <c:v>-1.17260394</c:v>
                </c:pt>
                <c:pt idx="16">
                  <c:v>-1.19331471</c:v>
                </c:pt>
                <c:pt idx="17">
                  <c:v>-1.21284789</c:v>
                </c:pt>
                <c:pt idx="18">
                  <c:v>-1.23125952</c:v>
                </c:pt>
                <c:pt idx="19">
                  <c:v>-1.24859922</c:v>
                </c:pt>
                <c:pt idx="20">
                  <c:v>-1.26491106</c:v>
                </c:pt>
                <c:pt idx="21">
                  <c:v>-1.28023435</c:v>
                </c:pt>
                <c:pt idx="22">
                  <c:v>-1.29460419</c:v>
                </c:pt>
                <c:pt idx="23">
                  <c:v>-1.30805199</c:v>
                </c:pt>
                <c:pt idx="24">
                  <c:v>-1.32060592</c:v>
                </c:pt>
                <c:pt idx="25">
                  <c:v>-1.33229126</c:v>
                </c:pt>
                <c:pt idx="26">
                  <c:v>-1.34313067</c:v>
                </c:pt>
                <c:pt idx="27">
                  <c:v>-1.35314449</c:v>
                </c:pt>
                <c:pt idx="28">
                  <c:v>-1.36235091</c:v>
                </c:pt>
                <c:pt idx="29">
                  <c:v>-1.37076621</c:v>
                </c:pt>
                <c:pt idx="30">
                  <c:v>-1.37840488</c:v>
                </c:pt>
                <c:pt idx="31">
                  <c:v>-1.38527976</c:v>
                </c:pt>
                <c:pt idx="32">
                  <c:v>-1.39140217</c:v>
                </c:pt>
                <c:pt idx="33">
                  <c:v>-1.39678202</c:v>
                </c:pt>
                <c:pt idx="34">
                  <c:v>-1.40142784</c:v>
                </c:pt>
                <c:pt idx="35">
                  <c:v>-1.40534693</c:v>
                </c:pt>
                <c:pt idx="36">
                  <c:v>-1.40854535</c:v>
                </c:pt>
                <c:pt idx="37">
                  <c:v>-1.41102799</c:v>
                </c:pt>
                <c:pt idx="38">
                  <c:v>-1.41279864</c:v>
                </c:pt>
                <c:pt idx="39">
                  <c:v>-1.41385996</c:v>
                </c:pt>
                <c:pt idx="40">
                  <c:v>-1.41421356</c:v>
                </c:pt>
                <c:pt idx="41">
                  <c:v>-1.41385996</c:v>
                </c:pt>
                <c:pt idx="42">
                  <c:v>-1.41279864</c:v>
                </c:pt>
                <c:pt idx="43">
                  <c:v>-1.41102799</c:v>
                </c:pt>
                <c:pt idx="44">
                  <c:v>-1.40854535</c:v>
                </c:pt>
                <c:pt idx="45">
                  <c:v>-1.40534693</c:v>
                </c:pt>
                <c:pt idx="46">
                  <c:v>-1.40142784</c:v>
                </c:pt>
                <c:pt idx="47">
                  <c:v>-1.39678202</c:v>
                </c:pt>
                <c:pt idx="48">
                  <c:v>-1.39140217</c:v>
                </c:pt>
                <c:pt idx="49">
                  <c:v>-1.38527976</c:v>
                </c:pt>
                <c:pt idx="50">
                  <c:v>-1.37840488</c:v>
                </c:pt>
                <c:pt idx="51">
                  <c:v>-1.37076621</c:v>
                </c:pt>
                <c:pt idx="52">
                  <c:v>-1.36235091</c:v>
                </c:pt>
                <c:pt idx="53">
                  <c:v>-1.35314449</c:v>
                </c:pt>
                <c:pt idx="54">
                  <c:v>-1.34313067</c:v>
                </c:pt>
                <c:pt idx="55">
                  <c:v>-1.33229126</c:v>
                </c:pt>
                <c:pt idx="56">
                  <c:v>-1.32060592</c:v>
                </c:pt>
                <c:pt idx="57">
                  <c:v>-1.30805199</c:v>
                </c:pt>
                <c:pt idx="58">
                  <c:v>-1.29460419</c:v>
                </c:pt>
                <c:pt idx="59">
                  <c:v>-1.28023435</c:v>
                </c:pt>
                <c:pt idx="60">
                  <c:v>-1.26491106</c:v>
                </c:pt>
                <c:pt idx="61">
                  <c:v>-1.24859922</c:v>
                </c:pt>
                <c:pt idx="62">
                  <c:v>-1.23125952</c:v>
                </c:pt>
                <c:pt idx="63">
                  <c:v>-1.21284789</c:v>
                </c:pt>
                <c:pt idx="64">
                  <c:v>-1.19331471</c:v>
                </c:pt>
                <c:pt idx="65">
                  <c:v>-1.17260394</c:v>
                </c:pt>
                <c:pt idx="66">
                  <c:v>-1.15065199</c:v>
                </c:pt>
                <c:pt idx="67">
                  <c:v>-1.12738636</c:v>
                </c:pt>
                <c:pt idx="68">
                  <c:v>-1.1027239</c:v>
                </c:pt>
                <c:pt idx="69">
                  <c:v>-1.07656862</c:v>
                </c:pt>
                <c:pt idx="70">
                  <c:v>-1.04880885</c:v>
                </c:pt>
                <c:pt idx="71">
                  <c:v>-1.01931349</c:v>
                </c:pt>
                <c:pt idx="72">
                  <c:v>-0.98792712</c:v>
                </c:pt>
                <c:pt idx="73">
                  <c:v>-0.9544632</c:v>
                </c:pt>
                <c:pt idx="74">
                  <c:v>-0.91869473</c:v>
                </c:pt>
                <c:pt idx="75">
                  <c:v>-0.88034084</c:v>
                </c:pt>
                <c:pt idx="76">
                  <c:v>-0.83904708</c:v>
                </c:pt>
                <c:pt idx="77">
                  <c:v>-0.79435508</c:v>
                </c:pt>
                <c:pt idx="78">
                  <c:v>-0.74565408</c:v>
                </c:pt>
                <c:pt idx="79">
                  <c:v>-0.69209826</c:v>
                </c:pt>
                <c:pt idx="80">
                  <c:v>-0.63245553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100C-4844-AA57-B53530255AA1}"/>
            </c:ext>
          </c:extLst>
        </c:ser>
        <c:ser>
          <c:idx val="8"/>
          <c:order val="8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Data'!$Q$2:$Q$82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Data'!$R$2:$R$82</c:f>
              <c:numCache>
                <c:formatCode>0</c:formatCode>
                <c:ptCount val="81"/>
                <c:pt idx="0">
                  <c:v>1.12915898</c:v>
                </c:pt>
                <c:pt idx="1">
                  <c:v>1.16361506</c:v>
                </c:pt>
                <c:pt idx="2">
                  <c:v>1.19624412</c:v>
                </c:pt>
                <c:pt idx="3">
                  <c:v>1.22719192</c:v>
                </c:pt>
                <c:pt idx="4">
                  <c:v>1.25658267</c:v>
                </c:pt>
                <c:pt idx="5">
                  <c:v>1.28452326</c:v>
                </c:pt>
                <c:pt idx="6">
                  <c:v>1.3111064</c:v>
                </c:pt>
                <c:pt idx="7">
                  <c:v>1.33641311</c:v>
                </c:pt>
                <c:pt idx="8">
                  <c:v>1.36051461</c:v>
                </c:pt>
                <c:pt idx="9">
                  <c:v>1.38347389</c:v>
                </c:pt>
                <c:pt idx="10">
                  <c:v>1.40534693</c:v>
                </c:pt>
                <c:pt idx="11">
                  <c:v>1.42618372</c:v>
                </c:pt>
                <c:pt idx="12">
                  <c:v>1.44602905</c:v>
                </c:pt>
                <c:pt idx="13">
                  <c:v>1.46492321</c:v>
                </c:pt>
                <c:pt idx="14">
                  <c:v>1.48290256</c:v>
                </c:pt>
                <c:pt idx="15">
                  <c:v>1.5</c:v>
                </c:pt>
                <c:pt idx="16">
                  <c:v>1.51624536</c:v>
                </c:pt>
                <c:pt idx="17">
                  <c:v>1.53166576</c:v>
                </c:pt>
                <c:pt idx="18">
                  <c:v>1.54628587</c:v>
                </c:pt>
                <c:pt idx="19">
                  <c:v>1.5601282</c:v>
                </c:pt>
                <c:pt idx="20">
                  <c:v>1.57321327</c:v>
                </c:pt>
                <c:pt idx="21">
                  <c:v>1.58555984</c:v>
                </c:pt>
                <c:pt idx="22">
                  <c:v>1.59718502</c:v>
                </c:pt>
                <c:pt idx="23">
                  <c:v>1.60810447</c:v>
                </c:pt>
                <c:pt idx="24">
                  <c:v>1.61833248</c:v>
                </c:pt>
                <c:pt idx="25">
                  <c:v>1.62788206</c:v>
                </c:pt>
                <c:pt idx="26">
                  <c:v>1.6367651</c:v>
                </c:pt>
                <c:pt idx="27">
                  <c:v>1.6449924</c:v>
                </c:pt>
                <c:pt idx="28">
                  <c:v>1.65257375</c:v>
                </c:pt>
                <c:pt idx="29">
                  <c:v>1.659518</c:v>
                </c:pt>
                <c:pt idx="30">
                  <c:v>1.66583312</c:v>
                </c:pt>
                <c:pt idx="31">
                  <c:v>1.67152625</c:v>
                </c:pt>
                <c:pt idx="32">
                  <c:v>1.67660371</c:v>
                </c:pt>
                <c:pt idx="33">
                  <c:v>1.68107109</c:v>
                </c:pt>
                <c:pt idx="34">
                  <c:v>1.68493323</c:v>
                </c:pt>
                <c:pt idx="35">
                  <c:v>1.6881943</c:v>
                </c:pt>
                <c:pt idx="36">
                  <c:v>1.69085777</c:v>
                </c:pt>
                <c:pt idx="37">
                  <c:v>1.69292646</c:v>
                </c:pt>
                <c:pt idx="38">
                  <c:v>1.69440255</c:v>
                </c:pt>
                <c:pt idx="39">
                  <c:v>1.69528759</c:v>
                </c:pt>
                <c:pt idx="40">
                  <c:v>1.6955825</c:v>
                </c:pt>
                <c:pt idx="41">
                  <c:v>1.69528759</c:v>
                </c:pt>
                <c:pt idx="42">
                  <c:v>1.69440255</c:v>
                </c:pt>
                <c:pt idx="43">
                  <c:v>1.69292646</c:v>
                </c:pt>
                <c:pt idx="44">
                  <c:v>1.69085777</c:v>
                </c:pt>
                <c:pt idx="45">
                  <c:v>1.6881943</c:v>
                </c:pt>
                <c:pt idx="46">
                  <c:v>1.68493323</c:v>
                </c:pt>
                <c:pt idx="47">
                  <c:v>1.68107109</c:v>
                </c:pt>
                <c:pt idx="48">
                  <c:v>1.67660371</c:v>
                </c:pt>
                <c:pt idx="49">
                  <c:v>1.67152625</c:v>
                </c:pt>
                <c:pt idx="50">
                  <c:v>1.66583312</c:v>
                </c:pt>
                <c:pt idx="51">
                  <c:v>1.659518</c:v>
                </c:pt>
                <c:pt idx="52">
                  <c:v>1.65257375</c:v>
                </c:pt>
                <c:pt idx="53">
                  <c:v>1.6449924</c:v>
                </c:pt>
                <c:pt idx="54">
                  <c:v>1.6367651</c:v>
                </c:pt>
                <c:pt idx="55">
                  <c:v>1.62788206</c:v>
                </c:pt>
                <c:pt idx="56">
                  <c:v>1.61833248</c:v>
                </c:pt>
                <c:pt idx="57">
                  <c:v>1.60810447</c:v>
                </c:pt>
                <c:pt idx="58">
                  <c:v>1.59718502</c:v>
                </c:pt>
                <c:pt idx="59">
                  <c:v>1.58555984</c:v>
                </c:pt>
                <c:pt idx="60">
                  <c:v>1.57321327</c:v>
                </c:pt>
                <c:pt idx="61">
                  <c:v>1.5601282</c:v>
                </c:pt>
                <c:pt idx="62">
                  <c:v>1.54628587</c:v>
                </c:pt>
                <c:pt idx="63">
                  <c:v>1.53166576</c:v>
                </c:pt>
                <c:pt idx="64">
                  <c:v>1.51624536</c:v>
                </c:pt>
                <c:pt idx="65">
                  <c:v>1.5</c:v>
                </c:pt>
                <c:pt idx="66">
                  <c:v>1.48290256</c:v>
                </c:pt>
                <c:pt idx="67">
                  <c:v>1.46492321</c:v>
                </c:pt>
                <c:pt idx="68">
                  <c:v>1.44602905</c:v>
                </c:pt>
                <c:pt idx="69">
                  <c:v>1.42618372</c:v>
                </c:pt>
                <c:pt idx="70">
                  <c:v>1.40534693</c:v>
                </c:pt>
                <c:pt idx="71">
                  <c:v>1.38347389</c:v>
                </c:pt>
                <c:pt idx="72">
                  <c:v>1.36051461</c:v>
                </c:pt>
                <c:pt idx="73">
                  <c:v>1.33641311</c:v>
                </c:pt>
                <c:pt idx="74">
                  <c:v>1.3111064</c:v>
                </c:pt>
                <c:pt idx="75">
                  <c:v>1.28452326</c:v>
                </c:pt>
                <c:pt idx="76">
                  <c:v>1.25658267</c:v>
                </c:pt>
                <c:pt idx="77">
                  <c:v>1.22719192</c:v>
                </c:pt>
                <c:pt idx="78">
                  <c:v>1.19624412</c:v>
                </c:pt>
                <c:pt idx="79">
                  <c:v>1.16361506</c:v>
                </c:pt>
                <c:pt idx="80">
                  <c:v>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100C-4844-AA57-B53530255AA1}"/>
            </c:ext>
          </c:extLst>
        </c:ser>
        <c:ser>
          <c:idx val="9"/>
          <c:order val="9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Data'!$S$2:$S$82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Data'!$T$2:$T$82</c:f>
              <c:numCache>
                <c:formatCode>0</c:formatCode>
                <c:ptCount val="81"/>
                <c:pt idx="0">
                  <c:v>-1.12915898</c:v>
                </c:pt>
                <c:pt idx="1">
                  <c:v>-1.16361506</c:v>
                </c:pt>
                <c:pt idx="2">
                  <c:v>-1.19624412</c:v>
                </c:pt>
                <c:pt idx="3">
                  <c:v>-1.22719192</c:v>
                </c:pt>
                <c:pt idx="4">
                  <c:v>-1.25658267</c:v>
                </c:pt>
                <c:pt idx="5">
                  <c:v>-1.28452326</c:v>
                </c:pt>
                <c:pt idx="6">
                  <c:v>-1.3111064</c:v>
                </c:pt>
                <c:pt idx="7">
                  <c:v>-1.33641311</c:v>
                </c:pt>
                <c:pt idx="8">
                  <c:v>-1.36051461</c:v>
                </c:pt>
                <c:pt idx="9">
                  <c:v>-1.38347389</c:v>
                </c:pt>
                <c:pt idx="10">
                  <c:v>-1.40534693</c:v>
                </c:pt>
                <c:pt idx="11">
                  <c:v>-1.42618372</c:v>
                </c:pt>
                <c:pt idx="12">
                  <c:v>-1.44602905</c:v>
                </c:pt>
                <c:pt idx="13">
                  <c:v>-1.46492321</c:v>
                </c:pt>
                <c:pt idx="14">
                  <c:v>-1.48290256</c:v>
                </c:pt>
                <c:pt idx="15">
                  <c:v>-1.5</c:v>
                </c:pt>
                <c:pt idx="16">
                  <c:v>-1.51624536</c:v>
                </c:pt>
                <c:pt idx="17">
                  <c:v>-1.53166576</c:v>
                </c:pt>
                <c:pt idx="18">
                  <c:v>-1.54628587</c:v>
                </c:pt>
                <c:pt idx="19">
                  <c:v>-1.5601282</c:v>
                </c:pt>
                <c:pt idx="20">
                  <c:v>-1.57321327</c:v>
                </c:pt>
                <c:pt idx="21">
                  <c:v>-1.58555984</c:v>
                </c:pt>
                <c:pt idx="22">
                  <c:v>-1.59718502</c:v>
                </c:pt>
                <c:pt idx="23">
                  <c:v>-1.60810447</c:v>
                </c:pt>
                <c:pt idx="24">
                  <c:v>-1.61833248</c:v>
                </c:pt>
                <c:pt idx="25">
                  <c:v>-1.62788206</c:v>
                </c:pt>
                <c:pt idx="26">
                  <c:v>-1.6367651</c:v>
                </c:pt>
                <c:pt idx="27">
                  <c:v>-1.6449924</c:v>
                </c:pt>
                <c:pt idx="28">
                  <c:v>-1.65257375</c:v>
                </c:pt>
                <c:pt idx="29">
                  <c:v>-1.659518</c:v>
                </c:pt>
                <c:pt idx="30">
                  <c:v>-1.66583312</c:v>
                </c:pt>
                <c:pt idx="31">
                  <c:v>-1.67152625</c:v>
                </c:pt>
                <c:pt idx="32">
                  <c:v>-1.67660371</c:v>
                </c:pt>
                <c:pt idx="33">
                  <c:v>-1.68107109</c:v>
                </c:pt>
                <c:pt idx="34">
                  <c:v>-1.68493323</c:v>
                </c:pt>
                <c:pt idx="35">
                  <c:v>-1.6881943</c:v>
                </c:pt>
                <c:pt idx="36">
                  <c:v>-1.69085777</c:v>
                </c:pt>
                <c:pt idx="37">
                  <c:v>-1.69292646</c:v>
                </c:pt>
                <c:pt idx="38">
                  <c:v>-1.69440255</c:v>
                </c:pt>
                <c:pt idx="39">
                  <c:v>-1.69528759</c:v>
                </c:pt>
                <c:pt idx="40">
                  <c:v>-1.6955825</c:v>
                </c:pt>
                <c:pt idx="41">
                  <c:v>-1.69528759</c:v>
                </c:pt>
                <c:pt idx="42">
                  <c:v>-1.69440255</c:v>
                </c:pt>
                <c:pt idx="43">
                  <c:v>-1.69292646</c:v>
                </c:pt>
                <c:pt idx="44">
                  <c:v>-1.69085777</c:v>
                </c:pt>
                <c:pt idx="45">
                  <c:v>-1.6881943</c:v>
                </c:pt>
                <c:pt idx="46">
                  <c:v>-1.68493323</c:v>
                </c:pt>
                <c:pt idx="47">
                  <c:v>-1.68107109</c:v>
                </c:pt>
                <c:pt idx="48">
                  <c:v>-1.67660371</c:v>
                </c:pt>
                <c:pt idx="49">
                  <c:v>-1.67152625</c:v>
                </c:pt>
                <c:pt idx="50">
                  <c:v>-1.66583312</c:v>
                </c:pt>
                <c:pt idx="51">
                  <c:v>-1.659518</c:v>
                </c:pt>
                <c:pt idx="52">
                  <c:v>-1.65257375</c:v>
                </c:pt>
                <c:pt idx="53">
                  <c:v>-1.6449924</c:v>
                </c:pt>
                <c:pt idx="54">
                  <c:v>-1.6367651</c:v>
                </c:pt>
                <c:pt idx="55">
                  <c:v>-1.62788206</c:v>
                </c:pt>
                <c:pt idx="56">
                  <c:v>-1.61833248</c:v>
                </c:pt>
                <c:pt idx="57">
                  <c:v>-1.60810447</c:v>
                </c:pt>
                <c:pt idx="58">
                  <c:v>-1.59718502</c:v>
                </c:pt>
                <c:pt idx="59">
                  <c:v>-1.58555984</c:v>
                </c:pt>
                <c:pt idx="60">
                  <c:v>-1.57321327</c:v>
                </c:pt>
                <c:pt idx="61">
                  <c:v>-1.5601282</c:v>
                </c:pt>
                <c:pt idx="62">
                  <c:v>-1.54628587</c:v>
                </c:pt>
                <c:pt idx="63">
                  <c:v>-1.53166576</c:v>
                </c:pt>
                <c:pt idx="64">
                  <c:v>-1.51624536</c:v>
                </c:pt>
                <c:pt idx="65">
                  <c:v>-1.5</c:v>
                </c:pt>
                <c:pt idx="66">
                  <c:v>-1.48290256</c:v>
                </c:pt>
                <c:pt idx="67">
                  <c:v>-1.46492321</c:v>
                </c:pt>
                <c:pt idx="68">
                  <c:v>-1.44602905</c:v>
                </c:pt>
                <c:pt idx="69">
                  <c:v>-1.42618372</c:v>
                </c:pt>
                <c:pt idx="70">
                  <c:v>-1.40534693</c:v>
                </c:pt>
                <c:pt idx="71">
                  <c:v>-1.38347389</c:v>
                </c:pt>
                <c:pt idx="72">
                  <c:v>-1.36051461</c:v>
                </c:pt>
                <c:pt idx="73">
                  <c:v>-1.33641311</c:v>
                </c:pt>
                <c:pt idx="74">
                  <c:v>-1.3111064</c:v>
                </c:pt>
                <c:pt idx="75">
                  <c:v>-1.28452326</c:v>
                </c:pt>
                <c:pt idx="76">
                  <c:v>-1.25658267</c:v>
                </c:pt>
                <c:pt idx="77">
                  <c:v>-1.22719192</c:v>
                </c:pt>
                <c:pt idx="78">
                  <c:v>-1.19624412</c:v>
                </c:pt>
                <c:pt idx="79">
                  <c:v>-1.16361506</c:v>
                </c:pt>
                <c:pt idx="80">
                  <c:v>-1.12915898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100C-4844-AA57-B53530255AA1}"/>
            </c:ext>
          </c:extLst>
        </c:ser>
        <c:ser>
          <c:idx val="10"/>
          <c:order val="10"/>
          <c:tx>
            <c:v>Старт</c:v>
          </c:tx>
          <c:spPr>
            <a:solidFill>
              <a:srgbClr val="202020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02020"/>
              </a:solidFill>
              <a:ln w="19050">
                <a:solidFill>
                  <a:srgbClr val="202020"/>
                </a:solidFill>
              </a:ln>
            </c:spPr>
          </c:marker>
          <c:xVal>
            <c:numRef>
              <c:f>'Chart Data'!$U$2:$U$2</c:f>
              <c:numCache>
                <c:formatCode>General</c:formatCode>
                <c:ptCount val="1"/>
                <c:pt idx="0">
                  <c:v>-2.5</c:v>
                </c:pt>
              </c:numCache>
            </c:numRef>
          </c:xVal>
          <c:yVal>
            <c:numRef>
              <c:f>'Chart Data'!$V$2:$V$2</c:f>
              <c:numCache>
                <c:formatCode>0</c:formatCode>
                <c:ptCount val="1"/>
                <c:pt idx="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100C-4844-AA57-B53530255AA1}"/>
            </c:ext>
          </c:extLst>
        </c:ser>
        <c:ser>
          <c:idx val="11"/>
          <c:order val="11"/>
          <c:tx>
            <c:v>Минимум</c:v>
          </c:tx>
          <c:spPr>
            <a:solidFill>
              <a:srgbClr val="2F8B64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F8B64"/>
              </a:solidFill>
              <a:ln w="19050">
                <a:solidFill>
                  <a:srgbClr val="2F8B64"/>
                </a:solidFill>
              </a:ln>
            </c:spPr>
          </c:marker>
          <c:xVal>
            <c:numRef>
              <c:f>'Chart Data'!$W$2:$W$2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Data'!$X$2:$X$2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100C-4844-AA57-B53530255A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w₂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w₁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Data'!$A$2:$A$98</c:f>
              <c:numCache>
                <c:formatCode>General</c:formatCode>
                <c:ptCount val="97"/>
                <c:pt idx="0">
                  <c:v>0.63245553</c:v>
                </c:pt>
                <c:pt idx="1">
                  <c:v>0.6311014</c:v>
                </c:pt>
                <c:pt idx="2">
                  <c:v>0.62704479</c:v>
                </c:pt>
                <c:pt idx="3">
                  <c:v>0.62030308</c:v>
                </c:pt>
                <c:pt idx="4">
                  <c:v>0.61090513</c:v>
                </c:pt>
                <c:pt idx="5">
                  <c:v>0.5988912</c:v>
                </c:pt>
                <c:pt idx="6">
                  <c:v>0.58431272</c:v>
                </c:pt>
                <c:pt idx="7">
                  <c:v>0.56723213</c:v>
                </c:pt>
                <c:pt idx="8">
                  <c:v>0.54772256</c:v>
                </c:pt>
                <c:pt idx="9">
                  <c:v>0.52586756</c:v>
                </c:pt>
                <c:pt idx="10">
                  <c:v>0.50176071</c:v>
                </c:pt>
                <c:pt idx="11">
                  <c:v>0.47550525</c:v>
                </c:pt>
                <c:pt idx="12">
                  <c:v>0.4472136</c:v>
                </c:pt>
                <c:pt idx="13">
                  <c:v>0.41700691</c:v>
                </c:pt>
                <c:pt idx="14">
                  <c:v>0.38501453</c:v>
                </c:pt>
                <c:pt idx="15">
                  <c:v>0.35137347</c:v>
                </c:pt>
                <c:pt idx="16">
                  <c:v>0.31622777</c:v>
                </c:pt>
                <c:pt idx="17">
                  <c:v>0.27972793</c:v>
                </c:pt>
                <c:pt idx="18">
                  <c:v>0.24203025</c:v>
                </c:pt>
                <c:pt idx="19">
                  <c:v>0.20329617</c:v>
                </c:pt>
                <c:pt idx="20">
                  <c:v>0.16369154</c:v>
                </c:pt>
                <c:pt idx="21">
                  <c:v>0.12338595</c:v>
                </c:pt>
                <c:pt idx="22">
                  <c:v>0.08255201</c:v>
                </c:pt>
                <c:pt idx="23">
                  <c:v>0.04136457</c:v>
                </c:pt>
                <c:pt idx="24">
                  <c:v>0</c:v>
                </c:pt>
                <c:pt idx="25">
                  <c:v>-0.04136457</c:v>
                </c:pt>
                <c:pt idx="26">
                  <c:v>-0.08255201</c:v>
                </c:pt>
                <c:pt idx="27">
                  <c:v>-0.12338595</c:v>
                </c:pt>
                <c:pt idx="28">
                  <c:v>-0.16369154</c:v>
                </c:pt>
                <c:pt idx="29">
                  <c:v>-0.20329617</c:v>
                </c:pt>
                <c:pt idx="30">
                  <c:v>-0.24203025</c:v>
                </c:pt>
                <c:pt idx="31">
                  <c:v>-0.27972793</c:v>
                </c:pt>
                <c:pt idx="32">
                  <c:v>-0.31622777</c:v>
                </c:pt>
                <c:pt idx="33">
                  <c:v>-0.35137347</c:v>
                </c:pt>
                <c:pt idx="34">
                  <c:v>-0.38501453</c:v>
                </c:pt>
                <c:pt idx="35">
                  <c:v>-0.41700691</c:v>
                </c:pt>
                <c:pt idx="36">
                  <c:v>-0.4472136</c:v>
                </c:pt>
                <c:pt idx="37">
                  <c:v>-0.47550525</c:v>
                </c:pt>
                <c:pt idx="38">
                  <c:v>-0.50176071</c:v>
                </c:pt>
                <c:pt idx="39">
                  <c:v>-0.52586756</c:v>
                </c:pt>
                <c:pt idx="40">
                  <c:v>-0.54772256</c:v>
                </c:pt>
                <c:pt idx="41">
                  <c:v>-0.56723213</c:v>
                </c:pt>
                <c:pt idx="42">
                  <c:v>-0.58431272</c:v>
                </c:pt>
                <c:pt idx="43">
                  <c:v>-0.5988912</c:v>
                </c:pt>
                <c:pt idx="44">
                  <c:v>-0.61090513</c:v>
                </c:pt>
                <c:pt idx="45">
                  <c:v>-0.62030308</c:v>
                </c:pt>
                <c:pt idx="46">
                  <c:v>-0.62704479</c:v>
                </c:pt>
                <c:pt idx="47">
                  <c:v>-0.6311014</c:v>
                </c:pt>
                <c:pt idx="48">
                  <c:v>-0.63245553</c:v>
                </c:pt>
                <c:pt idx="49">
                  <c:v>-0.6311014</c:v>
                </c:pt>
                <c:pt idx="50">
                  <c:v>-0.62704479</c:v>
                </c:pt>
                <c:pt idx="51">
                  <c:v>-0.62030308</c:v>
                </c:pt>
                <c:pt idx="52">
                  <c:v>-0.61090513</c:v>
                </c:pt>
                <c:pt idx="53">
                  <c:v>-0.5988912</c:v>
                </c:pt>
                <c:pt idx="54">
                  <c:v>-0.58431272</c:v>
                </c:pt>
                <c:pt idx="55">
                  <c:v>-0.56723213</c:v>
                </c:pt>
                <c:pt idx="56">
                  <c:v>-0.54772256</c:v>
                </c:pt>
                <c:pt idx="57">
                  <c:v>-0.52586756</c:v>
                </c:pt>
                <c:pt idx="58">
                  <c:v>-0.50176071</c:v>
                </c:pt>
                <c:pt idx="59">
                  <c:v>-0.47550525</c:v>
                </c:pt>
                <c:pt idx="60">
                  <c:v>-0.4472136</c:v>
                </c:pt>
                <c:pt idx="61">
                  <c:v>-0.41700691</c:v>
                </c:pt>
                <c:pt idx="62">
                  <c:v>-0.38501453</c:v>
                </c:pt>
                <c:pt idx="63">
                  <c:v>-0.35137347</c:v>
                </c:pt>
                <c:pt idx="64">
                  <c:v>-0.31622777</c:v>
                </c:pt>
                <c:pt idx="65">
                  <c:v>-0.27972793</c:v>
                </c:pt>
                <c:pt idx="66">
                  <c:v>-0.24203025</c:v>
                </c:pt>
                <c:pt idx="67">
                  <c:v>-0.20329617</c:v>
                </c:pt>
                <c:pt idx="68">
                  <c:v>-0.16369154</c:v>
                </c:pt>
                <c:pt idx="69">
                  <c:v>-0.12338595</c:v>
                </c:pt>
                <c:pt idx="70">
                  <c:v>-0.08255201</c:v>
                </c:pt>
                <c:pt idx="71">
                  <c:v>-0.04136457</c:v>
                </c:pt>
                <c:pt idx="72">
                  <c:v>-0</c:v>
                </c:pt>
                <c:pt idx="73">
                  <c:v>0.04136457</c:v>
                </c:pt>
                <c:pt idx="74">
                  <c:v>0.08255201</c:v>
                </c:pt>
                <c:pt idx="75">
                  <c:v>0.12338595</c:v>
                </c:pt>
                <c:pt idx="76">
                  <c:v>0.16369154</c:v>
                </c:pt>
                <c:pt idx="77">
                  <c:v>0.20329617</c:v>
                </c:pt>
                <c:pt idx="78">
                  <c:v>0.24203025</c:v>
                </c:pt>
                <c:pt idx="79">
                  <c:v>0.27972793</c:v>
                </c:pt>
                <c:pt idx="80">
                  <c:v>0.31622777</c:v>
                </c:pt>
                <c:pt idx="81">
                  <c:v>0.35137347</c:v>
                </c:pt>
                <c:pt idx="82">
                  <c:v>0.38501453</c:v>
                </c:pt>
                <c:pt idx="83">
                  <c:v>0.41700691</c:v>
                </c:pt>
                <c:pt idx="84">
                  <c:v>0.4472136</c:v>
                </c:pt>
                <c:pt idx="85">
                  <c:v>0.47550525</c:v>
                </c:pt>
                <c:pt idx="86">
                  <c:v>0.50176071</c:v>
                </c:pt>
                <c:pt idx="87">
                  <c:v>0.52586756</c:v>
                </c:pt>
                <c:pt idx="88">
                  <c:v>0.54772256</c:v>
                </c:pt>
                <c:pt idx="89">
                  <c:v>0.56723213</c:v>
                </c:pt>
                <c:pt idx="90">
                  <c:v>0.58431272</c:v>
                </c:pt>
                <c:pt idx="91">
                  <c:v>0.5988912</c:v>
                </c:pt>
                <c:pt idx="92">
                  <c:v>0.61090513</c:v>
                </c:pt>
                <c:pt idx="93">
                  <c:v>0.62030308</c:v>
                </c:pt>
                <c:pt idx="94">
                  <c:v>0.62704479</c:v>
                </c:pt>
                <c:pt idx="95">
                  <c:v>0.6311014</c:v>
                </c:pt>
                <c:pt idx="96">
                  <c:v>0.63245553</c:v>
                </c:pt>
              </c:numCache>
            </c:numRef>
          </c:xVal>
          <c:yVal>
            <c:numRef>
              <c:f>'Chart Data'!$B$2:$B$98</c:f>
              <c:numCache>
                <c:formatCode>0</c:formatCode>
                <c:ptCount val="97"/>
                <c:pt idx="0">
                  <c:v>0</c:v>
                </c:pt>
                <c:pt idx="1">
                  <c:v>0.01308063</c:v>
                </c:pt>
                <c:pt idx="2">
                  <c:v>0.02610524</c:v>
                </c:pt>
                <c:pt idx="3">
                  <c:v>0.03901806</c:v>
                </c:pt>
                <c:pt idx="4">
                  <c:v>0.05176381</c:v>
                </c:pt>
                <c:pt idx="5">
                  <c:v>0.06428789</c:v>
                </c:pt>
                <c:pt idx="6">
                  <c:v>0.07653669</c:v>
                </c:pt>
                <c:pt idx="7">
                  <c:v>0.08845774</c:v>
                </c:pt>
                <c:pt idx="8">
                  <c:v>0.1</c:v>
                </c:pt>
                <c:pt idx="9">
                  <c:v>0.11111405</c:v>
                </c:pt>
                <c:pt idx="10">
                  <c:v>0.12175229</c:v>
                </c:pt>
                <c:pt idx="11">
                  <c:v>0.13186916</c:v>
                </c:pt>
                <c:pt idx="12">
                  <c:v>0.14142136</c:v>
                </c:pt>
                <c:pt idx="13">
                  <c:v>0.15036796</c:v>
                </c:pt>
                <c:pt idx="14">
                  <c:v>0.15867067</c:v>
                </c:pt>
                <c:pt idx="15">
                  <c:v>0.16629392</c:v>
                </c:pt>
                <c:pt idx="16">
                  <c:v>0.17320508</c:v>
                </c:pt>
                <c:pt idx="17">
                  <c:v>0.17937455</c:v>
                </c:pt>
                <c:pt idx="18">
                  <c:v>0.18477591</c:v>
                </c:pt>
                <c:pt idx="19">
                  <c:v>0.18938603</c:v>
                </c:pt>
                <c:pt idx="20">
                  <c:v>0.19318517</c:v>
                </c:pt>
                <c:pt idx="21">
                  <c:v>0.19615706</c:v>
                </c:pt>
                <c:pt idx="22">
                  <c:v>0.19828897</c:v>
                </c:pt>
                <c:pt idx="23">
                  <c:v>0.19957178</c:v>
                </c:pt>
                <c:pt idx="24">
                  <c:v>0.2</c:v>
                </c:pt>
                <c:pt idx="25">
                  <c:v>0.19957178</c:v>
                </c:pt>
                <c:pt idx="26">
                  <c:v>0.19828897</c:v>
                </c:pt>
                <c:pt idx="27">
                  <c:v>0.19615706</c:v>
                </c:pt>
                <c:pt idx="28">
                  <c:v>0.19318517</c:v>
                </c:pt>
                <c:pt idx="29">
                  <c:v>0.18938603</c:v>
                </c:pt>
                <c:pt idx="30">
                  <c:v>0.18477591</c:v>
                </c:pt>
                <c:pt idx="31">
                  <c:v>0.17937455</c:v>
                </c:pt>
                <c:pt idx="32">
                  <c:v>0.17320508</c:v>
                </c:pt>
                <c:pt idx="33">
                  <c:v>0.16629392</c:v>
                </c:pt>
                <c:pt idx="34">
                  <c:v>0.15867067</c:v>
                </c:pt>
                <c:pt idx="35">
                  <c:v>0.15036796</c:v>
                </c:pt>
                <c:pt idx="36">
                  <c:v>0.14142136</c:v>
                </c:pt>
                <c:pt idx="37">
                  <c:v>0.13186916</c:v>
                </c:pt>
                <c:pt idx="38">
                  <c:v>0.12175229</c:v>
                </c:pt>
                <c:pt idx="39">
                  <c:v>0.11111405</c:v>
                </c:pt>
                <c:pt idx="40">
                  <c:v>0.1</c:v>
                </c:pt>
                <c:pt idx="41">
                  <c:v>0.08845774</c:v>
                </c:pt>
                <c:pt idx="42">
                  <c:v>0.07653669</c:v>
                </c:pt>
                <c:pt idx="43">
                  <c:v>0.06428789</c:v>
                </c:pt>
                <c:pt idx="44">
                  <c:v>0.05176381</c:v>
                </c:pt>
                <c:pt idx="45">
                  <c:v>0.03901806</c:v>
                </c:pt>
                <c:pt idx="46">
                  <c:v>0.02610524</c:v>
                </c:pt>
                <c:pt idx="47">
                  <c:v>0.01308063</c:v>
                </c:pt>
                <c:pt idx="48">
                  <c:v>0</c:v>
                </c:pt>
                <c:pt idx="49">
                  <c:v>-0.01308063</c:v>
                </c:pt>
                <c:pt idx="50">
                  <c:v>-0.02610524</c:v>
                </c:pt>
                <c:pt idx="51">
                  <c:v>-0.03901806</c:v>
                </c:pt>
                <c:pt idx="52">
                  <c:v>-0.05176381</c:v>
                </c:pt>
                <c:pt idx="53">
                  <c:v>-0.06428789</c:v>
                </c:pt>
                <c:pt idx="54">
                  <c:v>-0.07653669</c:v>
                </c:pt>
                <c:pt idx="55">
                  <c:v>-0.08845774</c:v>
                </c:pt>
                <c:pt idx="56">
                  <c:v>-0.1</c:v>
                </c:pt>
                <c:pt idx="57">
                  <c:v>-0.11111405</c:v>
                </c:pt>
                <c:pt idx="58">
                  <c:v>-0.12175229</c:v>
                </c:pt>
                <c:pt idx="59">
                  <c:v>-0.13186916</c:v>
                </c:pt>
                <c:pt idx="60">
                  <c:v>-0.14142136</c:v>
                </c:pt>
                <c:pt idx="61">
                  <c:v>-0.15036796</c:v>
                </c:pt>
                <c:pt idx="62">
                  <c:v>-0.15867067</c:v>
                </c:pt>
                <c:pt idx="63">
                  <c:v>-0.16629392</c:v>
                </c:pt>
                <c:pt idx="64">
                  <c:v>-0.17320508</c:v>
                </c:pt>
                <c:pt idx="65">
                  <c:v>-0.17937455</c:v>
                </c:pt>
                <c:pt idx="66">
                  <c:v>-0.18477591</c:v>
                </c:pt>
                <c:pt idx="67">
                  <c:v>-0.18938603</c:v>
                </c:pt>
                <c:pt idx="68">
                  <c:v>-0.19318517</c:v>
                </c:pt>
                <c:pt idx="69">
                  <c:v>-0.19615706</c:v>
                </c:pt>
                <c:pt idx="70">
                  <c:v>-0.19828897</c:v>
                </c:pt>
                <c:pt idx="71">
                  <c:v>-0.19957178</c:v>
                </c:pt>
                <c:pt idx="72">
                  <c:v>-0.2</c:v>
                </c:pt>
                <c:pt idx="73">
                  <c:v>-0.19957178</c:v>
                </c:pt>
                <c:pt idx="74">
                  <c:v>-0.19828897</c:v>
                </c:pt>
                <c:pt idx="75">
                  <c:v>-0.19615706</c:v>
                </c:pt>
                <c:pt idx="76">
                  <c:v>-0.19318517</c:v>
                </c:pt>
                <c:pt idx="77">
                  <c:v>-0.18938603</c:v>
                </c:pt>
                <c:pt idx="78">
                  <c:v>-0.18477591</c:v>
                </c:pt>
                <c:pt idx="79">
                  <c:v>-0.17937455</c:v>
                </c:pt>
                <c:pt idx="80">
                  <c:v>-0.17320508</c:v>
                </c:pt>
                <c:pt idx="81">
                  <c:v>-0.16629392</c:v>
                </c:pt>
                <c:pt idx="82">
                  <c:v>-0.15867067</c:v>
                </c:pt>
                <c:pt idx="83">
                  <c:v>-0.15036796</c:v>
                </c:pt>
                <c:pt idx="84">
                  <c:v>-0.14142136</c:v>
                </c:pt>
                <c:pt idx="85">
                  <c:v>-0.13186916</c:v>
                </c:pt>
                <c:pt idx="86">
                  <c:v>-0.12175229</c:v>
                </c:pt>
                <c:pt idx="87">
                  <c:v>-0.11111405</c:v>
                </c:pt>
                <c:pt idx="88">
                  <c:v>-0.1</c:v>
                </c:pt>
                <c:pt idx="89">
                  <c:v>-0.08845774</c:v>
                </c:pt>
                <c:pt idx="90">
                  <c:v>-0.07653669</c:v>
                </c:pt>
                <c:pt idx="91">
                  <c:v>-0.06428789</c:v>
                </c:pt>
                <c:pt idx="92">
                  <c:v>-0.05176381</c:v>
                </c:pt>
                <c:pt idx="93">
                  <c:v>-0.03901806</c:v>
                </c:pt>
                <c:pt idx="94">
                  <c:v>-0.02610524</c:v>
                </c:pt>
                <c:pt idx="95">
                  <c:v>-0.01308063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0D-5E4F-818C-76C2CB863E8A}"/>
            </c:ext>
          </c:extLst>
        </c:ser>
        <c:ser>
          <c:idx val="1"/>
          <c:order val="1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Data'!$C$2:$C$98</c:f>
              <c:numCache>
                <c:formatCode>General</c:formatCode>
                <c:ptCount val="97"/>
                <c:pt idx="0">
                  <c:v>1</c:v>
                </c:pt>
                <c:pt idx="1">
                  <c:v>0.99785892</c:v>
                </c:pt>
                <c:pt idx="2">
                  <c:v>0.99144486</c:v>
                </c:pt>
                <c:pt idx="3">
                  <c:v>0.98078528</c:v>
                </c:pt>
                <c:pt idx="4">
                  <c:v>0.96592583</c:v>
                </c:pt>
                <c:pt idx="5">
                  <c:v>0.94693013</c:v>
                </c:pt>
                <c:pt idx="6">
                  <c:v>0.92387953</c:v>
                </c:pt>
                <c:pt idx="7">
                  <c:v>0.89687274</c:v>
                </c:pt>
                <c:pt idx="8">
                  <c:v>0.8660254</c:v>
                </c:pt>
                <c:pt idx="9">
                  <c:v>0.83146961</c:v>
                </c:pt>
                <c:pt idx="10">
                  <c:v>0.79335334</c:v>
                </c:pt>
                <c:pt idx="11">
                  <c:v>0.75183981</c:v>
                </c:pt>
                <c:pt idx="12">
                  <c:v>0.70710678</c:v>
                </c:pt>
                <c:pt idx="13">
                  <c:v>0.65934582</c:v>
                </c:pt>
                <c:pt idx="14">
                  <c:v>0.60876143</c:v>
                </c:pt>
                <c:pt idx="15">
                  <c:v>0.55557023</c:v>
                </c:pt>
                <c:pt idx="16">
                  <c:v>0.5</c:v>
                </c:pt>
                <c:pt idx="17">
                  <c:v>0.44228869</c:v>
                </c:pt>
                <c:pt idx="18">
                  <c:v>0.38268343</c:v>
                </c:pt>
                <c:pt idx="19">
                  <c:v>0.32143947</c:v>
                </c:pt>
                <c:pt idx="20">
                  <c:v>0.25881905</c:v>
                </c:pt>
                <c:pt idx="21">
                  <c:v>0.19509032</c:v>
                </c:pt>
                <c:pt idx="22">
                  <c:v>0.13052619</c:v>
                </c:pt>
                <c:pt idx="23">
                  <c:v>0.06540313</c:v>
                </c:pt>
                <c:pt idx="24">
                  <c:v>0</c:v>
                </c:pt>
                <c:pt idx="25">
                  <c:v>-0.06540313</c:v>
                </c:pt>
                <c:pt idx="26">
                  <c:v>-0.13052619</c:v>
                </c:pt>
                <c:pt idx="27">
                  <c:v>-0.19509032</c:v>
                </c:pt>
                <c:pt idx="28">
                  <c:v>-0.25881905</c:v>
                </c:pt>
                <c:pt idx="29">
                  <c:v>-0.32143947</c:v>
                </c:pt>
                <c:pt idx="30">
                  <c:v>-0.38268343</c:v>
                </c:pt>
                <c:pt idx="31">
                  <c:v>-0.44228869</c:v>
                </c:pt>
                <c:pt idx="32">
                  <c:v>-0.5</c:v>
                </c:pt>
                <c:pt idx="33">
                  <c:v>-0.55557023</c:v>
                </c:pt>
                <c:pt idx="34">
                  <c:v>-0.60876143</c:v>
                </c:pt>
                <c:pt idx="35">
                  <c:v>-0.65934582</c:v>
                </c:pt>
                <c:pt idx="36">
                  <c:v>-0.70710678</c:v>
                </c:pt>
                <c:pt idx="37">
                  <c:v>-0.75183981</c:v>
                </c:pt>
                <c:pt idx="38">
                  <c:v>-0.79335334</c:v>
                </c:pt>
                <c:pt idx="39">
                  <c:v>-0.83146961</c:v>
                </c:pt>
                <c:pt idx="40">
                  <c:v>-0.8660254</c:v>
                </c:pt>
                <c:pt idx="41">
                  <c:v>-0.89687274</c:v>
                </c:pt>
                <c:pt idx="42">
                  <c:v>-0.92387953</c:v>
                </c:pt>
                <c:pt idx="43">
                  <c:v>-0.94693013</c:v>
                </c:pt>
                <c:pt idx="44">
                  <c:v>-0.96592583</c:v>
                </c:pt>
                <c:pt idx="45">
                  <c:v>-0.98078528</c:v>
                </c:pt>
                <c:pt idx="46">
                  <c:v>-0.99144486</c:v>
                </c:pt>
                <c:pt idx="47">
                  <c:v>-0.99785892</c:v>
                </c:pt>
                <c:pt idx="48">
                  <c:v>-1</c:v>
                </c:pt>
                <c:pt idx="49">
                  <c:v>-0.99785892</c:v>
                </c:pt>
                <c:pt idx="50">
                  <c:v>-0.99144486</c:v>
                </c:pt>
                <c:pt idx="51">
                  <c:v>-0.98078528</c:v>
                </c:pt>
                <c:pt idx="52">
                  <c:v>-0.96592583</c:v>
                </c:pt>
                <c:pt idx="53">
                  <c:v>-0.94693013</c:v>
                </c:pt>
                <c:pt idx="54">
                  <c:v>-0.92387953</c:v>
                </c:pt>
                <c:pt idx="55">
                  <c:v>-0.89687274</c:v>
                </c:pt>
                <c:pt idx="56">
                  <c:v>-0.8660254</c:v>
                </c:pt>
                <c:pt idx="57">
                  <c:v>-0.83146961</c:v>
                </c:pt>
                <c:pt idx="58">
                  <c:v>-0.79335334</c:v>
                </c:pt>
                <c:pt idx="59">
                  <c:v>-0.75183981</c:v>
                </c:pt>
                <c:pt idx="60">
                  <c:v>-0.70710678</c:v>
                </c:pt>
                <c:pt idx="61">
                  <c:v>-0.65934582</c:v>
                </c:pt>
                <c:pt idx="62">
                  <c:v>-0.60876143</c:v>
                </c:pt>
                <c:pt idx="63">
                  <c:v>-0.55557023</c:v>
                </c:pt>
                <c:pt idx="64">
                  <c:v>-0.5</c:v>
                </c:pt>
                <c:pt idx="65">
                  <c:v>-0.44228869</c:v>
                </c:pt>
                <c:pt idx="66">
                  <c:v>-0.38268343</c:v>
                </c:pt>
                <c:pt idx="67">
                  <c:v>-0.32143947</c:v>
                </c:pt>
                <c:pt idx="68">
                  <c:v>-0.25881905</c:v>
                </c:pt>
                <c:pt idx="69">
                  <c:v>-0.19509032</c:v>
                </c:pt>
                <c:pt idx="70">
                  <c:v>-0.13052619</c:v>
                </c:pt>
                <c:pt idx="71">
                  <c:v>-0.06540313</c:v>
                </c:pt>
                <c:pt idx="72">
                  <c:v>-0</c:v>
                </c:pt>
                <c:pt idx="73">
                  <c:v>0.06540313</c:v>
                </c:pt>
                <c:pt idx="74">
                  <c:v>0.13052619</c:v>
                </c:pt>
                <c:pt idx="75">
                  <c:v>0.19509032</c:v>
                </c:pt>
                <c:pt idx="76">
                  <c:v>0.25881905</c:v>
                </c:pt>
                <c:pt idx="77">
                  <c:v>0.32143947</c:v>
                </c:pt>
                <c:pt idx="78">
                  <c:v>0.38268343</c:v>
                </c:pt>
                <c:pt idx="79">
                  <c:v>0.44228869</c:v>
                </c:pt>
                <c:pt idx="80">
                  <c:v>0.5</c:v>
                </c:pt>
                <c:pt idx="81">
                  <c:v>0.55557023</c:v>
                </c:pt>
                <c:pt idx="82">
                  <c:v>0.60876143</c:v>
                </c:pt>
                <c:pt idx="83">
                  <c:v>0.65934582</c:v>
                </c:pt>
                <c:pt idx="84">
                  <c:v>0.70710678</c:v>
                </c:pt>
                <c:pt idx="85">
                  <c:v>0.75183981</c:v>
                </c:pt>
                <c:pt idx="86">
                  <c:v>0.79335334</c:v>
                </c:pt>
                <c:pt idx="87">
                  <c:v>0.83146961</c:v>
                </c:pt>
                <c:pt idx="88">
                  <c:v>0.8660254</c:v>
                </c:pt>
                <c:pt idx="89">
                  <c:v>0.89687274</c:v>
                </c:pt>
                <c:pt idx="90">
                  <c:v>0.92387953</c:v>
                </c:pt>
                <c:pt idx="91">
                  <c:v>0.94693013</c:v>
                </c:pt>
                <c:pt idx="92">
                  <c:v>0.96592583</c:v>
                </c:pt>
                <c:pt idx="93">
                  <c:v>0.98078528</c:v>
                </c:pt>
                <c:pt idx="94">
                  <c:v>0.99144486</c:v>
                </c:pt>
                <c:pt idx="95">
                  <c:v>0.99785892</c:v>
                </c:pt>
                <c:pt idx="96">
                  <c:v>1</c:v>
                </c:pt>
              </c:numCache>
            </c:numRef>
          </c:xVal>
          <c:yVal>
            <c:numRef>
              <c:f>'Chart Data'!$D$2:$D$98</c:f>
              <c:numCache>
                <c:formatCode>0</c:formatCode>
                <c:ptCount val="97"/>
                <c:pt idx="0">
                  <c:v>0</c:v>
                </c:pt>
                <c:pt idx="1">
                  <c:v>0.02068229</c:v>
                </c:pt>
                <c:pt idx="2">
                  <c:v>0.04127601</c:v>
                </c:pt>
                <c:pt idx="3">
                  <c:v>0.06169298</c:v>
                </c:pt>
                <c:pt idx="4">
                  <c:v>0.08184577</c:v>
                </c:pt>
                <c:pt idx="5">
                  <c:v>0.10164808</c:v>
                </c:pt>
                <c:pt idx="6">
                  <c:v>0.12101513</c:v>
                </c:pt>
                <c:pt idx="7">
                  <c:v>0.13986396</c:v>
                </c:pt>
                <c:pt idx="8">
                  <c:v>0.15811388</c:v>
                </c:pt>
                <c:pt idx="9">
                  <c:v>0.17568673</c:v>
                </c:pt>
                <c:pt idx="10">
                  <c:v>0.19250727</c:v>
                </c:pt>
                <c:pt idx="11">
                  <c:v>0.20850345</c:v>
                </c:pt>
                <c:pt idx="12">
                  <c:v>0.2236068</c:v>
                </c:pt>
                <c:pt idx="13">
                  <c:v>0.23775262</c:v>
                </c:pt>
                <c:pt idx="14">
                  <c:v>0.25088035</c:v>
                </c:pt>
                <c:pt idx="15">
                  <c:v>0.26293378</c:v>
                </c:pt>
                <c:pt idx="16">
                  <c:v>0.27386128</c:v>
                </c:pt>
                <c:pt idx="17">
                  <c:v>0.28361606</c:v>
                </c:pt>
                <c:pt idx="18">
                  <c:v>0.29215636</c:v>
                </c:pt>
                <c:pt idx="19">
                  <c:v>0.2994456</c:v>
                </c:pt>
                <c:pt idx="20">
                  <c:v>0.30545257</c:v>
                </c:pt>
                <c:pt idx="21">
                  <c:v>0.31015154</c:v>
                </c:pt>
                <c:pt idx="22">
                  <c:v>0.31352239</c:v>
                </c:pt>
                <c:pt idx="23">
                  <c:v>0.3155507</c:v>
                </c:pt>
                <c:pt idx="24">
                  <c:v>0.31622777</c:v>
                </c:pt>
                <c:pt idx="25">
                  <c:v>0.3155507</c:v>
                </c:pt>
                <c:pt idx="26">
                  <c:v>0.31352239</c:v>
                </c:pt>
                <c:pt idx="27">
                  <c:v>0.31015154</c:v>
                </c:pt>
                <c:pt idx="28">
                  <c:v>0.30545257</c:v>
                </c:pt>
                <c:pt idx="29">
                  <c:v>0.2994456</c:v>
                </c:pt>
                <c:pt idx="30">
                  <c:v>0.29215636</c:v>
                </c:pt>
                <c:pt idx="31">
                  <c:v>0.28361606</c:v>
                </c:pt>
                <c:pt idx="32">
                  <c:v>0.27386128</c:v>
                </c:pt>
                <c:pt idx="33">
                  <c:v>0.26293378</c:v>
                </c:pt>
                <c:pt idx="34">
                  <c:v>0.25088035</c:v>
                </c:pt>
                <c:pt idx="35">
                  <c:v>0.23775262</c:v>
                </c:pt>
                <c:pt idx="36">
                  <c:v>0.2236068</c:v>
                </c:pt>
                <c:pt idx="37">
                  <c:v>0.20850345</c:v>
                </c:pt>
                <c:pt idx="38">
                  <c:v>0.19250727</c:v>
                </c:pt>
                <c:pt idx="39">
                  <c:v>0.17568673</c:v>
                </c:pt>
                <c:pt idx="40">
                  <c:v>0.15811388</c:v>
                </c:pt>
                <c:pt idx="41">
                  <c:v>0.13986396</c:v>
                </c:pt>
                <c:pt idx="42">
                  <c:v>0.12101513</c:v>
                </c:pt>
                <c:pt idx="43">
                  <c:v>0.10164808</c:v>
                </c:pt>
                <c:pt idx="44">
                  <c:v>0.08184577</c:v>
                </c:pt>
                <c:pt idx="45">
                  <c:v>0.06169298</c:v>
                </c:pt>
                <c:pt idx="46">
                  <c:v>0.04127601</c:v>
                </c:pt>
                <c:pt idx="47">
                  <c:v>0.02068229</c:v>
                </c:pt>
                <c:pt idx="48">
                  <c:v>0</c:v>
                </c:pt>
                <c:pt idx="49">
                  <c:v>-0.02068229</c:v>
                </c:pt>
                <c:pt idx="50">
                  <c:v>-0.04127601</c:v>
                </c:pt>
                <c:pt idx="51">
                  <c:v>-0.06169298</c:v>
                </c:pt>
                <c:pt idx="52">
                  <c:v>-0.08184577</c:v>
                </c:pt>
                <c:pt idx="53">
                  <c:v>-0.10164808</c:v>
                </c:pt>
                <c:pt idx="54">
                  <c:v>-0.12101513</c:v>
                </c:pt>
                <c:pt idx="55">
                  <c:v>-0.13986396</c:v>
                </c:pt>
                <c:pt idx="56">
                  <c:v>-0.15811388</c:v>
                </c:pt>
                <c:pt idx="57">
                  <c:v>-0.17568673</c:v>
                </c:pt>
                <c:pt idx="58">
                  <c:v>-0.19250727</c:v>
                </c:pt>
                <c:pt idx="59">
                  <c:v>-0.20850345</c:v>
                </c:pt>
                <c:pt idx="60">
                  <c:v>-0.2236068</c:v>
                </c:pt>
                <c:pt idx="61">
                  <c:v>-0.23775262</c:v>
                </c:pt>
                <c:pt idx="62">
                  <c:v>-0.25088035</c:v>
                </c:pt>
                <c:pt idx="63">
                  <c:v>-0.26293378</c:v>
                </c:pt>
                <c:pt idx="64">
                  <c:v>-0.27386128</c:v>
                </c:pt>
                <c:pt idx="65">
                  <c:v>-0.28361606</c:v>
                </c:pt>
                <c:pt idx="66">
                  <c:v>-0.29215636</c:v>
                </c:pt>
                <c:pt idx="67">
                  <c:v>-0.2994456</c:v>
                </c:pt>
                <c:pt idx="68">
                  <c:v>-0.30545257</c:v>
                </c:pt>
                <c:pt idx="69">
                  <c:v>-0.31015154</c:v>
                </c:pt>
                <c:pt idx="70">
                  <c:v>-0.31352239</c:v>
                </c:pt>
                <c:pt idx="71">
                  <c:v>-0.3155507</c:v>
                </c:pt>
                <c:pt idx="72">
                  <c:v>-0.31622777</c:v>
                </c:pt>
                <c:pt idx="73">
                  <c:v>-0.3155507</c:v>
                </c:pt>
                <c:pt idx="74">
                  <c:v>-0.31352239</c:v>
                </c:pt>
                <c:pt idx="75">
                  <c:v>-0.31015154</c:v>
                </c:pt>
                <c:pt idx="76">
                  <c:v>-0.30545257</c:v>
                </c:pt>
                <c:pt idx="77">
                  <c:v>-0.2994456</c:v>
                </c:pt>
                <c:pt idx="78">
                  <c:v>-0.29215636</c:v>
                </c:pt>
                <c:pt idx="79">
                  <c:v>-0.28361606</c:v>
                </c:pt>
                <c:pt idx="80">
                  <c:v>-0.27386128</c:v>
                </c:pt>
                <c:pt idx="81">
                  <c:v>-0.26293378</c:v>
                </c:pt>
                <c:pt idx="82">
                  <c:v>-0.25088035</c:v>
                </c:pt>
                <c:pt idx="83">
                  <c:v>-0.23775262</c:v>
                </c:pt>
                <c:pt idx="84">
                  <c:v>-0.2236068</c:v>
                </c:pt>
                <c:pt idx="85">
                  <c:v>-0.20850345</c:v>
                </c:pt>
                <c:pt idx="86">
                  <c:v>-0.19250727</c:v>
                </c:pt>
                <c:pt idx="87">
                  <c:v>-0.17568673</c:v>
                </c:pt>
                <c:pt idx="88">
                  <c:v>-0.15811388</c:v>
                </c:pt>
                <c:pt idx="89">
                  <c:v>-0.13986396</c:v>
                </c:pt>
                <c:pt idx="90">
                  <c:v>-0.12101513</c:v>
                </c:pt>
                <c:pt idx="91">
                  <c:v>-0.10164808</c:v>
                </c:pt>
                <c:pt idx="92">
                  <c:v>-0.08184577</c:v>
                </c:pt>
                <c:pt idx="93">
                  <c:v>-0.06169298</c:v>
                </c:pt>
                <c:pt idx="94">
                  <c:v>-0.04127601</c:v>
                </c:pt>
                <c:pt idx="95">
                  <c:v>-0.02068229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0D-5E4F-818C-76C2CB863E8A}"/>
            </c:ext>
          </c:extLst>
        </c:ser>
        <c:ser>
          <c:idx val="2"/>
          <c:order val="2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Data'!$E$2:$E$98</c:f>
              <c:numCache>
                <c:formatCode>General</c:formatCode>
                <c:ptCount val="97"/>
                <c:pt idx="0">
                  <c:v>1.41421356</c:v>
                </c:pt>
                <c:pt idx="1">
                  <c:v>1.41118562</c:v>
                </c:pt>
                <c:pt idx="2">
                  <c:v>1.40211477</c:v>
                </c:pt>
                <c:pt idx="3">
                  <c:v>1.38703985</c:v>
                </c:pt>
                <c:pt idx="4">
                  <c:v>1.3660254</c:v>
                </c:pt>
                <c:pt idx="5">
                  <c:v>1.33916143</c:v>
                </c:pt>
                <c:pt idx="6">
                  <c:v>1.30656296</c:v>
                </c:pt>
                <c:pt idx="7">
                  <c:v>1.26836959</c:v>
                </c:pt>
                <c:pt idx="8">
                  <c:v>1.22474487</c:v>
                </c:pt>
                <c:pt idx="9">
                  <c:v>1.1758756</c:v>
                </c:pt>
                <c:pt idx="10">
                  <c:v>1.12197105</c:v>
                </c:pt>
                <c:pt idx="11">
                  <c:v>1.06326205</c:v>
                </c:pt>
                <c:pt idx="12">
                  <c:v>1</c:v>
                </c:pt>
                <c:pt idx="13">
                  <c:v>0.93245579</c:v>
                </c:pt>
                <c:pt idx="14">
                  <c:v>0.86091867</c:v>
                </c:pt>
                <c:pt idx="15">
                  <c:v>0.78569496</c:v>
                </c:pt>
                <c:pt idx="16">
                  <c:v>0.70710678</c:v>
                </c:pt>
                <c:pt idx="17">
                  <c:v>0.62549066</c:v>
                </c:pt>
                <c:pt idx="18">
                  <c:v>0.5411961</c:v>
                </c:pt>
                <c:pt idx="19">
                  <c:v>0.45458405</c:v>
                </c:pt>
                <c:pt idx="20">
                  <c:v>0.3660254</c:v>
                </c:pt>
                <c:pt idx="21">
                  <c:v>0.27589938</c:v>
                </c:pt>
                <c:pt idx="22">
                  <c:v>0.18459191</c:v>
                </c:pt>
                <c:pt idx="23">
                  <c:v>0.09249399</c:v>
                </c:pt>
                <c:pt idx="24">
                  <c:v>0</c:v>
                </c:pt>
                <c:pt idx="25">
                  <c:v>-0.09249399</c:v>
                </c:pt>
                <c:pt idx="26">
                  <c:v>-0.18459191</c:v>
                </c:pt>
                <c:pt idx="27">
                  <c:v>-0.27589938</c:v>
                </c:pt>
                <c:pt idx="28">
                  <c:v>-0.3660254</c:v>
                </c:pt>
                <c:pt idx="29">
                  <c:v>-0.45458405</c:v>
                </c:pt>
                <c:pt idx="30">
                  <c:v>-0.5411961</c:v>
                </c:pt>
                <c:pt idx="31">
                  <c:v>-0.62549066</c:v>
                </c:pt>
                <c:pt idx="32">
                  <c:v>-0.70710678</c:v>
                </c:pt>
                <c:pt idx="33">
                  <c:v>-0.78569496</c:v>
                </c:pt>
                <c:pt idx="34">
                  <c:v>-0.86091867</c:v>
                </c:pt>
                <c:pt idx="35">
                  <c:v>-0.93245579</c:v>
                </c:pt>
                <c:pt idx="36">
                  <c:v>-1</c:v>
                </c:pt>
                <c:pt idx="37">
                  <c:v>-1.06326205</c:v>
                </c:pt>
                <c:pt idx="38">
                  <c:v>-1.12197105</c:v>
                </c:pt>
                <c:pt idx="39">
                  <c:v>-1.1758756</c:v>
                </c:pt>
                <c:pt idx="40">
                  <c:v>-1.22474487</c:v>
                </c:pt>
                <c:pt idx="41">
                  <c:v>-1.26836959</c:v>
                </c:pt>
                <c:pt idx="42">
                  <c:v>-1.30656296</c:v>
                </c:pt>
                <c:pt idx="43">
                  <c:v>-1.33916143</c:v>
                </c:pt>
                <c:pt idx="44">
                  <c:v>-1.3660254</c:v>
                </c:pt>
                <c:pt idx="45">
                  <c:v>-1.38703985</c:v>
                </c:pt>
                <c:pt idx="46">
                  <c:v>-1.40211477</c:v>
                </c:pt>
                <c:pt idx="47">
                  <c:v>-1.41118562</c:v>
                </c:pt>
                <c:pt idx="48">
                  <c:v>-1.41421356</c:v>
                </c:pt>
                <c:pt idx="49">
                  <c:v>-1.41118562</c:v>
                </c:pt>
                <c:pt idx="50">
                  <c:v>-1.40211477</c:v>
                </c:pt>
                <c:pt idx="51">
                  <c:v>-1.38703985</c:v>
                </c:pt>
                <c:pt idx="52">
                  <c:v>-1.3660254</c:v>
                </c:pt>
                <c:pt idx="53">
                  <c:v>-1.33916143</c:v>
                </c:pt>
                <c:pt idx="54">
                  <c:v>-1.30656296</c:v>
                </c:pt>
                <c:pt idx="55">
                  <c:v>-1.26836959</c:v>
                </c:pt>
                <c:pt idx="56">
                  <c:v>-1.22474487</c:v>
                </c:pt>
                <c:pt idx="57">
                  <c:v>-1.1758756</c:v>
                </c:pt>
                <c:pt idx="58">
                  <c:v>-1.12197105</c:v>
                </c:pt>
                <c:pt idx="59">
                  <c:v>-1.06326205</c:v>
                </c:pt>
                <c:pt idx="60">
                  <c:v>-1</c:v>
                </c:pt>
                <c:pt idx="61">
                  <c:v>-0.93245579</c:v>
                </c:pt>
                <c:pt idx="62">
                  <c:v>-0.86091867</c:v>
                </c:pt>
                <c:pt idx="63">
                  <c:v>-0.78569496</c:v>
                </c:pt>
                <c:pt idx="64">
                  <c:v>-0.70710678</c:v>
                </c:pt>
                <c:pt idx="65">
                  <c:v>-0.62549066</c:v>
                </c:pt>
                <c:pt idx="66">
                  <c:v>-0.5411961</c:v>
                </c:pt>
                <c:pt idx="67">
                  <c:v>-0.45458405</c:v>
                </c:pt>
                <c:pt idx="68">
                  <c:v>-0.3660254</c:v>
                </c:pt>
                <c:pt idx="69">
                  <c:v>-0.27589938</c:v>
                </c:pt>
                <c:pt idx="70">
                  <c:v>-0.18459191</c:v>
                </c:pt>
                <c:pt idx="71">
                  <c:v>-0.09249399</c:v>
                </c:pt>
                <c:pt idx="72">
                  <c:v>-0</c:v>
                </c:pt>
                <c:pt idx="73">
                  <c:v>0.09249399</c:v>
                </c:pt>
                <c:pt idx="74">
                  <c:v>0.18459191</c:v>
                </c:pt>
                <c:pt idx="75">
                  <c:v>0.27589938</c:v>
                </c:pt>
                <c:pt idx="76">
                  <c:v>0.3660254</c:v>
                </c:pt>
                <c:pt idx="77">
                  <c:v>0.45458405</c:v>
                </c:pt>
                <c:pt idx="78">
                  <c:v>0.5411961</c:v>
                </c:pt>
                <c:pt idx="79">
                  <c:v>0.62549066</c:v>
                </c:pt>
                <c:pt idx="80">
                  <c:v>0.70710678</c:v>
                </c:pt>
                <c:pt idx="81">
                  <c:v>0.78569496</c:v>
                </c:pt>
                <c:pt idx="82">
                  <c:v>0.86091867</c:v>
                </c:pt>
                <c:pt idx="83">
                  <c:v>0.93245579</c:v>
                </c:pt>
                <c:pt idx="84">
                  <c:v>1</c:v>
                </c:pt>
                <c:pt idx="85">
                  <c:v>1.06326205</c:v>
                </c:pt>
                <c:pt idx="86">
                  <c:v>1.12197105</c:v>
                </c:pt>
                <c:pt idx="87">
                  <c:v>1.1758756</c:v>
                </c:pt>
                <c:pt idx="88">
                  <c:v>1.22474487</c:v>
                </c:pt>
                <c:pt idx="89">
                  <c:v>1.26836959</c:v>
                </c:pt>
                <c:pt idx="90">
                  <c:v>1.30656296</c:v>
                </c:pt>
                <c:pt idx="91">
                  <c:v>1.33916143</c:v>
                </c:pt>
                <c:pt idx="92">
                  <c:v>1.3660254</c:v>
                </c:pt>
                <c:pt idx="93">
                  <c:v>1.38703985</c:v>
                </c:pt>
                <c:pt idx="94">
                  <c:v>1.40211477</c:v>
                </c:pt>
                <c:pt idx="95">
                  <c:v>1.41118562</c:v>
                </c:pt>
                <c:pt idx="96">
                  <c:v>1.41421356</c:v>
                </c:pt>
              </c:numCache>
            </c:numRef>
          </c:xVal>
          <c:yVal>
            <c:numRef>
              <c:f>'Chart Data'!$F$2:$F$98</c:f>
              <c:numCache>
                <c:formatCode>0</c:formatCode>
                <c:ptCount val="97"/>
                <c:pt idx="0">
                  <c:v>0</c:v>
                </c:pt>
                <c:pt idx="1">
                  <c:v>0.02924917</c:v>
                </c:pt>
                <c:pt idx="2">
                  <c:v>0.05837309</c:v>
                </c:pt>
                <c:pt idx="3">
                  <c:v>0.08724704</c:v>
                </c:pt>
                <c:pt idx="4">
                  <c:v>0.1157474</c:v>
                </c:pt>
                <c:pt idx="5">
                  <c:v>0.1437521</c:v>
                </c:pt>
                <c:pt idx="6">
                  <c:v>0.17114123</c:v>
                </c:pt>
                <c:pt idx="7">
                  <c:v>0.19779752</c:v>
                </c:pt>
                <c:pt idx="8">
                  <c:v>0.2236068</c:v>
                </c:pt>
                <c:pt idx="9">
                  <c:v>0.24845856</c:v>
                </c:pt>
                <c:pt idx="10">
                  <c:v>0.27224639</c:v>
                </c:pt>
                <c:pt idx="11">
                  <c:v>0.29486841</c:v>
                </c:pt>
                <c:pt idx="12">
                  <c:v>0.31622777</c:v>
                </c:pt>
                <c:pt idx="13">
                  <c:v>0.33623298</c:v>
                </c:pt>
                <c:pt idx="14">
                  <c:v>0.3547984</c:v>
                </c:pt>
                <c:pt idx="15">
                  <c:v>0.37184451</c:v>
                </c:pt>
                <c:pt idx="16">
                  <c:v>0.38729833</c:v>
                </c:pt>
                <c:pt idx="17">
                  <c:v>0.40109368</c:v>
                </c:pt>
                <c:pt idx="18">
                  <c:v>0.41317149</c:v>
                </c:pt>
                <c:pt idx="19">
                  <c:v>0.42348003</c:v>
                </c:pt>
                <c:pt idx="20">
                  <c:v>0.43197516</c:v>
                </c:pt>
                <c:pt idx="21">
                  <c:v>0.43862051</c:v>
                </c:pt>
                <c:pt idx="22">
                  <c:v>0.44338762</c:v>
                </c:pt>
                <c:pt idx="23">
                  <c:v>0.44625608</c:v>
                </c:pt>
                <c:pt idx="24">
                  <c:v>0.4472136</c:v>
                </c:pt>
                <c:pt idx="25">
                  <c:v>0.44625608</c:v>
                </c:pt>
                <c:pt idx="26">
                  <c:v>0.44338762</c:v>
                </c:pt>
                <c:pt idx="27">
                  <c:v>0.43862051</c:v>
                </c:pt>
                <c:pt idx="28">
                  <c:v>0.43197516</c:v>
                </c:pt>
                <c:pt idx="29">
                  <c:v>0.42348003</c:v>
                </c:pt>
                <c:pt idx="30">
                  <c:v>0.41317149</c:v>
                </c:pt>
                <c:pt idx="31">
                  <c:v>0.40109368</c:v>
                </c:pt>
                <c:pt idx="32">
                  <c:v>0.38729833</c:v>
                </c:pt>
                <c:pt idx="33">
                  <c:v>0.37184451</c:v>
                </c:pt>
                <c:pt idx="34">
                  <c:v>0.3547984</c:v>
                </c:pt>
                <c:pt idx="35">
                  <c:v>0.33623298</c:v>
                </c:pt>
                <c:pt idx="36">
                  <c:v>0.31622777</c:v>
                </c:pt>
                <c:pt idx="37">
                  <c:v>0.29486841</c:v>
                </c:pt>
                <c:pt idx="38">
                  <c:v>0.27224639</c:v>
                </c:pt>
                <c:pt idx="39">
                  <c:v>0.24845856</c:v>
                </c:pt>
                <c:pt idx="40">
                  <c:v>0.2236068</c:v>
                </c:pt>
                <c:pt idx="41">
                  <c:v>0.19779752</c:v>
                </c:pt>
                <c:pt idx="42">
                  <c:v>0.17114123</c:v>
                </c:pt>
                <c:pt idx="43">
                  <c:v>0.1437521</c:v>
                </c:pt>
                <c:pt idx="44">
                  <c:v>0.1157474</c:v>
                </c:pt>
                <c:pt idx="45">
                  <c:v>0.08724704</c:v>
                </c:pt>
                <c:pt idx="46">
                  <c:v>0.05837309</c:v>
                </c:pt>
                <c:pt idx="47">
                  <c:v>0.02924917</c:v>
                </c:pt>
                <c:pt idx="48">
                  <c:v>0</c:v>
                </c:pt>
                <c:pt idx="49">
                  <c:v>-0.02924917</c:v>
                </c:pt>
                <c:pt idx="50">
                  <c:v>-0.05837309</c:v>
                </c:pt>
                <c:pt idx="51">
                  <c:v>-0.08724704</c:v>
                </c:pt>
                <c:pt idx="52">
                  <c:v>-0.1157474</c:v>
                </c:pt>
                <c:pt idx="53">
                  <c:v>-0.1437521</c:v>
                </c:pt>
                <c:pt idx="54">
                  <c:v>-0.17114123</c:v>
                </c:pt>
                <c:pt idx="55">
                  <c:v>-0.19779752</c:v>
                </c:pt>
                <c:pt idx="56">
                  <c:v>-0.2236068</c:v>
                </c:pt>
                <c:pt idx="57">
                  <c:v>-0.24845856</c:v>
                </c:pt>
                <c:pt idx="58">
                  <c:v>-0.27224639</c:v>
                </c:pt>
                <c:pt idx="59">
                  <c:v>-0.29486841</c:v>
                </c:pt>
                <c:pt idx="60">
                  <c:v>-0.31622777</c:v>
                </c:pt>
                <c:pt idx="61">
                  <c:v>-0.33623298</c:v>
                </c:pt>
                <c:pt idx="62">
                  <c:v>-0.3547984</c:v>
                </c:pt>
                <c:pt idx="63">
                  <c:v>-0.37184451</c:v>
                </c:pt>
                <c:pt idx="64">
                  <c:v>-0.38729833</c:v>
                </c:pt>
                <c:pt idx="65">
                  <c:v>-0.40109368</c:v>
                </c:pt>
                <c:pt idx="66">
                  <c:v>-0.41317149</c:v>
                </c:pt>
                <c:pt idx="67">
                  <c:v>-0.42348003</c:v>
                </c:pt>
                <c:pt idx="68">
                  <c:v>-0.43197516</c:v>
                </c:pt>
                <c:pt idx="69">
                  <c:v>-0.43862051</c:v>
                </c:pt>
                <c:pt idx="70">
                  <c:v>-0.44338762</c:v>
                </c:pt>
                <c:pt idx="71">
                  <c:v>-0.44625608</c:v>
                </c:pt>
                <c:pt idx="72">
                  <c:v>-0.4472136</c:v>
                </c:pt>
                <c:pt idx="73">
                  <c:v>-0.44625608</c:v>
                </c:pt>
                <c:pt idx="74">
                  <c:v>-0.44338762</c:v>
                </c:pt>
                <c:pt idx="75">
                  <c:v>-0.43862051</c:v>
                </c:pt>
                <c:pt idx="76">
                  <c:v>-0.43197516</c:v>
                </c:pt>
                <c:pt idx="77">
                  <c:v>-0.42348003</c:v>
                </c:pt>
                <c:pt idx="78">
                  <c:v>-0.41317149</c:v>
                </c:pt>
                <c:pt idx="79">
                  <c:v>-0.40109368</c:v>
                </c:pt>
                <c:pt idx="80">
                  <c:v>-0.38729833</c:v>
                </c:pt>
                <c:pt idx="81">
                  <c:v>-0.37184451</c:v>
                </c:pt>
                <c:pt idx="82">
                  <c:v>-0.3547984</c:v>
                </c:pt>
                <c:pt idx="83">
                  <c:v>-0.33623298</c:v>
                </c:pt>
                <c:pt idx="84">
                  <c:v>-0.31622777</c:v>
                </c:pt>
                <c:pt idx="85">
                  <c:v>-0.29486841</c:v>
                </c:pt>
                <c:pt idx="86">
                  <c:v>-0.27224639</c:v>
                </c:pt>
                <c:pt idx="87">
                  <c:v>-0.24845856</c:v>
                </c:pt>
                <c:pt idx="88">
                  <c:v>-0.2236068</c:v>
                </c:pt>
                <c:pt idx="89">
                  <c:v>-0.19779752</c:v>
                </c:pt>
                <c:pt idx="90">
                  <c:v>-0.17114123</c:v>
                </c:pt>
                <c:pt idx="91">
                  <c:v>-0.1437521</c:v>
                </c:pt>
                <c:pt idx="92">
                  <c:v>-0.1157474</c:v>
                </c:pt>
                <c:pt idx="93">
                  <c:v>-0.08724704</c:v>
                </c:pt>
                <c:pt idx="94">
                  <c:v>-0.05837309</c:v>
                </c:pt>
                <c:pt idx="95">
                  <c:v>-0.02924917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30D-5E4F-818C-76C2CB863E8A}"/>
            </c:ext>
          </c:extLst>
        </c:ser>
        <c:ser>
          <c:idx val="3"/>
          <c:order val="3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Data'!$G$2:$G$98</c:f>
              <c:numCache>
                <c:formatCode>General</c:formatCode>
                <c:ptCount val="97"/>
                <c:pt idx="0">
                  <c:v>1.8973666</c:v>
                </c:pt>
                <c:pt idx="1">
                  <c:v>1.89330419</c:v>
                </c:pt>
                <c:pt idx="2">
                  <c:v>1.88113436</c:v>
                </c:pt>
                <c:pt idx="3">
                  <c:v>1.86090923</c:v>
                </c:pt>
                <c:pt idx="4">
                  <c:v>1.8327154</c:v>
                </c:pt>
                <c:pt idx="5">
                  <c:v>1.7966736</c:v>
                </c:pt>
                <c:pt idx="6">
                  <c:v>1.75293816</c:v>
                </c:pt>
                <c:pt idx="7">
                  <c:v>1.70169638</c:v>
                </c:pt>
                <c:pt idx="8">
                  <c:v>1.64316767</c:v>
                </c:pt>
                <c:pt idx="9">
                  <c:v>1.57760267</c:v>
                </c:pt>
                <c:pt idx="10">
                  <c:v>1.50528213</c:v>
                </c:pt>
                <c:pt idx="11">
                  <c:v>1.42651574</c:v>
                </c:pt>
                <c:pt idx="12">
                  <c:v>1.34164079</c:v>
                </c:pt>
                <c:pt idx="13">
                  <c:v>1.25102072</c:v>
                </c:pt>
                <c:pt idx="14">
                  <c:v>1.1550436</c:v>
                </c:pt>
                <c:pt idx="15">
                  <c:v>1.0541204</c:v>
                </c:pt>
                <c:pt idx="16">
                  <c:v>0.9486833</c:v>
                </c:pt>
                <c:pt idx="17">
                  <c:v>0.83918379</c:v>
                </c:pt>
                <c:pt idx="18">
                  <c:v>0.72609076</c:v>
                </c:pt>
                <c:pt idx="19">
                  <c:v>0.6098885</c:v>
                </c:pt>
                <c:pt idx="20">
                  <c:v>0.49107461</c:v>
                </c:pt>
                <c:pt idx="21">
                  <c:v>0.37015786</c:v>
                </c:pt>
                <c:pt idx="22">
                  <c:v>0.24765604</c:v>
                </c:pt>
                <c:pt idx="23">
                  <c:v>0.12409371</c:v>
                </c:pt>
                <c:pt idx="24">
                  <c:v>0</c:v>
                </c:pt>
                <c:pt idx="25">
                  <c:v>-0.12409371</c:v>
                </c:pt>
                <c:pt idx="26">
                  <c:v>-0.24765604</c:v>
                </c:pt>
                <c:pt idx="27">
                  <c:v>-0.37015786</c:v>
                </c:pt>
                <c:pt idx="28">
                  <c:v>-0.49107461</c:v>
                </c:pt>
                <c:pt idx="29">
                  <c:v>-0.6098885</c:v>
                </c:pt>
                <c:pt idx="30">
                  <c:v>-0.72609076</c:v>
                </c:pt>
                <c:pt idx="31">
                  <c:v>-0.83918379</c:v>
                </c:pt>
                <c:pt idx="32">
                  <c:v>-0.9486833</c:v>
                </c:pt>
                <c:pt idx="33">
                  <c:v>-1.0541204</c:v>
                </c:pt>
                <c:pt idx="34">
                  <c:v>-1.1550436</c:v>
                </c:pt>
                <c:pt idx="35">
                  <c:v>-1.25102072</c:v>
                </c:pt>
                <c:pt idx="36">
                  <c:v>-1.34164079</c:v>
                </c:pt>
                <c:pt idx="37">
                  <c:v>-1.42651574</c:v>
                </c:pt>
                <c:pt idx="38">
                  <c:v>-1.50528213</c:v>
                </c:pt>
                <c:pt idx="39">
                  <c:v>-1.57760267</c:v>
                </c:pt>
                <c:pt idx="40">
                  <c:v>-1.64316767</c:v>
                </c:pt>
                <c:pt idx="41">
                  <c:v>-1.70169638</c:v>
                </c:pt>
                <c:pt idx="42">
                  <c:v>-1.75293816</c:v>
                </c:pt>
                <c:pt idx="43">
                  <c:v>-1.7966736</c:v>
                </c:pt>
                <c:pt idx="44">
                  <c:v>-1.8327154</c:v>
                </c:pt>
                <c:pt idx="45">
                  <c:v>-1.86090923</c:v>
                </c:pt>
                <c:pt idx="46">
                  <c:v>-1.88113436</c:v>
                </c:pt>
                <c:pt idx="47">
                  <c:v>-1.89330419</c:v>
                </c:pt>
                <c:pt idx="48">
                  <c:v>-1.8973666</c:v>
                </c:pt>
                <c:pt idx="49">
                  <c:v>-1.89330419</c:v>
                </c:pt>
                <c:pt idx="50">
                  <c:v>-1.88113436</c:v>
                </c:pt>
                <c:pt idx="51">
                  <c:v>-1.86090923</c:v>
                </c:pt>
                <c:pt idx="52">
                  <c:v>-1.8327154</c:v>
                </c:pt>
                <c:pt idx="53">
                  <c:v>-1.7966736</c:v>
                </c:pt>
                <c:pt idx="54">
                  <c:v>-1.75293816</c:v>
                </c:pt>
                <c:pt idx="55">
                  <c:v>-1.70169638</c:v>
                </c:pt>
                <c:pt idx="56">
                  <c:v>-1.64316767</c:v>
                </c:pt>
                <c:pt idx="57">
                  <c:v>-1.57760267</c:v>
                </c:pt>
                <c:pt idx="58">
                  <c:v>-1.50528213</c:v>
                </c:pt>
                <c:pt idx="59">
                  <c:v>-1.42651574</c:v>
                </c:pt>
                <c:pt idx="60">
                  <c:v>-1.34164079</c:v>
                </c:pt>
                <c:pt idx="61">
                  <c:v>-1.25102072</c:v>
                </c:pt>
                <c:pt idx="62">
                  <c:v>-1.1550436</c:v>
                </c:pt>
                <c:pt idx="63">
                  <c:v>-1.0541204</c:v>
                </c:pt>
                <c:pt idx="64">
                  <c:v>-0.9486833</c:v>
                </c:pt>
                <c:pt idx="65">
                  <c:v>-0.83918379</c:v>
                </c:pt>
                <c:pt idx="66">
                  <c:v>-0.72609076</c:v>
                </c:pt>
                <c:pt idx="67">
                  <c:v>-0.6098885</c:v>
                </c:pt>
                <c:pt idx="68">
                  <c:v>-0.49107461</c:v>
                </c:pt>
                <c:pt idx="69">
                  <c:v>-0.37015786</c:v>
                </c:pt>
                <c:pt idx="70">
                  <c:v>-0.24765604</c:v>
                </c:pt>
                <c:pt idx="71">
                  <c:v>-0.12409371</c:v>
                </c:pt>
                <c:pt idx="72">
                  <c:v>-0</c:v>
                </c:pt>
                <c:pt idx="73">
                  <c:v>0.12409371</c:v>
                </c:pt>
                <c:pt idx="74">
                  <c:v>0.24765604</c:v>
                </c:pt>
                <c:pt idx="75">
                  <c:v>0.37015786</c:v>
                </c:pt>
                <c:pt idx="76">
                  <c:v>0.49107461</c:v>
                </c:pt>
                <c:pt idx="77">
                  <c:v>0.6098885</c:v>
                </c:pt>
                <c:pt idx="78">
                  <c:v>0.72609076</c:v>
                </c:pt>
                <c:pt idx="79">
                  <c:v>0.83918379</c:v>
                </c:pt>
                <c:pt idx="80">
                  <c:v>0.9486833</c:v>
                </c:pt>
                <c:pt idx="81">
                  <c:v>1.0541204</c:v>
                </c:pt>
                <c:pt idx="82">
                  <c:v>1.1550436</c:v>
                </c:pt>
                <c:pt idx="83">
                  <c:v>1.25102072</c:v>
                </c:pt>
                <c:pt idx="84">
                  <c:v>1.34164079</c:v>
                </c:pt>
                <c:pt idx="85">
                  <c:v>1.42651574</c:v>
                </c:pt>
                <c:pt idx="86">
                  <c:v>1.50528213</c:v>
                </c:pt>
                <c:pt idx="87">
                  <c:v>1.57760267</c:v>
                </c:pt>
                <c:pt idx="88">
                  <c:v>1.64316767</c:v>
                </c:pt>
                <c:pt idx="89">
                  <c:v>1.70169638</c:v>
                </c:pt>
                <c:pt idx="90">
                  <c:v>1.75293816</c:v>
                </c:pt>
                <c:pt idx="91">
                  <c:v>1.7966736</c:v>
                </c:pt>
                <c:pt idx="92">
                  <c:v>1.8327154</c:v>
                </c:pt>
                <c:pt idx="93">
                  <c:v>1.86090923</c:v>
                </c:pt>
                <c:pt idx="94">
                  <c:v>1.88113436</c:v>
                </c:pt>
                <c:pt idx="95">
                  <c:v>1.89330419</c:v>
                </c:pt>
                <c:pt idx="96">
                  <c:v>1.8973666</c:v>
                </c:pt>
              </c:numCache>
            </c:numRef>
          </c:xVal>
          <c:yVal>
            <c:numRef>
              <c:f>'Chart Data'!$H$2:$H$98</c:f>
              <c:numCache>
                <c:formatCode>0</c:formatCode>
                <c:ptCount val="97"/>
                <c:pt idx="0">
                  <c:v>0</c:v>
                </c:pt>
                <c:pt idx="1">
                  <c:v>0.03924188</c:v>
                </c:pt>
                <c:pt idx="2">
                  <c:v>0.07831572</c:v>
                </c:pt>
                <c:pt idx="3">
                  <c:v>0.11705419</c:v>
                </c:pt>
                <c:pt idx="4">
                  <c:v>0.15529143</c:v>
                </c:pt>
                <c:pt idx="5">
                  <c:v>0.19286368</c:v>
                </c:pt>
                <c:pt idx="6">
                  <c:v>0.22961006</c:v>
                </c:pt>
                <c:pt idx="7">
                  <c:v>0.26537321</c:v>
                </c:pt>
                <c:pt idx="8">
                  <c:v>0.3</c:v>
                </c:pt>
                <c:pt idx="9">
                  <c:v>0.33334214</c:v>
                </c:pt>
                <c:pt idx="10">
                  <c:v>0.36525686</c:v>
                </c:pt>
                <c:pt idx="11">
                  <c:v>0.39560749</c:v>
                </c:pt>
                <c:pt idx="12">
                  <c:v>0.42426407</c:v>
                </c:pt>
                <c:pt idx="13">
                  <c:v>0.45110388</c:v>
                </c:pt>
                <c:pt idx="14">
                  <c:v>0.476012</c:v>
                </c:pt>
                <c:pt idx="15">
                  <c:v>0.49888177</c:v>
                </c:pt>
                <c:pt idx="16">
                  <c:v>0.51961524</c:v>
                </c:pt>
                <c:pt idx="17">
                  <c:v>0.53812364</c:v>
                </c:pt>
                <c:pt idx="18">
                  <c:v>0.55432772</c:v>
                </c:pt>
                <c:pt idx="19">
                  <c:v>0.56815808</c:v>
                </c:pt>
                <c:pt idx="20">
                  <c:v>0.5795555</c:v>
                </c:pt>
                <c:pt idx="21">
                  <c:v>0.58847117</c:v>
                </c:pt>
                <c:pt idx="22">
                  <c:v>0.59486692</c:v>
                </c:pt>
                <c:pt idx="23">
                  <c:v>0.59871535</c:v>
                </c:pt>
                <c:pt idx="24">
                  <c:v>0.6</c:v>
                </c:pt>
                <c:pt idx="25">
                  <c:v>0.59871535</c:v>
                </c:pt>
                <c:pt idx="26">
                  <c:v>0.59486692</c:v>
                </c:pt>
                <c:pt idx="27">
                  <c:v>0.58847117</c:v>
                </c:pt>
                <c:pt idx="28">
                  <c:v>0.5795555</c:v>
                </c:pt>
                <c:pt idx="29">
                  <c:v>0.56815808</c:v>
                </c:pt>
                <c:pt idx="30">
                  <c:v>0.55432772</c:v>
                </c:pt>
                <c:pt idx="31">
                  <c:v>0.53812364</c:v>
                </c:pt>
                <c:pt idx="32">
                  <c:v>0.51961524</c:v>
                </c:pt>
                <c:pt idx="33">
                  <c:v>0.49888177</c:v>
                </c:pt>
                <c:pt idx="34">
                  <c:v>0.476012</c:v>
                </c:pt>
                <c:pt idx="35">
                  <c:v>0.45110388</c:v>
                </c:pt>
                <c:pt idx="36">
                  <c:v>0.42426407</c:v>
                </c:pt>
                <c:pt idx="37">
                  <c:v>0.39560749</c:v>
                </c:pt>
                <c:pt idx="38">
                  <c:v>0.36525686</c:v>
                </c:pt>
                <c:pt idx="39">
                  <c:v>0.33334214</c:v>
                </c:pt>
                <c:pt idx="40">
                  <c:v>0.3</c:v>
                </c:pt>
                <c:pt idx="41">
                  <c:v>0.26537321</c:v>
                </c:pt>
                <c:pt idx="42">
                  <c:v>0.22961006</c:v>
                </c:pt>
                <c:pt idx="43">
                  <c:v>0.19286368</c:v>
                </c:pt>
                <c:pt idx="44">
                  <c:v>0.15529143</c:v>
                </c:pt>
                <c:pt idx="45">
                  <c:v>0.11705419</c:v>
                </c:pt>
                <c:pt idx="46">
                  <c:v>0.07831572</c:v>
                </c:pt>
                <c:pt idx="47">
                  <c:v>0.03924188</c:v>
                </c:pt>
                <c:pt idx="48">
                  <c:v>0</c:v>
                </c:pt>
                <c:pt idx="49">
                  <c:v>-0.03924188</c:v>
                </c:pt>
                <c:pt idx="50">
                  <c:v>-0.07831572</c:v>
                </c:pt>
                <c:pt idx="51">
                  <c:v>-0.11705419</c:v>
                </c:pt>
                <c:pt idx="52">
                  <c:v>-0.15529143</c:v>
                </c:pt>
                <c:pt idx="53">
                  <c:v>-0.19286368</c:v>
                </c:pt>
                <c:pt idx="54">
                  <c:v>-0.22961006</c:v>
                </c:pt>
                <c:pt idx="55">
                  <c:v>-0.26537321</c:v>
                </c:pt>
                <c:pt idx="56">
                  <c:v>-0.3</c:v>
                </c:pt>
                <c:pt idx="57">
                  <c:v>-0.33334214</c:v>
                </c:pt>
                <c:pt idx="58">
                  <c:v>-0.36525686</c:v>
                </c:pt>
                <c:pt idx="59">
                  <c:v>-0.39560749</c:v>
                </c:pt>
                <c:pt idx="60">
                  <c:v>-0.42426407</c:v>
                </c:pt>
                <c:pt idx="61">
                  <c:v>-0.45110388</c:v>
                </c:pt>
                <c:pt idx="62">
                  <c:v>-0.476012</c:v>
                </c:pt>
                <c:pt idx="63">
                  <c:v>-0.49888177</c:v>
                </c:pt>
                <c:pt idx="64">
                  <c:v>-0.51961524</c:v>
                </c:pt>
                <c:pt idx="65">
                  <c:v>-0.53812364</c:v>
                </c:pt>
                <c:pt idx="66">
                  <c:v>-0.55432772</c:v>
                </c:pt>
                <c:pt idx="67">
                  <c:v>-0.56815808</c:v>
                </c:pt>
                <c:pt idx="68">
                  <c:v>-0.5795555</c:v>
                </c:pt>
                <c:pt idx="69">
                  <c:v>-0.58847117</c:v>
                </c:pt>
                <c:pt idx="70">
                  <c:v>-0.59486692</c:v>
                </c:pt>
                <c:pt idx="71">
                  <c:v>-0.59871535</c:v>
                </c:pt>
                <c:pt idx="72">
                  <c:v>-0.6</c:v>
                </c:pt>
                <c:pt idx="73">
                  <c:v>-0.59871535</c:v>
                </c:pt>
                <c:pt idx="74">
                  <c:v>-0.59486692</c:v>
                </c:pt>
                <c:pt idx="75">
                  <c:v>-0.58847117</c:v>
                </c:pt>
                <c:pt idx="76">
                  <c:v>-0.5795555</c:v>
                </c:pt>
                <c:pt idx="77">
                  <c:v>-0.56815808</c:v>
                </c:pt>
                <c:pt idx="78">
                  <c:v>-0.55432772</c:v>
                </c:pt>
                <c:pt idx="79">
                  <c:v>-0.53812364</c:v>
                </c:pt>
                <c:pt idx="80">
                  <c:v>-0.51961524</c:v>
                </c:pt>
                <c:pt idx="81">
                  <c:v>-0.49888177</c:v>
                </c:pt>
                <c:pt idx="82">
                  <c:v>-0.476012</c:v>
                </c:pt>
                <c:pt idx="83">
                  <c:v>-0.45110388</c:v>
                </c:pt>
                <c:pt idx="84">
                  <c:v>-0.42426407</c:v>
                </c:pt>
                <c:pt idx="85">
                  <c:v>-0.39560749</c:v>
                </c:pt>
                <c:pt idx="86">
                  <c:v>-0.36525686</c:v>
                </c:pt>
                <c:pt idx="87">
                  <c:v>-0.33334214</c:v>
                </c:pt>
                <c:pt idx="88">
                  <c:v>-0.3</c:v>
                </c:pt>
                <c:pt idx="89">
                  <c:v>-0.26537321</c:v>
                </c:pt>
                <c:pt idx="90">
                  <c:v>-0.22961006</c:v>
                </c:pt>
                <c:pt idx="91">
                  <c:v>-0.19286368</c:v>
                </c:pt>
                <c:pt idx="92">
                  <c:v>-0.15529143</c:v>
                </c:pt>
                <c:pt idx="93">
                  <c:v>-0.11705419</c:v>
                </c:pt>
                <c:pt idx="94">
                  <c:v>-0.07831572</c:v>
                </c:pt>
                <c:pt idx="95">
                  <c:v>-0.03924188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30D-5E4F-818C-76C2CB863E8A}"/>
            </c:ext>
          </c:extLst>
        </c:ser>
        <c:ser>
          <c:idx val="4"/>
          <c:order val="4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Data'!$I$2:$I$98</c:f>
              <c:numCache>
                <c:formatCode>General</c:formatCode>
                <c:ptCount val="97"/>
                <c:pt idx="0">
                  <c:v>2.44948974</c:v>
                </c:pt>
                <c:pt idx="1">
                  <c:v>2.4442452</c:v>
                </c:pt>
                <c:pt idx="2">
                  <c:v>2.42853402</c:v>
                </c:pt>
                <c:pt idx="3">
                  <c:v>2.40242348</c:v>
                </c:pt>
                <c:pt idx="4">
                  <c:v>2.3660254</c:v>
                </c:pt>
                <c:pt idx="5">
                  <c:v>2.31949564</c:v>
                </c:pt>
                <c:pt idx="6">
                  <c:v>2.26303344</c:v>
                </c:pt>
                <c:pt idx="7">
                  <c:v>2.19688058</c:v>
                </c:pt>
                <c:pt idx="8">
                  <c:v>2.12132034</c:v>
                </c:pt>
                <c:pt idx="9">
                  <c:v>2.03667629</c:v>
                </c:pt>
                <c:pt idx="10">
                  <c:v>1.94331087</c:v>
                </c:pt>
                <c:pt idx="11">
                  <c:v>1.8416239</c:v>
                </c:pt>
                <c:pt idx="12">
                  <c:v>1.73205081</c:v>
                </c:pt>
                <c:pt idx="13">
                  <c:v>1.61506081</c:v>
                </c:pt>
                <c:pt idx="14">
                  <c:v>1.49115488</c:v>
                </c:pt>
                <c:pt idx="15">
                  <c:v>1.36086359</c:v>
                </c:pt>
                <c:pt idx="16">
                  <c:v>1.22474487</c:v>
                </c:pt>
                <c:pt idx="17">
                  <c:v>1.08338161</c:v>
                </c:pt>
                <c:pt idx="18">
                  <c:v>0.93737914</c:v>
                </c:pt>
                <c:pt idx="19">
                  <c:v>0.78736267</c:v>
                </c:pt>
                <c:pt idx="20">
                  <c:v>0.6339746</c:v>
                </c:pt>
                <c:pt idx="21">
                  <c:v>0.47787174</c:v>
                </c:pt>
                <c:pt idx="22">
                  <c:v>0.31972257</c:v>
                </c:pt>
                <c:pt idx="23">
                  <c:v>0.16020429</c:v>
                </c:pt>
                <c:pt idx="24">
                  <c:v>0</c:v>
                </c:pt>
                <c:pt idx="25">
                  <c:v>-0.16020429</c:v>
                </c:pt>
                <c:pt idx="26">
                  <c:v>-0.31972257</c:v>
                </c:pt>
                <c:pt idx="27">
                  <c:v>-0.47787174</c:v>
                </c:pt>
                <c:pt idx="28">
                  <c:v>-0.6339746</c:v>
                </c:pt>
                <c:pt idx="29">
                  <c:v>-0.78736267</c:v>
                </c:pt>
                <c:pt idx="30">
                  <c:v>-0.93737914</c:v>
                </c:pt>
                <c:pt idx="31">
                  <c:v>-1.08338161</c:v>
                </c:pt>
                <c:pt idx="32">
                  <c:v>-1.22474487</c:v>
                </c:pt>
                <c:pt idx="33">
                  <c:v>-1.36086359</c:v>
                </c:pt>
                <c:pt idx="34">
                  <c:v>-1.49115488</c:v>
                </c:pt>
                <c:pt idx="35">
                  <c:v>-1.61506081</c:v>
                </c:pt>
                <c:pt idx="36">
                  <c:v>-1.73205081</c:v>
                </c:pt>
                <c:pt idx="37">
                  <c:v>-1.8416239</c:v>
                </c:pt>
                <c:pt idx="38">
                  <c:v>-1.94331087</c:v>
                </c:pt>
                <c:pt idx="39">
                  <c:v>-2.03667629</c:v>
                </c:pt>
                <c:pt idx="40">
                  <c:v>-2.12132034</c:v>
                </c:pt>
                <c:pt idx="41">
                  <c:v>-2.19688058</c:v>
                </c:pt>
                <c:pt idx="42">
                  <c:v>-2.26303344</c:v>
                </c:pt>
                <c:pt idx="43">
                  <c:v>-2.31949564</c:v>
                </c:pt>
                <c:pt idx="44">
                  <c:v>-2.3660254</c:v>
                </c:pt>
                <c:pt idx="45">
                  <c:v>-2.40242348</c:v>
                </c:pt>
                <c:pt idx="46">
                  <c:v>-2.42853402</c:v>
                </c:pt>
                <c:pt idx="47">
                  <c:v>-2.4442452</c:v>
                </c:pt>
                <c:pt idx="48">
                  <c:v>-2.44948974</c:v>
                </c:pt>
                <c:pt idx="49">
                  <c:v>-2.4442452</c:v>
                </c:pt>
                <c:pt idx="50">
                  <c:v>-2.42853402</c:v>
                </c:pt>
                <c:pt idx="51">
                  <c:v>-2.40242348</c:v>
                </c:pt>
                <c:pt idx="52">
                  <c:v>-2.3660254</c:v>
                </c:pt>
                <c:pt idx="53">
                  <c:v>-2.31949564</c:v>
                </c:pt>
                <c:pt idx="54">
                  <c:v>-2.26303344</c:v>
                </c:pt>
                <c:pt idx="55">
                  <c:v>-2.19688058</c:v>
                </c:pt>
                <c:pt idx="56">
                  <c:v>-2.12132034</c:v>
                </c:pt>
                <c:pt idx="57">
                  <c:v>-2.03667629</c:v>
                </c:pt>
                <c:pt idx="58">
                  <c:v>-1.94331087</c:v>
                </c:pt>
                <c:pt idx="59">
                  <c:v>-1.8416239</c:v>
                </c:pt>
                <c:pt idx="60">
                  <c:v>-1.73205081</c:v>
                </c:pt>
                <c:pt idx="61">
                  <c:v>-1.61506081</c:v>
                </c:pt>
                <c:pt idx="62">
                  <c:v>-1.49115488</c:v>
                </c:pt>
                <c:pt idx="63">
                  <c:v>-1.36086359</c:v>
                </c:pt>
                <c:pt idx="64">
                  <c:v>-1.22474487</c:v>
                </c:pt>
                <c:pt idx="65">
                  <c:v>-1.08338161</c:v>
                </c:pt>
                <c:pt idx="66">
                  <c:v>-0.93737914</c:v>
                </c:pt>
                <c:pt idx="67">
                  <c:v>-0.78736267</c:v>
                </c:pt>
                <c:pt idx="68">
                  <c:v>-0.6339746</c:v>
                </c:pt>
                <c:pt idx="69">
                  <c:v>-0.47787174</c:v>
                </c:pt>
                <c:pt idx="70">
                  <c:v>-0.31972257</c:v>
                </c:pt>
                <c:pt idx="71">
                  <c:v>-0.16020429</c:v>
                </c:pt>
                <c:pt idx="72">
                  <c:v>-0</c:v>
                </c:pt>
                <c:pt idx="73">
                  <c:v>0.16020429</c:v>
                </c:pt>
                <c:pt idx="74">
                  <c:v>0.31972257</c:v>
                </c:pt>
                <c:pt idx="75">
                  <c:v>0.47787174</c:v>
                </c:pt>
                <c:pt idx="76">
                  <c:v>0.6339746</c:v>
                </c:pt>
                <c:pt idx="77">
                  <c:v>0.78736267</c:v>
                </c:pt>
                <c:pt idx="78">
                  <c:v>0.93737914</c:v>
                </c:pt>
                <c:pt idx="79">
                  <c:v>1.08338161</c:v>
                </c:pt>
                <c:pt idx="80">
                  <c:v>1.22474487</c:v>
                </c:pt>
                <c:pt idx="81">
                  <c:v>1.36086359</c:v>
                </c:pt>
                <c:pt idx="82">
                  <c:v>1.49115488</c:v>
                </c:pt>
                <c:pt idx="83">
                  <c:v>1.61506081</c:v>
                </c:pt>
                <c:pt idx="84">
                  <c:v>1.73205081</c:v>
                </c:pt>
                <c:pt idx="85">
                  <c:v>1.8416239</c:v>
                </c:pt>
                <c:pt idx="86">
                  <c:v>1.94331087</c:v>
                </c:pt>
                <c:pt idx="87">
                  <c:v>2.03667629</c:v>
                </c:pt>
                <c:pt idx="88">
                  <c:v>2.12132034</c:v>
                </c:pt>
                <c:pt idx="89">
                  <c:v>2.19688058</c:v>
                </c:pt>
                <c:pt idx="90">
                  <c:v>2.26303344</c:v>
                </c:pt>
                <c:pt idx="91">
                  <c:v>2.31949564</c:v>
                </c:pt>
                <c:pt idx="92">
                  <c:v>2.3660254</c:v>
                </c:pt>
                <c:pt idx="93">
                  <c:v>2.40242348</c:v>
                </c:pt>
                <c:pt idx="94">
                  <c:v>2.42853402</c:v>
                </c:pt>
                <c:pt idx="95">
                  <c:v>2.4442452</c:v>
                </c:pt>
                <c:pt idx="96">
                  <c:v>2.44948974</c:v>
                </c:pt>
              </c:numCache>
            </c:numRef>
          </c:xVal>
          <c:yVal>
            <c:numRef>
              <c:f>'Chart Data'!$J$2:$J$98</c:f>
              <c:numCache>
                <c:formatCode>0</c:formatCode>
                <c:ptCount val="97"/>
                <c:pt idx="0">
                  <c:v>0</c:v>
                </c:pt>
                <c:pt idx="1">
                  <c:v>0.05066105</c:v>
                </c:pt>
                <c:pt idx="2">
                  <c:v>0.10110515</c:v>
                </c:pt>
                <c:pt idx="3">
                  <c:v>0.15111631</c:v>
                </c:pt>
                <c:pt idx="4">
                  <c:v>0.20048037</c:v>
                </c:pt>
                <c:pt idx="5">
                  <c:v>0.24898594</c:v>
                </c:pt>
                <c:pt idx="6">
                  <c:v>0.29642531</c:v>
                </c:pt>
                <c:pt idx="7">
                  <c:v>0.34259535</c:v>
                </c:pt>
                <c:pt idx="8">
                  <c:v>0.38729833</c:v>
                </c:pt>
                <c:pt idx="9">
                  <c:v>0.43034285</c:v>
                </c:pt>
                <c:pt idx="10">
                  <c:v>0.47154458</c:v>
                </c:pt>
                <c:pt idx="11">
                  <c:v>0.51072707</c:v>
                </c:pt>
                <c:pt idx="12">
                  <c:v>0.54772256</c:v>
                </c:pt>
                <c:pt idx="13">
                  <c:v>0.58237261</c:v>
                </c:pt>
                <c:pt idx="14">
                  <c:v>0.61452885</c:v>
                </c:pt>
                <c:pt idx="15">
                  <c:v>0.64405359</c:v>
                </c:pt>
                <c:pt idx="16">
                  <c:v>0.67082039</c:v>
                </c:pt>
                <c:pt idx="17">
                  <c:v>0.69471464</c:v>
                </c:pt>
                <c:pt idx="18">
                  <c:v>0.71563401</c:v>
                </c:pt>
                <c:pt idx="19">
                  <c:v>0.73348892</c:v>
                </c:pt>
                <c:pt idx="20">
                  <c:v>0.74820293</c:v>
                </c:pt>
                <c:pt idx="21">
                  <c:v>0.75971301</c:v>
                </c:pt>
                <c:pt idx="22">
                  <c:v>0.76796989</c:v>
                </c:pt>
                <c:pt idx="23">
                  <c:v>0.7729382</c:v>
                </c:pt>
                <c:pt idx="24">
                  <c:v>0.77459667</c:v>
                </c:pt>
                <c:pt idx="25">
                  <c:v>0.7729382</c:v>
                </c:pt>
                <c:pt idx="26">
                  <c:v>0.76796989</c:v>
                </c:pt>
                <c:pt idx="27">
                  <c:v>0.75971301</c:v>
                </c:pt>
                <c:pt idx="28">
                  <c:v>0.74820293</c:v>
                </c:pt>
                <c:pt idx="29">
                  <c:v>0.73348892</c:v>
                </c:pt>
                <c:pt idx="30">
                  <c:v>0.71563401</c:v>
                </c:pt>
                <c:pt idx="31">
                  <c:v>0.69471464</c:v>
                </c:pt>
                <c:pt idx="32">
                  <c:v>0.67082039</c:v>
                </c:pt>
                <c:pt idx="33">
                  <c:v>0.64405359</c:v>
                </c:pt>
                <c:pt idx="34">
                  <c:v>0.61452885</c:v>
                </c:pt>
                <c:pt idx="35">
                  <c:v>0.58237261</c:v>
                </c:pt>
                <c:pt idx="36">
                  <c:v>0.54772256</c:v>
                </c:pt>
                <c:pt idx="37">
                  <c:v>0.51072707</c:v>
                </c:pt>
                <c:pt idx="38">
                  <c:v>0.47154458</c:v>
                </c:pt>
                <c:pt idx="39">
                  <c:v>0.43034285</c:v>
                </c:pt>
                <c:pt idx="40">
                  <c:v>0.38729833</c:v>
                </c:pt>
                <c:pt idx="41">
                  <c:v>0.34259535</c:v>
                </c:pt>
                <c:pt idx="42">
                  <c:v>0.29642531</c:v>
                </c:pt>
                <c:pt idx="43">
                  <c:v>0.24898594</c:v>
                </c:pt>
                <c:pt idx="44">
                  <c:v>0.20048037</c:v>
                </c:pt>
                <c:pt idx="45">
                  <c:v>0.15111631</c:v>
                </c:pt>
                <c:pt idx="46">
                  <c:v>0.10110515</c:v>
                </c:pt>
                <c:pt idx="47">
                  <c:v>0.05066105</c:v>
                </c:pt>
                <c:pt idx="48">
                  <c:v>0</c:v>
                </c:pt>
                <c:pt idx="49">
                  <c:v>-0.05066105</c:v>
                </c:pt>
                <c:pt idx="50">
                  <c:v>-0.10110515</c:v>
                </c:pt>
                <c:pt idx="51">
                  <c:v>-0.15111631</c:v>
                </c:pt>
                <c:pt idx="52">
                  <c:v>-0.20048037</c:v>
                </c:pt>
                <c:pt idx="53">
                  <c:v>-0.24898594</c:v>
                </c:pt>
                <c:pt idx="54">
                  <c:v>-0.29642531</c:v>
                </c:pt>
                <c:pt idx="55">
                  <c:v>-0.34259535</c:v>
                </c:pt>
                <c:pt idx="56">
                  <c:v>-0.38729833</c:v>
                </c:pt>
                <c:pt idx="57">
                  <c:v>-0.43034285</c:v>
                </c:pt>
                <c:pt idx="58">
                  <c:v>-0.47154458</c:v>
                </c:pt>
                <c:pt idx="59">
                  <c:v>-0.51072707</c:v>
                </c:pt>
                <c:pt idx="60">
                  <c:v>-0.54772256</c:v>
                </c:pt>
                <c:pt idx="61">
                  <c:v>-0.58237261</c:v>
                </c:pt>
                <c:pt idx="62">
                  <c:v>-0.61452885</c:v>
                </c:pt>
                <c:pt idx="63">
                  <c:v>-0.64405359</c:v>
                </c:pt>
                <c:pt idx="64">
                  <c:v>-0.67082039</c:v>
                </c:pt>
                <c:pt idx="65">
                  <c:v>-0.69471464</c:v>
                </c:pt>
                <c:pt idx="66">
                  <c:v>-0.71563401</c:v>
                </c:pt>
                <c:pt idx="67">
                  <c:v>-0.73348892</c:v>
                </c:pt>
                <c:pt idx="68">
                  <c:v>-0.74820293</c:v>
                </c:pt>
                <c:pt idx="69">
                  <c:v>-0.75971301</c:v>
                </c:pt>
                <c:pt idx="70">
                  <c:v>-0.76796989</c:v>
                </c:pt>
                <c:pt idx="71">
                  <c:v>-0.7729382</c:v>
                </c:pt>
                <c:pt idx="72">
                  <c:v>-0.77459667</c:v>
                </c:pt>
                <c:pt idx="73">
                  <c:v>-0.7729382</c:v>
                </c:pt>
                <c:pt idx="74">
                  <c:v>-0.76796989</c:v>
                </c:pt>
                <c:pt idx="75">
                  <c:v>-0.75971301</c:v>
                </c:pt>
                <c:pt idx="76">
                  <c:v>-0.74820293</c:v>
                </c:pt>
                <c:pt idx="77">
                  <c:v>-0.73348892</c:v>
                </c:pt>
                <c:pt idx="78">
                  <c:v>-0.71563401</c:v>
                </c:pt>
                <c:pt idx="79">
                  <c:v>-0.69471464</c:v>
                </c:pt>
                <c:pt idx="80">
                  <c:v>-0.67082039</c:v>
                </c:pt>
                <c:pt idx="81">
                  <c:v>-0.64405359</c:v>
                </c:pt>
                <c:pt idx="82">
                  <c:v>-0.61452885</c:v>
                </c:pt>
                <c:pt idx="83">
                  <c:v>-0.58237261</c:v>
                </c:pt>
                <c:pt idx="84">
                  <c:v>-0.54772256</c:v>
                </c:pt>
                <c:pt idx="85">
                  <c:v>-0.51072707</c:v>
                </c:pt>
                <c:pt idx="86">
                  <c:v>-0.47154458</c:v>
                </c:pt>
                <c:pt idx="87">
                  <c:v>-0.43034285</c:v>
                </c:pt>
                <c:pt idx="88">
                  <c:v>-0.38729833</c:v>
                </c:pt>
                <c:pt idx="89">
                  <c:v>-0.34259535</c:v>
                </c:pt>
                <c:pt idx="90">
                  <c:v>-0.29642531</c:v>
                </c:pt>
                <c:pt idx="91">
                  <c:v>-0.24898594</c:v>
                </c:pt>
                <c:pt idx="92">
                  <c:v>-0.20048037</c:v>
                </c:pt>
                <c:pt idx="93">
                  <c:v>-0.15111631</c:v>
                </c:pt>
                <c:pt idx="94">
                  <c:v>-0.10110515</c:v>
                </c:pt>
                <c:pt idx="95">
                  <c:v>-0.05066105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30D-5E4F-818C-76C2CB863E8A}"/>
            </c:ext>
          </c:extLst>
        </c:ser>
        <c:ser>
          <c:idx val="5"/>
          <c:order val="5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Data'!$K$2:$K$98</c:f>
              <c:numCache>
                <c:formatCode>General</c:formatCode>
                <c:ptCount val="97"/>
                <c:pt idx="0">
                  <c:v>3.16227766</c:v>
                </c:pt>
                <c:pt idx="1">
                  <c:v>3.15550698</c:v>
                </c:pt>
                <c:pt idx="2">
                  <c:v>3.13522394</c:v>
                </c:pt>
                <c:pt idx="3">
                  <c:v>3.10151538</c:v>
                </c:pt>
                <c:pt idx="4">
                  <c:v>3.05452566</c:v>
                </c:pt>
                <c:pt idx="5">
                  <c:v>2.99445599</c:v>
                </c:pt>
                <c:pt idx="6">
                  <c:v>2.92156361</c:v>
                </c:pt>
                <c:pt idx="7">
                  <c:v>2.83616063</c:v>
                </c:pt>
                <c:pt idx="8">
                  <c:v>2.73861279</c:v>
                </c:pt>
                <c:pt idx="9">
                  <c:v>2.62933778</c:v>
                </c:pt>
                <c:pt idx="10">
                  <c:v>2.50880354</c:v>
                </c:pt>
                <c:pt idx="11">
                  <c:v>2.37752623</c:v>
                </c:pt>
                <c:pt idx="12">
                  <c:v>2.23606798</c:v>
                </c:pt>
                <c:pt idx="13">
                  <c:v>2.08503454</c:v>
                </c:pt>
                <c:pt idx="14">
                  <c:v>1.92507267</c:v>
                </c:pt>
                <c:pt idx="15">
                  <c:v>1.75686734</c:v>
                </c:pt>
                <c:pt idx="16">
                  <c:v>1.58113883</c:v>
                </c:pt>
                <c:pt idx="17">
                  <c:v>1.39863964</c:v>
                </c:pt>
                <c:pt idx="18">
                  <c:v>1.21015127</c:v>
                </c:pt>
                <c:pt idx="19">
                  <c:v>1.01648084</c:v>
                </c:pt>
                <c:pt idx="20">
                  <c:v>0.81845768</c:v>
                </c:pt>
                <c:pt idx="21">
                  <c:v>0.61692977</c:v>
                </c:pt>
                <c:pt idx="22">
                  <c:v>0.41276006</c:v>
                </c:pt>
                <c:pt idx="23">
                  <c:v>0.20682285</c:v>
                </c:pt>
                <c:pt idx="24">
                  <c:v>0</c:v>
                </c:pt>
                <c:pt idx="25">
                  <c:v>-0.20682285</c:v>
                </c:pt>
                <c:pt idx="26">
                  <c:v>-0.41276006</c:v>
                </c:pt>
                <c:pt idx="27">
                  <c:v>-0.61692977</c:v>
                </c:pt>
                <c:pt idx="28">
                  <c:v>-0.81845768</c:v>
                </c:pt>
                <c:pt idx="29">
                  <c:v>-1.01648084</c:v>
                </c:pt>
                <c:pt idx="30">
                  <c:v>-1.21015127</c:v>
                </c:pt>
                <c:pt idx="31">
                  <c:v>-1.39863964</c:v>
                </c:pt>
                <c:pt idx="32">
                  <c:v>-1.58113883</c:v>
                </c:pt>
                <c:pt idx="33">
                  <c:v>-1.75686734</c:v>
                </c:pt>
                <c:pt idx="34">
                  <c:v>-1.92507267</c:v>
                </c:pt>
                <c:pt idx="35">
                  <c:v>-2.08503454</c:v>
                </c:pt>
                <c:pt idx="36">
                  <c:v>-2.23606798</c:v>
                </c:pt>
                <c:pt idx="37">
                  <c:v>-2.37752623</c:v>
                </c:pt>
                <c:pt idx="38">
                  <c:v>-2.50880354</c:v>
                </c:pt>
                <c:pt idx="39">
                  <c:v>-2.62933778</c:v>
                </c:pt>
                <c:pt idx="40">
                  <c:v>-2.73861279</c:v>
                </c:pt>
                <c:pt idx="41">
                  <c:v>-2.83616063</c:v>
                </c:pt>
                <c:pt idx="42">
                  <c:v>-2.92156361</c:v>
                </c:pt>
                <c:pt idx="43">
                  <c:v>-2.99445599</c:v>
                </c:pt>
                <c:pt idx="44">
                  <c:v>-3.05452566</c:v>
                </c:pt>
                <c:pt idx="45">
                  <c:v>-3.10151538</c:v>
                </c:pt>
                <c:pt idx="46">
                  <c:v>-3.13522394</c:v>
                </c:pt>
                <c:pt idx="47">
                  <c:v>-3.15550698</c:v>
                </c:pt>
                <c:pt idx="48">
                  <c:v>-3.16227766</c:v>
                </c:pt>
                <c:pt idx="49">
                  <c:v>-3.15550698</c:v>
                </c:pt>
                <c:pt idx="50">
                  <c:v>-3.13522394</c:v>
                </c:pt>
                <c:pt idx="51">
                  <c:v>-3.10151538</c:v>
                </c:pt>
                <c:pt idx="52">
                  <c:v>-3.05452566</c:v>
                </c:pt>
                <c:pt idx="53">
                  <c:v>-2.99445599</c:v>
                </c:pt>
                <c:pt idx="54">
                  <c:v>-2.92156361</c:v>
                </c:pt>
                <c:pt idx="55">
                  <c:v>-2.83616063</c:v>
                </c:pt>
                <c:pt idx="56">
                  <c:v>-2.73861279</c:v>
                </c:pt>
                <c:pt idx="57">
                  <c:v>-2.62933778</c:v>
                </c:pt>
                <c:pt idx="58">
                  <c:v>-2.50880354</c:v>
                </c:pt>
                <c:pt idx="59">
                  <c:v>-2.37752623</c:v>
                </c:pt>
                <c:pt idx="60">
                  <c:v>-2.23606798</c:v>
                </c:pt>
                <c:pt idx="61">
                  <c:v>-2.08503454</c:v>
                </c:pt>
                <c:pt idx="62">
                  <c:v>-1.92507267</c:v>
                </c:pt>
                <c:pt idx="63">
                  <c:v>-1.75686734</c:v>
                </c:pt>
                <c:pt idx="64">
                  <c:v>-1.58113883</c:v>
                </c:pt>
                <c:pt idx="65">
                  <c:v>-1.39863964</c:v>
                </c:pt>
                <c:pt idx="66">
                  <c:v>-1.21015127</c:v>
                </c:pt>
                <c:pt idx="67">
                  <c:v>-1.01648084</c:v>
                </c:pt>
                <c:pt idx="68">
                  <c:v>-0.81845768</c:v>
                </c:pt>
                <c:pt idx="69">
                  <c:v>-0.61692977</c:v>
                </c:pt>
                <c:pt idx="70">
                  <c:v>-0.41276006</c:v>
                </c:pt>
                <c:pt idx="71">
                  <c:v>-0.20682285</c:v>
                </c:pt>
                <c:pt idx="72">
                  <c:v>-0</c:v>
                </c:pt>
                <c:pt idx="73">
                  <c:v>0.20682285</c:v>
                </c:pt>
                <c:pt idx="74">
                  <c:v>0.41276006</c:v>
                </c:pt>
                <c:pt idx="75">
                  <c:v>0.61692977</c:v>
                </c:pt>
                <c:pt idx="76">
                  <c:v>0.81845768</c:v>
                </c:pt>
                <c:pt idx="77">
                  <c:v>1.01648084</c:v>
                </c:pt>
                <c:pt idx="78">
                  <c:v>1.21015127</c:v>
                </c:pt>
                <c:pt idx="79">
                  <c:v>1.39863964</c:v>
                </c:pt>
                <c:pt idx="80">
                  <c:v>1.58113883</c:v>
                </c:pt>
                <c:pt idx="81">
                  <c:v>1.75686734</c:v>
                </c:pt>
                <c:pt idx="82">
                  <c:v>1.92507267</c:v>
                </c:pt>
                <c:pt idx="83">
                  <c:v>2.08503454</c:v>
                </c:pt>
                <c:pt idx="84">
                  <c:v>2.23606798</c:v>
                </c:pt>
                <c:pt idx="85">
                  <c:v>2.37752623</c:v>
                </c:pt>
                <c:pt idx="86">
                  <c:v>2.50880354</c:v>
                </c:pt>
                <c:pt idx="87">
                  <c:v>2.62933778</c:v>
                </c:pt>
                <c:pt idx="88">
                  <c:v>2.73861279</c:v>
                </c:pt>
                <c:pt idx="89">
                  <c:v>2.83616063</c:v>
                </c:pt>
                <c:pt idx="90">
                  <c:v>2.92156361</c:v>
                </c:pt>
                <c:pt idx="91">
                  <c:v>2.99445599</c:v>
                </c:pt>
                <c:pt idx="92">
                  <c:v>3.05452566</c:v>
                </c:pt>
                <c:pt idx="93">
                  <c:v>3.10151538</c:v>
                </c:pt>
                <c:pt idx="94">
                  <c:v>3.13522394</c:v>
                </c:pt>
                <c:pt idx="95">
                  <c:v>3.15550698</c:v>
                </c:pt>
                <c:pt idx="96">
                  <c:v>3.16227766</c:v>
                </c:pt>
              </c:numCache>
            </c:numRef>
          </c:xVal>
          <c:yVal>
            <c:numRef>
              <c:f>'Chart Data'!$L$2:$L$98</c:f>
              <c:numCache>
                <c:formatCode>0</c:formatCode>
                <c:ptCount val="97"/>
                <c:pt idx="0">
                  <c:v>0</c:v>
                </c:pt>
                <c:pt idx="1">
                  <c:v>0.06540313</c:v>
                </c:pt>
                <c:pt idx="2">
                  <c:v>0.13052619</c:v>
                </c:pt>
                <c:pt idx="3">
                  <c:v>0.19509032</c:v>
                </c:pt>
                <c:pt idx="4">
                  <c:v>0.25881905</c:v>
                </c:pt>
                <c:pt idx="5">
                  <c:v>0.32143947</c:v>
                </c:pt>
                <c:pt idx="6">
                  <c:v>0.38268343</c:v>
                </c:pt>
                <c:pt idx="7">
                  <c:v>0.44228869</c:v>
                </c:pt>
                <c:pt idx="8">
                  <c:v>0.5</c:v>
                </c:pt>
                <c:pt idx="9">
                  <c:v>0.55557023</c:v>
                </c:pt>
                <c:pt idx="10">
                  <c:v>0.60876143</c:v>
                </c:pt>
                <c:pt idx="11">
                  <c:v>0.65934582</c:v>
                </c:pt>
                <c:pt idx="12">
                  <c:v>0.70710678</c:v>
                </c:pt>
                <c:pt idx="13">
                  <c:v>0.75183981</c:v>
                </c:pt>
                <c:pt idx="14">
                  <c:v>0.79335334</c:v>
                </c:pt>
                <c:pt idx="15">
                  <c:v>0.83146961</c:v>
                </c:pt>
                <c:pt idx="16">
                  <c:v>0.8660254</c:v>
                </c:pt>
                <c:pt idx="17">
                  <c:v>0.89687274</c:v>
                </c:pt>
                <c:pt idx="18">
                  <c:v>0.92387953</c:v>
                </c:pt>
                <c:pt idx="19">
                  <c:v>0.94693013</c:v>
                </c:pt>
                <c:pt idx="20">
                  <c:v>0.96592583</c:v>
                </c:pt>
                <c:pt idx="21">
                  <c:v>0.98078528</c:v>
                </c:pt>
                <c:pt idx="22">
                  <c:v>0.99144486</c:v>
                </c:pt>
                <c:pt idx="23">
                  <c:v>0.99785892</c:v>
                </c:pt>
                <c:pt idx="24">
                  <c:v>1</c:v>
                </c:pt>
                <c:pt idx="25">
                  <c:v>0.99785892</c:v>
                </c:pt>
                <c:pt idx="26">
                  <c:v>0.99144486</c:v>
                </c:pt>
                <c:pt idx="27">
                  <c:v>0.98078528</c:v>
                </c:pt>
                <c:pt idx="28">
                  <c:v>0.96592583</c:v>
                </c:pt>
                <c:pt idx="29">
                  <c:v>0.94693013</c:v>
                </c:pt>
                <c:pt idx="30">
                  <c:v>0.92387953</c:v>
                </c:pt>
                <c:pt idx="31">
                  <c:v>0.89687274</c:v>
                </c:pt>
                <c:pt idx="32">
                  <c:v>0.8660254</c:v>
                </c:pt>
                <c:pt idx="33">
                  <c:v>0.83146961</c:v>
                </c:pt>
                <c:pt idx="34">
                  <c:v>0.79335334</c:v>
                </c:pt>
                <c:pt idx="35">
                  <c:v>0.75183981</c:v>
                </c:pt>
                <c:pt idx="36">
                  <c:v>0.70710678</c:v>
                </c:pt>
                <c:pt idx="37">
                  <c:v>0.65934582</c:v>
                </c:pt>
                <c:pt idx="38">
                  <c:v>0.60876143</c:v>
                </c:pt>
                <c:pt idx="39">
                  <c:v>0.55557023</c:v>
                </c:pt>
                <c:pt idx="40">
                  <c:v>0.5</c:v>
                </c:pt>
                <c:pt idx="41">
                  <c:v>0.44228869</c:v>
                </c:pt>
                <c:pt idx="42">
                  <c:v>0.38268343</c:v>
                </c:pt>
                <c:pt idx="43">
                  <c:v>0.32143947</c:v>
                </c:pt>
                <c:pt idx="44">
                  <c:v>0.25881905</c:v>
                </c:pt>
                <c:pt idx="45">
                  <c:v>0.19509032</c:v>
                </c:pt>
                <c:pt idx="46">
                  <c:v>0.13052619</c:v>
                </c:pt>
                <c:pt idx="47">
                  <c:v>0.06540313</c:v>
                </c:pt>
                <c:pt idx="48">
                  <c:v>0</c:v>
                </c:pt>
                <c:pt idx="49">
                  <c:v>-0.06540313</c:v>
                </c:pt>
                <c:pt idx="50">
                  <c:v>-0.13052619</c:v>
                </c:pt>
                <c:pt idx="51">
                  <c:v>-0.19509032</c:v>
                </c:pt>
                <c:pt idx="52">
                  <c:v>-0.25881905</c:v>
                </c:pt>
                <c:pt idx="53">
                  <c:v>-0.32143947</c:v>
                </c:pt>
                <c:pt idx="54">
                  <c:v>-0.38268343</c:v>
                </c:pt>
                <c:pt idx="55">
                  <c:v>-0.44228869</c:v>
                </c:pt>
                <c:pt idx="56">
                  <c:v>-0.5</c:v>
                </c:pt>
                <c:pt idx="57">
                  <c:v>-0.55557023</c:v>
                </c:pt>
                <c:pt idx="58">
                  <c:v>-0.60876143</c:v>
                </c:pt>
                <c:pt idx="59">
                  <c:v>-0.65934582</c:v>
                </c:pt>
                <c:pt idx="60">
                  <c:v>-0.70710678</c:v>
                </c:pt>
                <c:pt idx="61">
                  <c:v>-0.75183981</c:v>
                </c:pt>
                <c:pt idx="62">
                  <c:v>-0.79335334</c:v>
                </c:pt>
                <c:pt idx="63">
                  <c:v>-0.83146961</c:v>
                </c:pt>
                <c:pt idx="64">
                  <c:v>-0.8660254</c:v>
                </c:pt>
                <c:pt idx="65">
                  <c:v>-0.89687274</c:v>
                </c:pt>
                <c:pt idx="66">
                  <c:v>-0.92387953</c:v>
                </c:pt>
                <c:pt idx="67">
                  <c:v>-0.94693013</c:v>
                </c:pt>
                <c:pt idx="68">
                  <c:v>-0.96592583</c:v>
                </c:pt>
                <c:pt idx="69">
                  <c:v>-0.98078528</c:v>
                </c:pt>
                <c:pt idx="70">
                  <c:v>-0.99144486</c:v>
                </c:pt>
                <c:pt idx="71">
                  <c:v>-0.99785892</c:v>
                </c:pt>
                <c:pt idx="72">
                  <c:v>-1</c:v>
                </c:pt>
                <c:pt idx="73">
                  <c:v>-0.99785892</c:v>
                </c:pt>
                <c:pt idx="74">
                  <c:v>-0.99144486</c:v>
                </c:pt>
                <c:pt idx="75">
                  <c:v>-0.98078528</c:v>
                </c:pt>
                <c:pt idx="76">
                  <c:v>-0.96592583</c:v>
                </c:pt>
                <c:pt idx="77">
                  <c:v>-0.94693013</c:v>
                </c:pt>
                <c:pt idx="78">
                  <c:v>-0.92387953</c:v>
                </c:pt>
                <c:pt idx="79">
                  <c:v>-0.89687274</c:v>
                </c:pt>
                <c:pt idx="80">
                  <c:v>-0.8660254</c:v>
                </c:pt>
                <c:pt idx="81">
                  <c:v>-0.83146961</c:v>
                </c:pt>
                <c:pt idx="82">
                  <c:v>-0.79335334</c:v>
                </c:pt>
                <c:pt idx="83">
                  <c:v>-0.75183981</c:v>
                </c:pt>
                <c:pt idx="84">
                  <c:v>-0.70710678</c:v>
                </c:pt>
                <c:pt idx="85">
                  <c:v>-0.65934582</c:v>
                </c:pt>
                <c:pt idx="86">
                  <c:v>-0.60876143</c:v>
                </c:pt>
                <c:pt idx="87">
                  <c:v>-0.55557023</c:v>
                </c:pt>
                <c:pt idx="88">
                  <c:v>-0.5</c:v>
                </c:pt>
                <c:pt idx="89">
                  <c:v>-0.44228869</c:v>
                </c:pt>
                <c:pt idx="90">
                  <c:v>-0.38268343</c:v>
                </c:pt>
                <c:pt idx="91">
                  <c:v>-0.32143947</c:v>
                </c:pt>
                <c:pt idx="92">
                  <c:v>-0.25881905</c:v>
                </c:pt>
                <c:pt idx="93">
                  <c:v>-0.19509032</c:v>
                </c:pt>
                <c:pt idx="94">
                  <c:v>-0.13052619</c:v>
                </c:pt>
                <c:pt idx="95">
                  <c:v>-0.06540313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30D-5E4F-818C-76C2CB863E8A}"/>
            </c:ext>
          </c:extLst>
        </c:ser>
        <c:ser>
          <c:idx val="6"/>
          <c:order val="6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Data'!$M$2:$M$82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Data'!$N$2:$N$82</c:f>
              <c:numCache>
                <c:formatCode>0</c:formatCode>
                <c:ptCount val="81"/>
                <c:pt idx="0">
                  <c:v>0.63245553</c:v>
                </c:pt>
                <c:pt idx="1">
                  <c:v>0.69209826</c:v>
                </c:pt>
                <c:pt idx="2">
                  <c:v>0.74565408</c:v>
                </c:pt>
                <c:pt idx="3">
                  <c:v>0.79435508</c:v>
                </c:pt>
                <c:pt idx="4">
                  <c:v>0.83904708</c:v>
                </c:pt>
                <c:pt idx="5">
                  <c:v>0.88034084</c:v>
                </c:pt>
                <c:pt idx="6">
                  <c:v>0.91869473</c:v>
                </c:pt>
                <c:pt idx="7">
                  <c:v>0.9544632</c:v>
                </c:pt>
                <c:pt idx="8">
                  <c:v>0.98792712</c:v>
                </c:pt>
                <c:pt idx="9">
                  <c:v>1.01931349</c:v>
                </c:pt>
                <c:pt idx="10">
                  <c:v>1.04880885</c:v>
                </c:pt>
                <c:pt idx="11">
                  <c:v>1.07656862</c:v>
                </c:pt>
                <c:pt idx="12">
                  <c:v>1.1027239</c:v>
                </c:pt>
                <c:pt idx="13">
                  <c:v>1.12738636</c:v>
                </c:pt>
                <c:pt idx="14">
                  <c:v>1.15065199</c:v>
                </c:pt>
                <c:pt idx="15">
                  <c:v>1.17260394</c:v>
                </c:pt>
                <c:pt idx="16">
                  <c:v>1.19331471</c:v>
                </c:pt>
                <c:pt idx="17">
                  <c:v>1.21284789</c:v>
                </c:pt>
                <c:pt idx="18">
                  <c:v>1.23125952</c:v>
                </c:pt>
                <c:pt idx="19">
                  <c:v>1.24859922</c:v>
                </c:pt>
                <c:pt idx="20">
                  <c:v>1.26491106</c:v>
                </c:pt>
                <c:pt idx="21">
                  <c:v>1.28023435</c:v>
                </c:pt>
                <c:pt idx="22">
                  <c:v>1.29460419</c:v>
                </c:pt>
                <c:pt idx="23">
                  <c:v>1.30805199</c:v>
                </c:pt>
                <c:pt idx="24">
                  <c:v>1.32060592</c:v>
                </c:pt>
                <c:pt idx="25">
                  <c:v>1.33229126</c:v>
                </c:pt>
                <c:pt idx="26">
                  <c:v>1.34313067</c:v>
                </c:pt>
                <c:pt idx="27">
                  <c:v>1.35314449</c:v>
                </c:pt>
                <c:pt idx="28">
                  <c:v>1.36235091</c:v>
                </c:pt>
                <c:pt idx="29">
                  <c:v>1.37076621</c:v>
                </c:pt>
                <c:pt idx="30">
                  <c:v>1.37840488</c:v>
                </c:pt>
                <c:pt idx="31">
                  <c:v>1.38527976</c:v>
                </c:pt>
                <c:pt idx="32">
                  <c:v>1.39140217</c:v>
                </c:pt>
                <c:pt idx="33">
                  <c:v>1.39678202</c:v>
                </c:pt>
                <c:pt idx="34">
                  <c:v>1.40142784</c:v>
                </c:pt>
                <c:pt idx="35">
                  <c:v>1.40534693</c:v>
                </c:pt>
                <c:pt idx="36">
                  <c:v>1.40854535</c:v>
                </c:pt>
                <c:pt idx="37">
                  <c:v>1.41102799</c:v>
                </c:pt>
                <c:pt idx="38">
                  <c:v>1.41279864</c:v>
                </c:pt>
                <c:pt idx="39">
                  <c:v>1.41385996</c:v>
                </c:pt>
                <c:pt idx="40">
                  <c:v>1.41421356</c:v>
                </c:pt>
                <c:pt idx="41">
                  <c:v>1.41385996</c:v>
                </c:pt>
                <c:pt idx="42">
                  <c:v>1.41279864</c:v>
                </c:pt>
                <c:pt idx="43">
                  <c:v>1.41102799</c:v>
                </c:pt>
                <c:pt idx="44">
                  <c:v>1.40854535</c:v>
                </c:pt>
                <c:pt idx="45">
                  <c:v>1.40534693</c:v>
                </c:pt>
                <c:pt idx="46">
                  <c:v>1.40142784</c:v>
                </c:pt>
                <c:pt idx="47">
                  <c:v>1.39678202</c:v>
                </c:pt>
                <c:pt idx="48">
                  <c:v>1.39140217</c:v>
                </c:pt>
                <c:pt idx="49">
                  <c:v>1.38527976</c:v>
                </c:pt>
                <c:pt idx="50">
                  <c:v>1.37840488</c:v>
                </c:pt>
                <c:pt idx="51">
                  <c:v>1.37076621</c:v>
                </c:pt>
                <c:pt idx="52">
                  <c:v>1.36235091</c:v>
                </c:pt>
                <c:pt idx="53">
                  <c:v>1.35314449</c:v>
                </c:pt>
                <c:pt idx="54">
                  <c:v>1.34313067</c:v>
                </c:pt>
                <c:pt idx="55">
                  <c:v>1.33229126</c:v>
                </c:pt>
                <c:pt idx="56">
                  <c:v>1.32060592</c:v>
                </c:pt>
                <c:pt idx="57">
                  <c:v>1.30805199</c:v>
                </c:pt>
                <c:pt idx="58">
                  <c:v>1.29460419</c:v>
                </c:pt>
                <c:pt idx="59">
                  <c:v>1.28023435</c:v>
                </c:pt>
                <c:pt idx="60">
                  <c:v>1.26491106</c:v>
                </c:pt>
                <c:pt idx="61">
                  <c:v>1.24859922</c:v>
                </c:pt>
                <c:pt idx="62">
                  <c:v>1.23125952</c:v>
                </c:pt>
                <c:pt idx="63">
                  <c:v>1.21284789</c:v>
                </c:pt>
                <c:pt idx="64">
                  <c:v>1.19331471</c:v>
                </c:pt>
                <c:pt idx="65">
                  <c:v>1.17260394</c:v>
                </c:pt>
                <c:pt idx="66">
                  <c:v>1.15065199</c:v>
                </c:pt>
                <c:pt idx="67">
                  <c:v>1.12738636</c:v>
                </c:pt>
                <c:pt idx="68">
                  <c:v>1.1027239</c:v>
                </c:pt>
                <c:pt idx="69">
                  <c:v>1.07656862</c:v>
                </c:pt>
                <c:pt idx="70">
                  <c:v>1.04880885</c:v>
                </c:pt>
                <c:pt idx="71">
                  <c:v>1.01931349</c:v>
                </c:pt>
                <c:pt idx="72">
                  <c:v>0.98792712</c:v>
                </c:pt>
                <c:pt idx="73">
                  <c:v>0.9544632</c:v>
                </c:pt>
                <c:pt idx="74">
                  <c:v>0.91869473</c:v>
                </c:pt>
                <c:pt idx="75">
                  <c:v>0.88034084</c:v>
                </c:pt>
                <c:pt idx="76">
                  <c:v>0.83904708</c:v>
                </c:pt>
                <c:pt idx="77">
                  <c:v>0.79435508</c:v>
                </c:pt>
                <c:pt idx="78">
                  <c:v>0.74565408</c:v>
                </c:pt>
                <c:pt idx="79">
                  <c:v>0.69209826</c:v>
                </c:pt>
                <c:pt idx="80">
                  <c:v>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030D-5E4F-818C-76C2CB863E8A}"/>
            </c:ext>
          </c:extLst>
        </c:ser>
        <c:ser>
          <c:idx val="7"/>
          <c:order val="7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Data'!$O$2:$O$82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Data'!$P$2:$P$82</c:f>
              <c:numCache>
                <c:formatCode>0</c:formatCode>
                <c:ptCount val="81"/>
                <c:pt idx="0">
                  <c:v>-0.63245553</c:v>
                </c:pt>
                <c:pt idx="1">
                  <c:v>-0.69209826</c:v>
                </c:pt>
                <c:pt idx="2">
                  <c:v>-0.74565408</c:v>
                </c:pt>
                <c:pt idx="3">
                  <c:v>-0.79435508</c:v>
                </c:pt>
                <c:pt idx="4">
                  <c:v>-0.83904708</c:v>
                </c:pt>
                <c:pt idx="5">
                  <c:v>-0.88034084</c:v>
                </c:pt>
                <c:pt idx="6">
                  <c:v>-0.91869473</c:v>
                </c:pt>
                <c:pt idx="7">
                  <c:v>-0.9544632</c:v>
                </c:pt>
                <c:pt idx="8">
                  <c:v>-0.98792712</c:v>
                </c:pt>
                <c:pt idx="9">
                  <c:v>-1.01931349</c:v>
                </c:pt>
                <c:pt idx="10">
                  <c:v>-1.04880885</c:v>
                </c:pt>
                <c:pt idx="11">
                  <c:v>-1.07656862</c:v>
                </c:pt>
                <c:pt idx="12">
                  <c:v>-1.1027239</c:v>
                </c:pt>
                <c:pt idx="13">
                  <c:v>-1.12738636</c:v>
                </c:pt>
                <c:pt idx="14">
                  <c:v>-1.15065199</c:v>
                </c:pt>
                <c:pt idx="15">
                  <c:v>-1.17260394</c:v>
                </c:pt>
                <c:pt idx="16">
                  <c:v>-1.19331471</c:v>
                </c:pt>
                <c:pt idx="17">
                  <c:v>-1.21284789</c:v>
                </c:pt>
                <c:pt idx="18">
                  <c:v>-1.23125952</c:v>
                </c:pt>
                <c:pt idx="19">
                  <c:v>-1.24859922</c:v>
                </c:pt>
                <c:pt idx="20">
                  <c:v>-1.26491106</c:v>
                </c:pt>
                <c:pt idx="21">
                  <c:v>-1.28023435</c:v>
                </c:pt>
                <c:pt idx="22">
                  <c:v>-1.29460419</c:v>
                </c:pt>
                <c:pt idx="23">
                  <c:v>-1.30805199</c:v>
                </c:pt>
                <c:pt idx="24">
                  <c:v>-1.32060592</c:v>
                </c:pt>
                <c:pt idx="25">
                  <c:v>-1.33229126</c:v>
                </c:pt>
                <c:pt idx="26">
                  <c:v>-1.34313067</c:v>
                </c:pt>
                <c:pt idx="27">
                  <c:v>-1.35314449</c:v>
                </c:pt>
                <c:pt idx="28">
                  <c:v>-1.36235091</c:v>
                </c:pt>
                <c:pt idx="29">
                  <c:v>-1.37076621</c:v>
                </c:pt>
                <c:pt idx="30">
                  <c:v>-1.37840488</c:v>
                </c:pt>
                <c:pt idx="31">
                  <c:v>-1.38527976</c:v>
                </c:pt>
                <c:pt idx="32">
                  <c:v>-1.39140217</c:v>
                </c:pt>
                <c:pt idx="33">
                  <c:v>-1.39678202</c:v>
                </c:pt>
                <c:pt idx="34">
                  <c:v>-1.40142784</c:v>
                </c:pt>
                <c:pt idx="35">
                  <c:v>-1.40534693</c:v>
                </c:pt>
                <c:pt idx="36">
                  <c:v>-1.40854535</c:v>
                </c:pt>
                <c:pt idx="37">
                  <c:v>-1.41102799</c:v>
                </c:pt>
                <c:pt idx="38">
                  <c:v>-1.41279864</c:v>
                </c:pt>
                <c:pt idx="39">
                  <c:v>-1.41385996</c:v>
                </c:pt>
                <c:pt idx="40">
                  <c:v>-1.41421356</c:v>
                </c:pt>
                <c:pt idx="41">
                  <c:v>-1.41385996</c:v>
                </c:pt>
                <c:pt idx="42">
                  <c:v>-1.41279864</c:v>
                </c:pt>
                <c:pt idx="43">
                  <c:v>-1.41102799</c:v>
                </c:pt>
                <c:pt idx="44">
                  <c:v>-1.40854535</c:v>
                </c:pt>
                <c:pt idx="45">
                  <c:v>-1.40534693</c:v>
                </c:pt>
                <c:pt idx="46">
                  <c:v>-1.40142784</c:v>
                </c:pt>
                <c:pt idx="47">
                  <c:v>-1.39678202</c:v>
                </c:pt>
                <c:pt idx="48">
                  <c:v>-1.39140217</c:v>
                </c:pt>
                <c:pt idx="49">
                  <c:v>-1.38527976</c:v>
                </c:pt>
                <c:pt idx="50">
                  <c:v>-1.37840488</c:v>
                </c:pt>
                <c:pt idx="51">
                  <c:v>-1.37076621</c:v>
                </c:pt>
                <c:pt idx="52">
                  <c:v>-1.36235091</c:v>
                </c:pt>
                <c:pt idx="53">
                  <c:v>-1.35314449</c:v>
                </c:pt>
                <c:pt idx="54">
                  <c:v>-1.34313067</c:v>
                </c:pt>
                <c:pt idx="55">
                  <c:v>-1.33229126</c:v>
                </c:pt>
                <c:pt idx="56">
                  <c:v>-1.32060592</c:v>
                </c:pt>
                <c:pt idx="57">
                  <c:v>-1.30805199</c:v>
                </c:pt>
                <c:pt idx="58">
                  <c:v>-1.29460419</c:v>
                </c:pt>
                <c:pt idx="59">
                  <c:v>-1.28023435</c:v>
                </c:pt>
                <c:pt idx="60">
                  <c:v>-1.26491106</c:v>
                </c:pt>
                <c:pt idx="61">
                  <c:v>-1.24859922</c:v>
                </c:pt>
                <c:pt idx="62">
                  <c:v>-1.23125952</c:v>
                </c:pt>
                <c:pt idx="63">
                  <c:v>-1.21284789</c:v>
                </c:pt>
                <c:pt idx="64">
                  <c:v>-1.19331471</c:v>
                </c:pt>
                <c:pt idx="65">
                  <c:v>-1.17260394</c:v>
                </c:pt>
                <c:pt idx="66">
                  <c:v>-1.15065199</c:v>
                </c:pt>
                <c:pt idx="67">
                  <c:v>-1.12738636</c:v>
                </c:pt>
                <c:pt idx="68">
                  <c:v>-1.1027239</c:v>
                </c:pt>
                <c:pt idx="69">
                  <c:v>-1.07656862</c:v>
                </c:pt>
                <c:pt idx="70">
                  <c:v>-1.04880885</c:v>
                </c:pt>
                <c:pt idx="71">
                  <c:v>-1.01931349</c:v>
                </c:pt>
                <c:pt idx="72">
                  <c:v>-0.98792712</c:v>
                </c:pt>
                <c:pt idx="73">
                  <c:v>-0.9544632</c:v>
                </c:pt>
                <c:pt idx="74">
                  <c:v>-0.91869473</c:v>
                </c:pt>
                <c:pt idx="75">
                  <c:v>-0.88034084</c:v>
                </c:pt>
                <c:pt idx="76">
                  <c:v>-0.83904708</c:v>
                </c:pt>
                <c:pt idx="77">
                  <c:v>-0.79435508</c:v>
                </c:pt>
                <c:pt idx="78">
                  <c:v>-0.74565408</c:v>
                </c:pt>
                <c:pt idx="79">
                  <c:v>-0.69209826</c:v>
                </c:pt>
                <c:pt idx="80">
                  <c:v>-0.63245553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30D-5E4F-818C-76C2CB863E8A}"/>
            </c:ext>
          </c:extLst>
        </c:ser>
        <c:ser>
          <c:idx val="8"/>
          <c:order val="8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Data'!$Q$2:$Q$82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Data'!$R$2:$R$82</c:f>
              <c:numCache>
                <c:formatCode>0</c:formatCode>
                <c:ptCount val="81"/>
                <c:pt idx="0">
                  <c:v>1.12915898</c:v>
                </c:pt>
                <c:pt idx="1">
                  <c:v>1.16361506</c:v>
                </c:pt>
                <c:pt idx="2">
                  <c:v>1.19624412</c:v>
                </c:pt>
                <c:pt idx="3">
                  <c:v>1.22719192</c:v>
                </c:pt>
                <c:pt idx="4">
                  <c:v>1.25658267</c:v>
                </c:pt>
                <c:pt idx="5">
                  <c:v>1.28452326</c:v>
                </c:pt>
                <c:pt idx="6">
                  <c:v>1.3111064</c:v>
                </c:pt>
                <c:pt idx="7">
                  <c:v>1.33641311</c:v>
                </c:pt>
                <c:pt idx="8">
                  <c:v>1.36051461</c:v>
                </c:pt>
                <c:pt idx="9">
                  <c:v>1.38347389</c:v>
                </c:pt>
                <c:pt idx="10">
                  <c:v>1.40534693</c:v>
                </c:pt>
                <c:pt idx="11">
                  <c:v>1.42618372</c:v>
                </c:pt>
                <c:pt idx="12">
                  <c:v>1.44602905</c:v>
                </c:pt>
                <c:pt idx="13">
                  <c:v>1.46492321</c:v>
                </c:pt>
                <c:pt idx="14">
                  <c:v>1.48290256</c:v>
                </c:pt>
                <c:pt idx="15">
                  <c:v>1.5</c:v>
                </c:pt>
                <c:pt idx="16">
                  <c:v>1.51624536</c:v>
                </c:pt>
                <c:pt idx="17">
                  <c:v>1.53166576</c:v>
                </c:pt>
                <c:pt idx="18">
                  <c:v>1.54628587</c:v>
                </c:pt>
                <c:pt idx="19">
                  <c:v>1.5601282</c:v>
                </c:pt>
                <c:pt idx="20">
                  <c:v>1.57321327</c:v>
                </c:pt>
                <c:pt idx="21">
                  <c:v>1.58555984</c:v>
                </c:pt>
                <c:pt idx="22">
                  <c:v>1.59718502</c:v>
                </c:pt>
                <c:pt idx="23">
                  <c:v>1.60810447</c:v>
                </c:pt>
                <c:pt idx="24">
                  <c:v>1.61833248</c:v>
                </c:pt>
                <c:pt idx="25">
                  <c:v>1.62788206</c:v>
                </c:pt>
                <c:pt idx="26">
                  <c:v>1.6367651</c:v>
                </c:pt>
                <c:pt idx="27">
                  <c:v>1.6449924</c:v>
                </c:pt>
                <c:pt idx="28">
                  <c:v>1.65257375</c:v>
                </c:pt>
                <c:pt idx="29">
                  <c:v>1.659518</c:v>
                </c:pt>
                <c:pt idx="30">
                  <c:v>1.66583312</c:v>
                </c:pt>
                <c:pt idx="31">
                  <c:v>1.67152625</c:v>
                </c:pt>
                <c:pt idx="32">
                  <c:v>1.67660371</c:v>
                </c:pt>
                <c:pt idx="33">
                  <c:v>1.68107109</c:v>
                </c:pt>
                <c:pt idx="34">
                  <c:v>1.68493323</c:v>
                </c:pt>
                <c:pt idx="35">
                  <c:v>1.6881943</c:v>
                </c:pt>
                <c:pt idx="36">
                  <c:v>1.69085777</c:v>
                </c:pt>
                <c:pt idx="37">
                  <c:v>1.69292646</c:v>
                </c:pt>
                <c:pt idx="38">
                  <c:v>1.69440255</c:v>
                </c:pt>
                <c:pt idx="39">
                  <c:v>1.69528759</c:v>
                </c:pt>
                <c:pt idx="40">
                  <c:v>1.6955825</c:v>
                </c:pt>
                <c:pt idx="41">
                  <c:v>1.69528759</c:v>
                </c:pt>
                <c:pt idx="42">
                  <c:v>1.69440255</c:v>
                </c:pt>
                <c:pt idx="43">
                  <c:v>1.69292646</c:v>
                </c:pt>
                <c:pt idx="44">
                  <c:v>1.69085777</c:v>
                </c:pt>
                <c:pt idx="45">
                  <c:v>1.6881943</c:v>
                </c:pt>
                <c:pt idx="46">
                  <c:v>1.68493323</c:v>
                </c:pt>
                <c:pt idx="47">
                  <c:v>1.68107109</c:v>
                </c:pt>
                <c:pt idx="48">
                  <c:v>1.67660371</c:v>
                </c:pt>
                <c:pt idx="49">
                  <c:v>1.67152625</c:v>
                </c:pt>
                <c:pt idx="50">
                  <c:v>1.66583312</c:v>
                </c:pt>
                <c:pt idx="51">
                  <c:v>1.659518</c:v>
                </c:pt>
                <c:pt idx="52">
                  <c:v>1.65257375</c:v>
                </c:pt>
                <c:pt idx="53">
                  <c:v>1.6449924</c:v>
                </c:pt>
                <c:pt idx="54">
                  <c:v>1.6367651</c:v>
                </c:pt>
                <c:pt idx="55">
                  <c:v>1.62788206</c:v>
                </c:pt>
                <c:pt idx="56">
                  <c:v>1.61833248</c:v>
                </c:pt>
                <c:pt idx="57">
                  <c:v>1.60810447</c:v>
                </c:pt>
                <c:pt idx="58">
                  <c:v>1.59718502</c:v>
                </c:pt>
                <c:pt idx="59">
                  <c:v>1.58555984</c:v>
                </c:pt>
                <c:pt idx="60">
                  <c:v>1.57321327</c:v>
                </c:pt>
                <c:pt idx="61">
                  <c:v>1.5601282</c:v>
                </c:pt>
                <c:pt idx="62">
                  <c:v>1.54628587</c:v>
                </c:pt>
                <c:pt idx="63">
                  <c:v>1.53166576</c:v>
                </c:pt>
                <c:pt idx="64">
                  <c:v>1.51624536</c:v>
                </c:pt>
                <c:pt idx="65">
                  <c:v>1.5</c:v>
                </c:pt>
                <c:pt idx="66">
                  <c:v>1.48290256</c:v>
                </c:pt>
                <c:pt idx="67">
                  <c:v>1.46492321</c:v>
                </c:pt>
                <c:pt idx="68">
                  <c:v>1.44602905</c:v>
                </c:pt>
                <c:pt idx="69">
                  <c:v>1.42618372</c:v>
                </c:pt>
                <c:pt idx="70">
                  <c:v>1.40534693</c:v>
                </c:pt>
                <c:pt idx="71">
                  <c:v>1.38347389</c:v>
                </c:pt>
                <c:pt idx="72">
                  <c:v>1.36051461</c:v>
                </c:pt>
                <c:pt idx="73">
                  <c:v>1.33641311</c:v>
                </c:pt>
                <c:pt idx="74">
                  <c:v>1.3111064</c:v>
                </c:pt>
                <c:pt idx="75">
                  <c:v>1.28452326</c:v>
                </c:pt>
                <c:pt idx="76">
                  <c:v>1.25658267</c:v>
                </c:pt>
                <c:pt idx="77">
                  <c:v>1.22719192</c:v>
                </c:pt>
                <c:pt idx="78">
                  <c:v>1.19624412</c:v>
                </c:pt>
                <c:pt idx="79">
                  <c:v>1.16361506</c:v>
                </c:pt>
                <c:pt idx="80">
                  <c:v>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030D-5E4F-818C-76C2CB863E8A}"/>
            </c:ext>
          </c:extLst>
        </c:ser>
        <c:ser>
          <c:idx val="9"/>
          <c:order val="9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Data'!$S$2:$S$82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Data'!$T$2:$T$82</c:f>
              <c:numCache>
                <c:formatCode>0</c:formatCode>
                <c:ptCount val="81"/>
                <c:pt idx="0">
                  <c:v>-1.12915898</c:v>
                </c:pt>
                <c:pt idx="1">
                  <c:v>-1.16361506</c:v>
                </c:pt>
                <c:pt idx="2">
                  <c:v>-1.19624412</c:v>
                </c:pt>
                <c:pt idx="3">
                  <c:v>-1.22719192</c:v>
                </c:pt>
                <c:pt idx="4">
                  <c:v>-1.25658267</c:v>
                </c:pt>
                <c:pt idx="5">
                  <c:v>-1.28452326</c:v>
                </c:pt>
                <c:pt idx="6">
                  <c:v>-1.3111064</c:v>
                </c:pt>
                <c:pt idx="7">
                  <c:v>-1.33641311</c:v>
                </c:pt>
                <c:pt idx="8">
                  <c:v>-1.36051461</c:v>
                </c:pt>
                <c:pt idx="9">
                  <c:v>-1.38347389</c:v>
                </c:pt>
                <c:pt idx="10">
                  <c:v>-1.40534693</c:v>
                </c:pt>
                <c:pt idx="11">
                  <c:v>-1.42618372</c:v>
                </c:pt>
                <c:pt idx="12">
                  <c:v>-1.44602905</c:v>
                </c:pt>
                <c:pt idx="13">
                  <c:v>-1.46492321</c:v>
                </c:pt>
                <c:pt idx="14">
                  <c:v>-1.48290256</c:v>
                </c:pt>
                <c:pt idx="15">
                  <c:v>-1.5</c:v>
                </c:pt>
                <c:pt idx="16">
                  <c:v>-1.51624536</c:v>
                </c:pt>
                <c:pt idx="17">
                  <c:v>-1.53166576</c:v>
                </c:pt>
                <c:pt idx="18">
                  <c:v>-1.54628587</c:v>
                </c:pt>
                <c:pt idx="19">
                  <c:v>-1.5601282</c:v>
                </c:pt>
                <c:pt idx="20">
                  <c:v>-1.57321327</c:v>
                </c:pt>
                <c:pt idx="21">
                  <c:v>-1.58555984</c:v>
                </c:pt>
                <c:pt idx="22">
                  <c:v>-1.59718502</c:v>
                </c:pt>
                <c:pt idx="23">
                  <c:v>-1.60810447</c:v>
                </c:pt>
                <c:pt idx="24">
                  <c:v>-1.61833248</c:v>
                </c:pt>
                <c:pt idx="25">
                  <c:v>-1.62788206</c:v>
                </c:pt>
                <c:pt idx="26">
                  <c:v>-1.6367651</c:v>
                </c:pt>
                <c:pt idx="27">
                  <c:v>-1.6449924</c:v>
                </c:pt>
                <c:pt idx="28">
                  <c:v>-1.65257375</c:v>
                </c:pt>
                <c:pt idx="29">
                  <c:v>-1.659518</c:v>
                </c:pt>
                <c:pt idx="30">
                  <c:v>-1.66583312</c:v>
                </c:pt>
                <c:pt idx="31">
                  <c:v>-1.67152625</c:v>
                </c:pt>
                <c:pt idx="32">
                  <c:v>-1.67660371</c:v>
                </c:pt>
                <c:pt idx="33">
                  <c:v>-1.68107109</c:v>
                </c:pt>
                <c:pt idx="34">
                  <c:v>-1.68493323</c:v>
                </c:pt>
                <c:pt idx="35">
                  <c:v>-1.6881943</c:v>
                </c:pt>
                <c:pt idx="36">
                  <c:v>-1.69085777</c:v>
                </c:pt>
                <c:pt idx="37">
                  <c:v>-1.69292646</c:v>
                </c:pt>
                <c:pt idx="38">
                  <c:v>-1.69440255</c:v>
                </c:pt>
                <c:pt idx="39">
                  <c:v>-1.69528759</c:v>
                </c:pt>
                <c:pt idx="40">
                  <c:v>-1.6955825</c:v>
                </c:pt>
                <c:pt idx="41">
                  <c:v>-1.69528759</c:v>
                </c:pt>
                <c:pt idx="42">
                  <c:v>-1.69440255</c:v>
                </c:pt>
                <c:pt idx="43">
                  <c:v>-1.69292646</c:v>
                </c:pt>
                <c:pt idx="44">
                  <c:v>-1.69085777</c:v>
                </c:pt>
                <c:pt idx="45">
                  <c:v>-1.6881943</c:v>
                </c:pt>
                <c:pt idx="46">
                  <c:v>-1.68493323</c:v>
                </c:pt>
                <c:pt idx="47">
                  <c:v>-1.68107109</c:v>
                </c:pt>
                <c:pt idx="48">
                  <c:v>-1.67660371</c:v>
                </c:pt>
                <c:pt idx="49">
                  <c:v>-1.67152625</c:v>
                </c:pt>
                <c:pt idx="50">
                  <c:v>-1.66583312</c:v>
                </c:pt>
                <c:pt idx="51">
                  <c:v>-1.659518</c:v>
                </c:pt>
                <c:pt idx="52">
                  <c:v>-1.65257375</c:v>
                </c:pt>
                <c:pt idx="53">
                  <c:v>-1.6449924</c:v>
                </c:pt>
                <c:pt idx="54">
                  <c:v>-1.6367651</c:v>
                </c:pt>
                <c:pt idx="55">
                  <c:v>-1.62788206</c:v>
                </c:pt>
                <c:pt idx="56">
                  <c:v>-1.61833248</c:v>
                </c:pt>
                <c:pt idx="57">
                  <c:v>-1.60810447</c:v>
                </c:pt>
                <c:pt idx="58">
                  <c:v>-1.59718502</c:v>
                </c:pt>
                <c:pt idx="59">
                  <c:v>-1.58555984</c:v>
                </c:pt>
                <c:pt idx="60">
                  <c:v>-1.57321327</c:v>
                </c:pt>
                <c:pt idx="61">
                  <c:v>-1.5601282</c:v>
                </c:pt>
                <c:pt idx="62">
                  <c:v>-1.54628587</c:v>
                </c:pt>
                <c:pt idx="63">
                  <c:v>-1.53166576</c:v>
                </c:pt>
                <c:pt idx="64">
                  <c:v>-1.51624536</c:v>
                </c:pt>
                <c:pt idx="65">
                  <c:v>-1.5</c:v>
                </c:pt>
                <c:pt idx="66">
                  <c:v>-1.48290256</c:v>
                </c:pt>
                <c:pt idx="67">
                  <c:v>-1.46492321</c:v>
                </c:pt>
                <c:pt idx="68">
                  <c:v>-1.44602905</c:v>
                </c:pt>
                <c:pt idx="69">
                  <c:v>-1.42618372</c:v>
                </c:pt>
                <c:pt idx="70">
                  <c:v>-1.40534693</c:v>
                </c:pt>
                <c:pt idx="71">
                  <c:v>-1.38347389</c:v>
                </c:pt>
                <c:pt idx="72">
                  <c:v>-1.36051461</c:v>
                </c:pt>
                <c:pt idx="73">
                  <c:v>-1.33641311</c:v>
                </c:pt>
                <c:pt idx="74">
                  <c:v>-1.3111064</c:v>
                </c:pt>
                <c:pt idx="75">
                  <c:v>-1.28452326</c:v>
                </c:pt>
                <c:pt idx="76">
                  <c:v>-1.25658267</c:v>
                </c:pt>
                <c:pt idx="77">
                  <c:v>-1.22719192</c:v>
                </c:pt>
                <c:pt idx="78">
                  <c:v>-1.19624412</c:v>
                </c:pt>
                <c:pt idx="79">
                  <c:v>-1.16361506</c:v>
                </c:pt>
                <c:pt idx="80">
                  <c:v>-1.12915898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30D-5E4F-818C-76C2CB863E8A}"/>
            </c:ext>
          </c:extLst>
        </c:ser>
        <c:ser>
          <c:idx val="10"/>
          <c:order val="10"/>
          <c:tx>
            <c:v>GD</c:v>
          </c:tx>
          <c:spPr>
            <a:ln w="28575">
              <a:solidFill>
                <a:srgbClr val="102D69"/>
              </a:solidFill>
            </a:ln>
          </c:spPr>
          <c:marker>
            <c:symbol val="circle"/>
            <c:size val="7"/>
            <c:spPr>
              <a:solidFill>
                <a:srgbClr val="102D69"/>
              </a:solidFill>
            </c:spPr>
          </c:marker>
          <c:xVal>
            <c:numRef>
              <c:f>'Chart Data'!$U$2:$U$14</c:f>
              <c:numCache>
                <c:formatCode>General</c:formatCode>
                <c:ptCount val="13"/>
                <c:pt idx="0">
                  <c:v>-2.5</c:v>
                </c:pt>
                <c:pt idx="1">
                  <c:v>-2.075</c:v>
                </c:pt>
                <c:pt idx="2">
                  <c:v>-1.72225</c:v>
                </c:pt>
                <c:pt idx="3">
                  <c:v>-1.4294675</c:v>
                </c:pt>
                <c:pt idx="4">
                  <c:v>-1.18645802</c:v>
                </c:pt>
                <c:pt idx="5">
                  <c:v>-0.98476016</c:v>
                </c:pt>
                <c:pt idx="6">
                  <c:v>-0.81735093</c:v>
                </c:pt>
                <c:pt idx="7">
                  <c:v>-0.67840127</c:v>
                </c:pt>
                <c:pt idx="8">
                  <c:v>-0.56307306</c:v>
                </c:pt>
                <c:pt idx="9">
                  <c:v>-0.46735064</c:v>
                </c:pt>
                <c:pt idx="10">
                  <c:v>-0.38790103</c:v>
                </c:pt>
                <c:pt idx="11">
                  <c:v>-0.32195785</c:v>
                </c:pt>
                <c:pt idx="12">
                  <c:v>-0.26722502</c:v>
                </c:pt>
              </c:numCache>
            </c:numRef>
          </c:xVal>
          <c:yVal>
            <c:numRef>
              <c:f>'Chart Data'!$V$2:$V$14</c:f>
              <c:numCache>
                <c:formatCode>0</c:formatCode>
                <c:ptCount val="13"/>
                <c:pt idx="0">
                  <c:v>1.5</c:v>
                </c:pt>
                <c:pt idx="1">
                  <c:v>-1.05</c:v>
                </c:pt>
                <c:pt idx="2">
                  <c:v>0.735</c:v>
                </c:pt>
                <c:pt idx="3">
                  <c:v>-0.5145</c:v>
                </c:pt>
                <c:pt idx="4">
                  <c:v>0.36015</c:v>
                </c:pt>
                <c:pt idx="5">
                  <c:v>-0.252105</c:v>
                </c:pt>
                <c:pt idx="6">
                  <c:v>0.1764735</c:v>
                </c:pt>
                <c:pt idx="7">
                  <c:v>-0.12353145</c:v>
                </c:pt>
                <c:pt idx="8">
                  <c:v>0.08647202</c:v>
                </c:pt>
                <c:pt idx="9">
                  <c:v>-0.06053041</c:v>
                </c:pt>
                <c:pt idx="10">
                  <c:v>0.04237129</c:v>
                </c:pt>
                <c:pt idx="11">
                  <c:v>-0.0296599</c:v>
                </c:pt>
                <c:pt idx="12">
                  <c:v>0.02076193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030D-5E4F-818C-76C2CB863E8A}"/>
            </c:ext>
          </c:extLst>
        </c:ser>
        <c:ser>
          <c:idx val="11"/>
          <c:order val="11"/>
          <c:tx>
            <c:v>Старт</c:v>
          </c:tx>
          <c:spPr>
            <a:solidFill>
              <a:srgbClr val="202020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02020"/>
              </a:solidFill>
              <a:ln w="19050">
                <a:solidFill>
                  <a:srgbClr val="202020"/>
                </a:solidFill>
              </a:ln>
            </c:spPr>
          </c:marker>
          <c:xVal>
            <c:numRef>
              <c:f>'Chart Data'!$W$2:$W$2</c:f>
              <c:numCache>
                <c:formatCode>General</c:formatCode>
                <c:ptCount val="1"/>
                <c:pt idx="0">
                  <c:v>-2.5</c:v>
                </c:pt>
              </c:numCache>
            </c:numRef>
          </c:xVal>
          <c:yVal>
            <c:numRef>
              <c:f>'Chart Data'!$X$2:$X$2</c:f>
              <c:numCache>
                <c:formatCode>0</c:formatCode>
                <c:ptCount val="1"/>
                <c:pt idx="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030D-5E4F-818C-76C2CB863E8A}"/>
            </c:ext>
          </c:extLst>
        </c:ser>
        <c:ser>
          <c:idx val="12"/>
          <c:order val="12"/>
          <c:tx>
            <c:v>Минимум</c:v>
          </c:tx>
          <c:spPr>
            <a:solidFill>
              <a:srgbClr val="2F8B64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F8B64"/>
              </a:solidFill>
              <a:ln w="19050">
                <a:solidFill>
                  <a:srgbClr val="2F8B64"/>
                </a:solidFill>
              </a:ln>
            </c:spPr>
          </c:marker>
          <c:xVal>
            <c:numRef>
              <c:f>'Chart Data'!$Y$2:$Y$2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Data'!$Z$2:$Z$2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030D-5E4F-818C-76C2CB863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w₂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w₁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Data'!$A$2:$A$98</c:f>
              <c:numCache>
                <c:formatCode>General</c:formatCode>
                <c:ptCount val="97"/>
                <c:pt idx="0">
                  <c:v>0.63245553</c:v>
                </c:pt>
                <c:pt idx="1">
                  <c:v>0.6311014</c:v>
                </c:pt>
                <c:pt idx="2">
                  <c:v>0.62704479</c:v>
                </c:pt>
                <c:pt idx="3">
                  <c:v>0.62030308</c:v>
                </c:pt>
                <c:pt idx="4">
                  <c:v>0.61090513</c:v>
                </c:pt>
                <c:pt idx="5">
                  <c:v>0.5988912</c:v>
                </c:pt>
                <c:pt idx="6">
                  <c:v>0.58431272</c:v>
                </c:pt>
                <c:pt idx="7">
                  <c:v>0.56723213</c:v>
                </c:pt>
                <c:pt idx="8">
                  <c:v>0.54772256</c:v>
                </c:pt>
                <c:pt idx="9">
                  <c:v>0.52586756</c:v>
                </c:pt>
                <c:pt idx="10">
                  <c:v>0.50176071</c:v>
                </c:pt>
                <c:pt idx="11">
                  <c:v>0.47550525</c:v>
                </c:pt>
                <c:pt idx="12">
                  <c:v>0.4472136</c:v>
                </c:pt>
                <c:pt idx="13">
                  <c:v>0.41700691</c:v>
                </c:pt>
                <c:pt idx="14">
                  <c:v>0.38501453</c:v>
                </c:pt>
                <c:pt idx="15">
                  <c:v>0.35137347</c:v>
                </c:pt>
                <c:pt idx="16">
                  <c:v>0.31622777</c:v>
                </c:pt>
                <c:pt idx="17">
                  <c:v>0.27972793</c:v>
                </c:pt>
                <c:pt idx="18">
                  <c:v>0.24203025</c:v>
                </c:pt>
                <c:pt idx="19">
                  <c:v>0.20329617</c:v>
                </c:pt>
                <c:pt idx="20">
                  <c:v>0.16369154</c:v>
                </c:pt>
                <c:pt idx="21">
                  <c:v>0.12338595</c:v>
                </c:pt>
                <c:pt idx="22">
                  <c:v>0.08255201</c:v>
                </c:pt>
                <c:pt idx="23">
                  <c:v>0.04136457</c:v>
                </c:pt>
                <c:pt idx="24">
                  <c:v>0</c:v>
                </c:pt>
                <c:pt idx="25">
                  <c:v>-0.04136457</c:v>
                </c:pt>
                <c:pt idx="26">
                  <c:v>-0.08255201</c:v>
                </c:pt>
                <c:pt idx="27">
                  <c:v>-0.12338595</c:v>
                </c:pt>
                <c:pt idx="28">
                  <c:v>-0.16369154</c:v>
                </c:pt>
                <c:pt idx="29">
                  <c:v>-0.20329617</c:v>
                </c:pt>
                <c:pt idx="30">
                  <c:v>-0.24203025</c:v>
                </c:pt>
                <c:pt idx="31">
                  <c:v>-0.27972793</c:v>
                </c:pt>
                <c:pt idx="32">
                  <c:v>-0.31622777</c:v>
                </c:pt>
                <c:pt idx="33">
                  <c:v>-0.35137347</c:v>
                </c:pt>
                <c:pt idx="34">
                  <c:v>-0.38501453</c:v>
                </c:pt>
                <c:pt idx="35">
                  <c:v>-0.41700691</c:v>
                </c:pt>
                <c:pt idx="36">
                  <c:v>-0.4472136</c:v>
                </c:pt>
                <c:pt idx="37">
                  <c:v>-0.47550525</c:v>
                </c:pt>
                <c:pt idx="38">
                  <c:v>-0.50176071</c:v>
                </c:pt>
                <c:pt idx="39">
                  <c:v>-0.52586756</c:v>
                </c:pt>
                <c:pt idx="40">
                  <c:v>-0.54772256</c:v>
                </c:pt>
                <c:pt idx="41">
                  <c:v>-0.56723213</c:v>
                </c:pt>
                <c:pt idx="42">
                  <c:v>-0.58431272</c:v>
                </c:pt>
                <c:pt idx="43">
                  <c:v>-0.5988912</c:v>
                </c:pt>
                <c:pt idx="44">
                  <c:v>-0.61090513</c:v>
                </c:pt>
                <c:pt idx="45">
                  <c:v>-0.62030308</c:v>
                </c:pt>
                <c:pt idx="46">
                  <c:v>-0.62704479</c:v>
                </c:pt>
                <c:pt idx="47">
                  <c:v>-0.6311014</c:v>
                </c:pt>
                <c:pt idx="48">
                  <c:v>-0.63245553</c:v>
                </c:pt>
                <c:pt idx="49">
                  <c:v>-0.6311014</c:v>
                </c:pt>
                <c:pt idx="50">
                  <c:v>-0.62704479</c:v>
                </c:pt>
                <c:pt idx="51">
                  <c:v>-0.62030308</c:v>
                </c:pt>
                <c:pt idx="52">
                  <c:v>-0.61090513</c:v>
                </c:pt>
                <c:pt idx="53">
                  <c:v>-0.5988912</c:v>
                </c:pt>
                <c:pt idx="54">
                  <c:v>-0.58431272</c:v>
                </c:pt>
                <c:pt idx="55">
                  <c:v>-0.56723213</c:v>
                </c:pt>
                <c:pt idx="56">
                  <c:v>-0.54772256</c:v>
                </c:pt>
                <c:pt idx="57">
                  <c:v>-0.52586756</c:v>
                </c:pt>
                <c:pt idx="58">
                  <c:v>-0.50176071</c:v>
                </c:pt>
                <c:pt idx="59">
                  <c:v>-0.47550525</c:v>
                </c:pt>
                <c:pt idx="60">
                  <c:v>-0.4472136</c:v>
                </c:pt>
                <c:pt idx="61">
                  <c:v>-0.41700691</c:v>
                </c:pt>
                <c:pt idx="62">
                  <c:v>-0.38501453</c:v>
                </c:pt>
                <c:pt idx="63">
                  <c:v>-0.35137347</c:v>
                </c:pt>
                <c:pt idx="64">
                  <c:v>-0.31622777</c:v>
                </c:pt>
                <c:pt idx="65">
                  <c:v>-0.27972793</c:v>
                </c:pt>
                <c:pt idx="66">
                  <c:v>-0.24203025</c:v>
                </c:pt>
                <c:pt idx="67">
                  <c:v>-0.20329617</c:v>
                </c:pt>
                <c:pt idx="68">
                  <c:v>-0.16369154</c:v>
                </c:pt>
                <c:pt idx="69">
                  <c:v>-0.12338595</c:v>
                </c:pt>
                <c:pt idx="70">
                  <c:v>-0.08255201</c:v>
                </c:pt>
                <c:pt idx="71">
                  <c:v>-0.04136457</c:v>
                </c:pt>
                <c:pt idx="72">
                  <c:v>-0</c:v>
                </c:pt>
                <c:pt idx="73">
                  <c:v>0.04136457</c:v>
                </c:pt>
                <c:pt idx="74">
                  <c:v>0.08255201</c:v>
                </c:pt>
                <c:pt idx="75">
                  <c:v>0.12338595</c:v>
                </c:pt>
                <c:pt idx="76">
                  <c:v>0.16369154</c:v>
                </c:pt>
                <c:pt idx="77">
                  <c:v>0.20329617</c:v>
                </c:pt>
                <c:pt idx="78">
                  <c:v>0.24203025</c:v>
                </c:pt>
                <c:pt idx="79">
                  <c:v>0.27972793</c:v>
                </c:pt>
                <c:pt idx="80">
                  <c:v>0.31622777</c:v>
                </c:pt>
                <c:pt idx="81">
                  <c:v>0.35137347</c:v>
                </c:pt>
                <c:pt idx="82">
                  <c:v>0.38501453</c:v>
                </c:pt>
                <c:pt idx="83">
                  <c:v>0.41700691</c:v>
                </c:pt>
                <c:pt idx="84">
                  <c:v>0.4472136</c:v>
                </c:pt>
                <c:pt idx="85">
                  <c:v>0.47550525</c:v>
                </c:pt>
                <c:pt idx="86">
                  <c:v>0.50176071</c:v>
                </c:pt>
                <c:pt idx="87">
                  <c:v>0.52586756</c:v>
                </c:pt>
                <c:pt idx="88">
                  <c:v>0.54772256</c:v>
                </c:pt>
                <c:pt idx="89">
                  <c:v>0.56723213</c:v>
                </c:pt>
                <c:pt idx="90">
                  <c:v>0.58431272</c:v>
                </c:pt>
                <c:pt idx="91">
                  <c:v>0.5988912</c:v>
                </c:pt>
                <c:pt idx="92">
                  <c:v>0.61090513</c:v>
                </c:pt>
                <c:pt idx="93">
                  <c:v>0.62030308</c:v>
                </c:pt>
                <c:pt idx="94">
                  <c:v>0.62704479</c:v>
                </c:pt>
                <c:pt idx="95">
                  <c:v>0.6311014</c:v>
                </c:pt>
                <c:pt idx="96">
                  <c:v>0.63245553</c:v>
                </c:pt>
              </c:numCache>
            </c:numRef>
          </c:xVal>
          <c:yVal>
            <c:numRef>
              <c:f>'Chart Data'!$B$2:$B$98</c:f>
              <c:numCache>
                <c:formatCode>0</c:formatCode>
                <c:ptCount val="97"/>
                <c:pt idx="0">
                  <c:v>0</c:v>
                </c:pt>
                <c:pt idx="1">
                  <c:v>0.01308063</c:v>
                </c:pt>
                <c:pt idx="2">
                  <c:v>0.02610524</c:v>
                </c:pt>
                <c:pt idx="3">
                  <c:v>0.03901806</c:v>
                </c:pt>
                <c:pt idx="4">
                  <c:v>0.05176381</c:v>
                </c:pt>
                <c:pt idx="5">
                  <c:v>0.06428789</c:v>
                </c:pt>
                <c:pt idx="6">
                  <c:v>0.07653669</c:v>
                </c:pt>
                <c:pt idx="7">
                  <c:v>0.08845774</c:v>
                </c:pt>
                <c:pt idx="8">
                  <c:v>0.1</c:v>
                </c:pt>
                <c:pt idx="9">
                  <c:v>0.11111405</c:v>
                </c:pt>
                <c:pt idx="10">
                  <c:v>0.12175229</c:v>
                </c:pt>
                <c:pt idx="11">
                  <c:v>0.13186916</c:v>
                </c:pt>
                <c:pt idx="12">
                  <c:v>0.14142136</c:v>
                </c:pt>
                <c:pt idx="13">
                  <c:v>0.15036796</c:v>
                </c:pt>
                <c:pt idx="14">
                  <c:v>0.15867067</c:v>
                </c:pt>
                <c:pt idx="15">
                  <c:v>0.16629392</c:v>
                </c:pt>
                <c:pt idx="16">
                  <c:v>0.17320508</c:v>
                </c:pt>
                <c:pt idx="17">
                  <c:v>0.17937455</c:v>
                </c:pt>
                <c:pt idx="18">
                  <c:v>0.18477591</c:v>
                </c:pt>
                <c:pt idx="19">
                  <c:v>0.18938603</c:v>
                </c:pt>
                <c:pt idx="20">
                  <c:v>0.19318517</c:v>
                </c:pt>
                <c:pt idx="21">
                  <c:v>0.19615706</c:v>
                </c:pt>
                <c:pt idx="22">
                  <c:v>0.19828897</c:v>
                </c:pt>
                <c:pt idx="23">
                  <c:v>0.19957178</c:v>
                </c:pt>
                <c:pt idx="24">
                  <c:v>0.2</c:v>
                </c:pt>
                <c:pt idx="25">
                  <c:v>0.19957178</c:v>
                </c:pt>
                <c:pt idx="26">
                  <c:v>0.19828897</c:v>
                </c:pt>
                <c:pt idx="27">
                  <c:v>0.19615706</c:v>
                </c:pt>
                <c:pt idx="28">
                  <c:v>0.19318517</c:v>
                </c:pt>
                <c:pt idx="29">
                  <c:v>0.18938603</c:v>
                </c:pt>
                <c:pt idx="30">
                  <c:v>0.18477591</c:v>
                </c:pt>
                <c:pt idx="31">
                  <c:v>0.17937455</c:v>
                </c:pt>
                <c:pt idx="32">
                  <c:v>0.17320508</c:v>
                </c:pt>
                <c:pt idx="33">
                  <c:v>0.16629392</c:v>
                </c:pt>
                <c:pt idx="34">
                  <c:v>0.15867067</c:v>
                </c:pt>
                <c:pt idx="35">
                  <c:v>0.15036796</c:v>
                </c:pt>
                <c:pt idx="36">
                  <c:v>0.14142136</c:v>
                </c:pt>
                <c:pt idx="37">
                  <c:v>0.13186916</c:v>
                </c:pt>
                <c:pt idx="38">
                  <c:v>0.12175229</c:v>
                </c:pt>
                <c:pt idx="39">
                  <c:v>0.11111405</c:v>
                </c:pt>
                <c:pt idx="40">
                  <c:v>0.1</c:v>
                </c:pt>
                <c:pt idx="41">
                  <c:v>0.08845774</c:v>
                </c:pt>
                <c:pt idx="42">
                  <c:v>0.07653669</c:v>
                </c:pt>
                <c:pt idx="43">
                  <c:v>0.06428789</c:v>
                </c:pt>
                <c:pt idx="44">
                  <c:v>0.05176381</c:v>
                </c:pt>
                <c:pt idx="45">
                  <c:v>0.03901806</c:v>
                </c:pt>
                <c:pt idx="46">
                  <c:v>0.02610524</c:v>
                </c:pt>
                <c:pt idx="47">
                  <c:v>0.01308063</c:v>
                </c:pt>
                <c:pt idx="48">
                  <c:v>0</c:v>
                </c:pt>
                <c:pt idx="49">
                  <c:v>-0.01308063</c:v>
                </c:pt>
                <c:pt idx="50">
                  <c:v>-0.02610524</c:v>
                </c:pt>
                <c:pt idx="51">
                  <c:v>-0.03901806</c:v>
                </c:pt>
                <c:pt idx="52">
                  <c:v>-0.05176381</c:v>
                </c:pt>
                <c:pt idx="53">
                  <c:v>-0.06428789</c:v>
                </c:pt>
                <c:pt idx="54">
                  <c:v>-0.07653669</c:v>
                </c:pt>
                <c:pt idx="55">
                  <c:v>-0.08845774</c:v>
                </c:pt>
                <c:pt idx="56">
                  <c:v>-0.1</c:v>
                </c:pt>
                <c:pt idx="57">
                  <c:v>-0.11111405</c:v>
                </c:pt>
                <c:pt idx="58">
                  <c:v>-0.12175229</c:v>
                </c:pt>
                <c:pt idx="59">
                  <c:v>-0.13186916</c:v>
                </c:pt>
                <c:pt idx="60">
                  <c:v>-0.14142136</c:v>
                </c:pt>
                <c:pt idx="61">
                  <c:v>-0.15036796</c:v>
                </c:pt>
                <c:pt idx="62">
                  <c:v>-0.15867067</c:v>
                </c:pt>
                <c:pt idx="63">
                  <c:v>-0.16629392</c:v>
                </c:pt>
                <c:pt idx="64">
                  <c:v>-0.17320508</c:v>
                </c:pt>
                <c:pt idx="65">
                  <c:v>-0.17937455</c:v>
                </c:pt>
                <c:pt idx="66">
                  <c:v>-0.18477591</c:v>
                </c:pt>
                <c:pt idx="67">
                  <c:v>-0.18938603</c:v>
                </c:pt>
                <c:pt idx="68">
                  <c:v>-0.19318517</c:v>
                </c:pt>
                <c:pt idx="69">
                  <c:v>-0.19615706</c:v>
                </c:pt>
                <c:pt idx="70">
                  <c:v>-0.19828897</c:v>
                </c:pt>
                <c:pt idx="71">
                  <c:v>-0.19957178</c:v>
                </c:pt>
                <c:pt idx="72">
                  <c:v>-0.2</c:v>
                </c:pt>
                <c:pt idx="73">
                  <c:v>-0.19957178</c:v>
                </c:pt>
                <c:pt idx="74">
                  <c:v>-0.19828897</c:v>
                </c:pt>
                <c:pt idx="75">
                  <c:v>-0.19615706</c:v>
                </c:pt>
                <c:pt idx="76">
                  <c:v>-0.19318517</c:v>
                </c:pt>
                <c:pt idx="77">
                  <c:v>-0.18938603</c:v>
                </c:pt>
                <c:pt idx="78">
                  <c:v>-0.18477591</c:v>
                </c:pt>
                <c:pt idx="79">
                  <c:v>-0.17937455</c:v>
                </c:pt>
                <c:pt idx="80">
                  <c:v>-0.17320508</c:v>
                </c:pt>
                <c:pt idx="81">
                  <c:v>-0.16629392</c:v>
                </c:pt>
                <c:pt idx="82">
                  <c:v>-0.15867067</c:v>
                </c:pt>
                <c:pt idx="83">
                  <c:v>-0.15036796</c:v>
                </c:pt>
                <c:pt idx="84">
                  <c:v>-0.14142136</c:v>
                </c:pt>
                <c:pt idx="85">
                  <c:v>-0.13186916</c:v>
                </c:pt>
                <c:pt idx="86">
                  <c:v>-0.12175229</c:v>
                </c:pt>
                <c:pt idx="87">
                  <c:v>-0.11111405</c:v>
                </c:pt>
                <c:pt idx="88">
                  <c:v>-0.1</c:v>
                </c:pt>
                <c:pt idx="89">
                  <c:v>-0.08845774</c:v>
                </c:pt>
                <c:pt idx="90">
                  <c:v>-0.07653669</c:v>
                </c:pt>
                <c:pt idx="91">
                  <c:v>-0.06428789</c:v>
                </c:pt>
                <c:pt idx="92">
                  <c:v>-0.05176381</c:v>
                </c:pt>
                <c:pt idx="93">
                  <c:v>-0.03901806</c:v>
                </c:pt>
                <c:pt idx="94">
                  <c:v>-0.02610524</c:v>
                </c:pt>
                <c:pt idx="95">
                  <c:v>-0.01308063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95-1644-BFE8-2864618243CD}"/>
            </c:ext>
          </c:extLst>
        </c:ser>
        <c:ser>
          <c:idx val="1"/>
          <c:order val="1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Data'!$C$2:$C$98</c:f>
              <c:numCache>
                <c:formatCode>General</c:formatCode>
                <c:ptCount val="97"/>
                <c:pt idx="0">
                  <c:v>1</c:v>
                </c:pt>
                <c:pt idx="1">
                  <c:v>0.99785892</c:v>
                </c:pt>
                <c:pt idx="2">
                  <c:v>0.99144486</c:v>
                </c:pt>
                <c:pt idx="3">
                  <c:v>0.98078528</c:v>
                </c:pt>
                <c:pt idx="4">
                  <c:v>0.96592583</c:v>
                </c:pt>
                <c:pt idx="5">
                  <c:v>0.94693013</c:v>
                </c:pt>
                <c:pt idx="6">
                  <c:v>0.92387953</c:v>
                </c:pt>
                <c:pt idx="7">
                  <c:v>0.89687274</c:v>
                </c:pt>
                <c:pt idx="8">
                  <c:v>0.8660254</c:v>
                </c:pt>
                <c:pt idx="9">
                  <c:v>0.83146961</c:v>
                </c:pt>
                <c:pt idx="10">
                  <c:v>0.79335334</c:v>
                </c:pt>
                <c:pt idx="11">
                  <c:v>0.75183981</c:v>
                </c:pt>
                <c:pt idx="12">
                  <c:v>0.70710678</c:v>
                </c:pt>
                <c:pt idx="13">
                  <c:v>0.65934582</c:v>
                </c:pt>
                <c:pt idx="14">
                  <c:v>0.60876143</c:v>
                </c:pt>
                <c:pt idx="15">
                  <c:v>0.55557023</c:v>
                </c:pt>
                <c:pt idx="16">
                  <c:v>0.5</c:v>
                </c:pt>
                <c:pt idx="17">
                  <c:v>0.44228869</c:v>
                </c:pt>
                <c:pt idx="18">
                  <c:v>0.38268343</c:v>
                </c:pt>
                <c:pt idx="19">
                  <c:v>0.32143947</c:v>
                </c:pt>
                <c:pt idx="20">
                  <c:v>0.25881905</c:v>
                </c:pt>
                <c:pt idx="21">
                  <c:v>0.19509032</c:v>
                </c:pt>
                <c:pt idx="22">
                  <c:v>0.13052619</c:v>
                </c:pt>
                <c:pt idx="23">
                  <c:v>0.06540313</c:v>
                </c:pt>
                <c:pt idx="24">
                  <c:v>0</c:v>
                </c:pt>
                <c:pt idx="25">
                  <c:v>-0.06540313</c:v>
                </c:pt>
                <c:pt idx="26">
                  <c:v>-0.13052619</c:v>
                </c:pt>
                <c:pt idx="27">
                  <c:v>-0.19509032</c:v>
                </c:pt>
                <c:pt idx="28">
                  <c:v>-0.25881905</c:v>
                </c:pt>
                <c:pt idx="29">
                  <c:v>-0.32143947</c:v>
                </c:pt>
                <c:pt idx="30">
                  <c:v>-0.38268343</c:v>
                </c:pt>
                <c:pt idx="31">
                  <c:v>-0.44228869</c:v>
                </c:pt>
                <c:pt idx="32">
                  <c:v>-0.5</c:v>
                </c:pt>
                <c:pt idx="33">
                  <c:v>-0.55557023</c:v>
                </c:pt>
                <c:pt idx="34">
                  <c:v>-0.60876143</c:v>
                </c:pt>
                <c:pt idx="35">
                  <c:v>-0.65934582</c:v>
                </c:pt>
                <c:pt idx="36">
                  <c:v>-0.70710678</c:v>
                </c:pt>
                <c:pt idx="37">
                  <c:v>-0.75183981</c:v>
                </c:pt>
                <c:pt idx="38">
                  <c:v>-0.79335334</c:v>
                </c:pt>
                <c:pt idx="39">
                  <c:v>-0.83146961</c:v>
                </c:pt>
                <c:pt idx="40">
                  <c:v>-0.8660254</c:v>
                </c:pt>
                <c:pt idx="41">
                  <c:v>-0.89687274</c:v>
                </c:pt>
                <c:pt idx="42">
                  <c:v>-0.92387953</c:v>
                </c:pt>
                <c:pt idx="43">
                  <c:v>-0.94693013</c:v>
                </c:pt>
                <c:pt idx="44">
                  <c:v>-0.96592583</c:v>
                </c:pt>
                <c:pt idx="45">
                  <c:v>-0.98078528</c:v>
                </c:pt>
                <c:pt idx="46">
                  <c:v>-0.99144486</c:v>
                </c:pt>
                <c:pt idx="47">
                  <c:v>-0.99785892</c:v>
                </c:pt>
                <c:pt idx="48">
                  <c:v>-1</c:v>
                </c:pt>
                <c:pt idx="49">
                  <c:v>-0.99785892</c:v>
                </c:pt>
                <c:pt idx="50">
                  <c:v>-0.99144486</c:v>
                </c:pt>
                <c:pt idx="51">
                  <c:v>-0.98078528</c:v>
                </c:pt>
                <c:pt idx="52">
                  <c:v>-0.96592583</c:v>
                </c:pt>
                <c:pt idx="53">
                  <c:v>-0.94693013</c:v>
                </c:pt>
                <c:pt idx="54">
                  <c:v>-0.92387953</c:v>
                </c:pt>
                <c:pt idx="55">
                  <c:v>-0.89687274</c:v>
                </c:pt>
                <c:pt idx="56">
                  <c:v>-0.8660254</c:v>
                </c:pt>
                <c:pt idx="57">
                  <c:v>-0.83146961</c:v>
                </c:pt>
                <c:pt idx="58">
                  <c:v>-0.79335334</c:v>
                </c:pt>
                <c:pt idx="59">
                  <c:v>-0.75183981</c:v>
                </c:pt>
                <c:pt idx="60">
                  <c:v>-0.70710678</c:v>
                </c:pt>
                <c:pt idx="61">
                  <c:v>-0.65934582</c:v>
                </c:pt>
                <c:pt idx="62">
                  <c:v>-0.60876143</c:v>
                </c:pt>
                <c:pt idx="63">
                  <c:v>-0.55557023</c:v>
                </c:pt>
                <c:pt idx="64">
                  <c:v>-0.5</c:v>
                </c:pt>
                <c:pt idx="65">
                  <c:v>-0.44228869</c:v>
                </c:pt>
                <c:pt idx="66">
                  <c:v>-0.38268343</c:v>
                </c:pt>
                <c:pt idx="67">
                  <c:v>-0.32143947</c:v>
                </c:pt>
                <c:pt idx="68">
                  <c:v>-0.25881905</c:v>
                </c:pt>
                <c:pt idx="69">
                  <c:v>-0.19509032</c:v>
                </c:pt>
                <c:pt idx="70">
                  <c:v>-0.13052619</c:v>
                </c:pt>
                <c:pt idx="71">
                  <c:v>-0.06540313</c:v>
                </c:pt>
                <c:pt idx="72">
                  <c:v>-0</c:v>
                </c:pt>
                <c:pt idx="73">
                  <c:v>0.06540313</c:v>
                </c:pt>
                <c:pt idx="74">
                  <c:v>0.13052619</c:v>
                </c:pt>
                <c:pt idx="75">
                  <c:v>0.19509032</c:v>
                </c:pt>
                <c:pt idx="76">
                  <c:v>0.25881905</c:v>
                </c:pt>
                <c:pt idx="77">
                  <c:v>0.32143947</c:v>
                </c:pt>
                <c:pt idx="78">
                  <c:v>0.38268343</c:v>
                </c:pt>
                <c:pt idx="79">
                  <c:v>0.44228869</c:v>
                </c:pt>
                <c:pt idx="80">
                  <c:v>0.5</c:v>
                </c:pt>
                <c:pt idx="81">
                  <c:v>0.55557023</c:v>
                </c:pt>
                <c:pt idx="82">
                  <c:v>0.60876143</c:v>
                </c:pt>
                <c:pt idx="83">
                  <c:v>0.65934582</c:v>
                </c:pt>
                <c:pt idx="84">
                  <c:v>0.70710678</c:v>
                </c:pt>
                <c:pt idx="85">
                  <c:v>0.75183981</c:v>
                </c:pt>
                <c:pt idx="86">
                  <c:v>0.79335334</c:v>
                </c:pt>
                <c:pt idx="87">
                  <c:v>0.83146961</c:v>
                </c:pt>
                <c:pt idx="88">
                  <c:v>0.8660254</c:v>
                </c:pt>
                <c:pt idx="89">
                  <c:v>0.89687274</c:v>
                </c:pt>
                <c:pt idx="90">
                  <c:v>0.92387953</c:v>
                </c:pt>
                <c:pt idx="91">
                  <c:v>0.94693013</c:v>
                </c:pt>
                <c:pt idx="92">
                  <c:v>0.96592583</c:v>
                </c:pt>
                <c:pt idx="93">
                  <c:v>0.98078528</c:v>
                </c:pt>
                <c:pt idx="94">
                  <c:v>0.99144486</c:v>
                </c:pt>
                <c:pt idx="95">
                  <c:v>0.99785892</c:v>
                </c:pt>
                <c:pt idx="96">
                  <c:v>1</c:v>
                </c:pt>
              </c:numCache>
            </c:numRef>
          </c:xVal>
          <c:yVal>
            <c:numRef>
              <c:f>'Chart Data'!$D$2:$D$98</c:f>
              <c:numCache>
                <c:formatCode>0</c:formatCode>
                <c:ptCount val="97"/>
                <c:pt idx="0">
                  <c:v>0</c:v>
                </c:pt>
                <c:pt idx="1">
                  <c:v>0.02068229</c:v>
                </c:pt>
                <c:pt idx="2">
                  <c:v>0.04127601</c:v>
                </c:pt>
                <c:pt idx="3">
                  <c:v>0.06169298</c:v>
                </c:pt>
                <c:pt idx="4">
                  <c:v>0.08184577</c:v>
                </c:pt>
                <c:pt idx="5">
                  <c:v>0.10164808</c:v>
                </c:pt>
                <c:pt idx="6">
                  <c:v>0.12101513</c:v>
                </c:pt>
                <c:pt idx="7">
                  <c:v>0.13986396</c:v>
                </c:pt>
                <c:pt idx="8">
                  <c:v>0.15811388</c:v>
                </c:pt>
                <c:pt idx="9">
                  <c:v>0.17568673</c:v>
                </c:pt>
                <c:pt idx="10">
                  <c:v>0.19250727</c:v>
                </c:pt>
                <c:pt idx="11">
                  <c:v>0.20850345</c:v>
                </c:pt>
                <c:pt idx="12">
                  <c:v>0.2236068</c:v>
                </c:pt>
                <c:pt idx="13">
                  <c:v>0.23775262</c:v>
                </c:pt>
                <c:pt idx="14">
                  <c:v>0.25088035</c:v>
                </c:pt>
                <c:pt idx="15">
                  <c:v>0.26293378</c:v>
                </c:pt>
                <c:pt idx="16">
                  <c:v>0.27386128</c:v>
                </c:pt>
                <c:pt idx="17">
                  <c:v>0.28361606</c:v>
                </c:pt>
                <c:pt idx="18">
                  <c:v>0.29215636</c:v>
                </c:pt>
                <c:pt idx="19">
                  <c:v>0.2994456</c:v>
                </c:pt>
                <c:pt idx="20">
                  <c:v>0.30545257</c:v>
                </c:pt>
                <c:pt idx="21">
                  <c:v>0.31015154</c:v>
                </c:pt>
                <c:pt idx="22">
                  <c:v>0.31352239</c:v>
                </c:pt>
                <c:pt idx="23">
                  <c:v>0.3155507</c:v>
                </c:pt>
                <c:pt idx="24">
                  <c:v>0.31622777</c:v>
                </c:pt>
                <c:pt idx="25">
                  <c:v>0.3155507</c:v>
                </c:pt>
                <c:pt idx="26">
                  <c:v>0.31352239</c:v>
                </c:pt>
                <c:pt idx="27">
                  <c:v>0.31015154</c:v>
                </c:pt>
                <c:pt idx="28">
                  <c:v>0.30545257</c:v>
                </c:pt>
                <c:pt idx="29">
                  <c:v>0.2994456</c:v>
                </c:pt>
                <c:pt idx="30">
                  <c:v>0.29215636</c:v>
                </c:pt>
                <c:pt idx="31">
                  <c:v>0.28361606</c:v>
                </c:pt>
                <c:pt idx="32">
                  <c:v>0.27386128</c:v>
                </c:pt>
                <c:pt idx="33">
                  <c:v>0.26293378</c:v>
                </c:pt>
                <c:pt idx="34">
                  <c:v>0.25088035</c:v>
                </c:pt>
                <c:pt idx="35">
                  <c:v>0.23775262</c:v>
                </c:pt>
                <c:pt idx="36">
                  <c:v>0.2236068</c:v>
                </c:pt>
                <c:pt idx="37">
                  <c:v>0.20850345</c:v>
                </c:pt>
                <c:pt idx="38">
                  <c:v>0.19250727</c:v>
                </c:pt>
                <c:pt idx="39">
                  <c:v>0.17568673</c:v>
                </c:pt>
                <c:pt idx="40">
                  <c:v>0.15811388</c:v>
                </c:pt>
                <c:pt idx="41">
                  <c:v>0.13986396</c:v>
                </c:pt>
                <c:pt idx="42">
                  <c:v>0.12101513</c:v>
                </c:pt>
                <c:pt idx="43">
                  <c:v>0.10164808</c:v>
                </c:pt>
                <c:pt idx="44">
                  <c:v>0.08184577</c:v>
                </c:pt>
                <c:pt idx="45">
                  <c:v>0.06169298</c:v>
                </c:pt>
                <c:pt idx="46">
                  <c:v>0.04127601</c:v>
                </c:pt>
                <c:pt idx="47">
                  <c:v>0.02068229</c:v>
                </c:pt>
                <c:pt idx="48">
                  <c:v>0</c:v>
                </c:pt>
                <c:pt idx="49">
                  <c:v>-0.02068229</c:v>
                </c:pt>
                <c:pt idx="50">
                  <c:v>-0.04127601</c:v>
                </c:pt>
                <c:pt idx="51">
                  <c:v>-0.06169298</c:v>
                </c:pt>
                <c:pt idx="52">
                  <c:v>-0.08184577</c:v>
                </c:pt>
                <c:pt idx="53">
                  <c:v>-0.10164808</c:v>
                </c:pt>
                <c:pt idx="54">
                  <c:v>-0.12101513</c:v>
                </c:pt>
                <c:pt idx="55">
                  <c:v>-0.13986396</c:v>
                </c:pt>
                <c:pt idx="56">
                  <c:v>-0.15811388</c:v>
                </c:pt>
                <c:pt idx="57">
                  <c:v>-0.17568673</c:v>
                </c:pt>
                <c:pt idx="58">
                  <c:v>-0.19250727</c:v>
                </c:pt>
                <c:pt idx="59">
                  <c:v>-0.20850345</c:v>
                </c:pt>
                <c:pt idx="60">
                  <c:v>-0.2236068</c:v>
                </c:pt>
                <c:pt idx="61">
                  <c:v>-0.23775262</c:v>
                </c:pt>
                <c:pt idx="62">
                  <c:v>-0.25088035</c:v>
                </c:pt>
                <c:pt idx="63">
                  <c:v>-0.26293378</c:v>
                </c:pt>
                <c:pt idx="64">
                  <c:v>-0.27386128</c:v>
                </c:pt>
                <c:pt idx="65">
                  <c:v>-0.28361606</c:v>
                </c:pt>
                <c:pt idx="66">
                  <c:v>-0.29215636</c:v>
                </c:pt>
                <c:pt idx="67">
                  <c:v>-0.2994456</c:v>
                </c:pt>
                <c:pt idx="68">
                  <c:v>-0.30545257</c:v>
                </c:pt>
                <c:pt idx="69">
                  <c:v>-0.31015154</c:v>
                </c:pt>
                <c:pt idx="70">
                  <c:v>-0.31352239</c:v>
                </c:pt>
                <c:pt idx="71">
                  <c:v>-0.3155507</c:v>
                </c:pt>
                <c:pt idx="72">
                  <c:v>-0.31622777</c:v>
                </c:pt>
                <c:pt idx="73">
                  <c:v>-0.3155507</c:v>
                </c:pt>
                <c:pt idx="74">
                  <c:v>-0.31352239</c:v>
                </c:pt>
                <c:pt idx="75">
                  <c:v>-0.31015154</c:v>
                </c:pt>
                <c:pt idx="76">
                  <c:v>-0.30545257</c:v>
                </c:pt>
                <c:pt idx="77">
                  <c:v>-0.2994456</c:v>
                </c:pt>
                <c:pt idx="78">
                  <c:v>-0.29215636</c:v>
                </c:pt>
                <c:pt idx="79">
                  <c:v>-0.28361606</c:v>
                </c:pt>
                <c:pt idx="80">
                  <c:v>-0.27386128</c:v>
                </c:pt>
                <c:pt idx="81">
                  <c:v>-0.26293378</c:v>
                </c:pt>
                <c:pt idx="82">
                  <c:v>-0.25088035</c:v>
                </c:pt>
                <c:pt idx="83">
                  <c:v>-0.23775262</c:v>
                </c:pt>
                <c:pt idx="84">
                  <c:v>-0.2236068</c:v>
                </c:pt>
                <c:pt idx="85">
                  <c:v>-0.20850345</c:v>
                </c:pt>
                <c:pt idx="86">
                  <c:v>-0.19250727</c:v>
                </c:pt>
                <c:pt idx="87">
                  <c:v>-0.17568673</c:v>
                </c:pt>
                <c:pt idx="88">
                  <c:v>-0.15811388</c:v>
                </c:pt>
                <c:pt idx="89">
                  <c:v>-0.13986396</c:v>
                </c:pt>
                <c:pt idx="90">
                  <c:v>-0.12101513</c:v>
                </c:pt>
                <c:pt idx="91">
                  <c:v>-0.10164808</c:v>
                </c:pt>
                <c:pt idx="92">
                  <c:v>-0.08184577</c:v>
                </c:pt>
                <c:pt idx="93">
                  <c:v>-0.06169298</c:v>
                </c:pt>
                <c:pt idx="94">
                  <c:v>-0.04127601</c:v>
                </c:pt>
                <c:pt idx="95">
                  <c:v>-0.02068229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895-1644-BFE8-2864618243CD}"/>
            </c:ext>
          </c:extLst>
        </c:ser>
        <c:ser>
          <c:idx val="2"/>
          <c:order val="2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Data'!$E$2:$E$98</c:f>
              <c:numCache>
                <c:formatCode>General</c:formatCode>
                <c:ptCount val="97"/>
                <c:pt idx="0">
                  <c:v>1.41421356</c:v>
                </c:pt>
                <c:pt idx="1">
                  <c:v>1.41118562</c:v>
                </c:pt>
                <c:pt idx="2">
                  <c:v>1.40211477</c:v>
                </c:pt>
                <c:pt idx="3">
                  <c:v>1.38703985</c:v>
                </c:pt>
                <c:pt idx="4">
                  <c:v>1.3660254</c:v>
                </c:pt>
                <c:pt idx="5">
                  <c:v>1.33916143</c:v>
                </c:pt>
                <c:pt idx="6">
                  <c:v>1.30656296</c:v>
                </c:pt>
                <c:pt idx="7">
                  <c:v>1.26836959</c:v>
                </c:pt>
                <c:pt idx="8">
                  <c:v>1.22474487</c:v>
                </c:pt>
                <c:pt idx="9">
                  <c:v>1.1758756</c:v>
                </c:pt>
                <c:pt idx="10">
                  <c:v>1.12197105</c:v>
                </c:pt>
                <c:pt idx="11">
                  <c:v>1.06326205</c:v>
                </c:pt>
                <c:pt idx="12">
                  <c:v>1</c:v>
                </c:pt>
                <c:pt idx="13">
                  <c:v>0.93245579</c:v>
                </c:pt>
                <c:pt idx="14">
                  <c:v>0.86091867</c:v>
                </c:pt>
                <c:pt idx="15">
                  <c:v>0.78569496</c:v>
                </c:pt>
                <c:pt idx="16">
                  <c:v>0.70710678</c:v>
                </c:pt>
                <c:pt idx="17">
                  <c:v>0.62549066</c:v>
                </c:pt>
                <c:pt idx="18">
                  <c:v>0.5411961</c:v>
                </c:pt>
                <c:pt idx="19">
                  <c:v>0.45458405</c:v>
                </c:pt>
                <c:pt idx="20">
                  <c:v>0.3660254</c:v>
                </c:pt>
                <c:pt idx="21">
                  <c:v>0.27589938</c:v>
                </c:pt>
                <c:pt idx="22">
                  <c:v>0.18459191</c:v>
                </c:pt>
                <c:pt idx="23">
                  <c:v>0.09249399</c:v>
                </c:pt>
                <c:pt idx="24">
                  <c:v>0</c:v>
                </c:pt>
                <c:pt idx="25">
                  <c:v>-0.09249399</c:v>
                </c:pt>
                <c:pt idx="26">
                  <c:v>-0.18459191</c:v>
                </c:pt>
                <c:pt idx="27">
                  <c:v>-0.27589938</c:v>
                </c:pt>
                <c:pt idx="28">
                  <c:v>-0.3660254</c:v>
                </c:pt>
                <c:pt idx="29">
                  <c:v>-0.45458405</c:v>
                </c:pt>
                <c:pt idx="30">
                  <c:v>-0.5411961</c:v>
                </c:pt>
                <c:pt idx="31">
                  <c:v>-0.62549066</c:v>
                </c:pt>
                <c:pt idx="32">
                  <c:v>-0.70710678</c:v>
                </c:pt>
                <c:pt idx="33">
                  <c:v>-0.78569496</c:v>
                </c:pt>
                <c:pt idx="34">
                  <c:v>-0.86091867</c:v>
                </c:pt>
                <c:pt idx="35">
                  <c:v>-0.93245579</c:v>
                </c:pt>
                <c:pt idx="36">
                  <c:v>-1</c:v>
                </c:pt>
                <c:pt idx="37">
                  <c:v>-1.06326205</c:v>
                </c:pt>
                <c:pt idx="38">
                  <c:v>-1.12197105</c:v>
                </c:pt>
                <c:pt idx="39">
                  <c:v>-1.1758756</c:v>
                </c:pt>
                <c:pt idx="40">
                  <c:v>-1.22474487</c:v>
                </c:pt>
                <c:pt idx="41">
                  <c:v>-1.26836959</c:v>
                </c:pt>
                <c:pt idx="42">
                  <c:v>-1.30656296</c:v>
                </c:pt>
                <c:pt idx="43">
                  <c:v>-1.33916143</c:v>
                </c:pt>
                <c:pt idx="44">
                  <c:v>-1.3660254</c:v>
                </c:pt>
                <c:pt idx="45">
                  <c:v>-1.38703985</c:v>
                </c:pt>
                <c:pt idx="46">
                  <c:v>-1.40211477</c:v>
                </c:pt>
                <c:pt idx="47">
                  <c:v>-1.41118562</c:v>
                </c:pt>
                <c:pt idx="48">
                  <c:v>-1.41421356</c:v>
                </c:pt>
                <c:pt idx="49">
                  <c:v>-1.41118562</c:v>
                </c:pt>
                <c:pt idx="50">
                  <c:v>-1.40211477</c:v>
                </c:pt>
                <c:pt idx="51">
                  <c:v>-1.38703985</c:v>
                </c:pt>
                <c:pt idx="52">
                  <c:v>-1.3660254</c:v>
                </c:pt>
                <c:pt idx="53">
                  <c:v>-1.33916143</c:v>
                </c:pt>
                <c:pt idx="54">
                  <c:v>-1.30656296</c:v>
                </c:pt>
                <c:pt idx="55">
                  <c:v>-1.26836959</c:v>
                </c:pt>
                <c:pt idx="56">
                  <c:v>-1.22474487</c:v>
                </c:pt>
                <c:pt idx="57">
                  <c:v>-1.1758756</c:v>
                </c:pt>
                <c:pt idx="58">
                  <c:v>-1.12197105</c:v>
                </c:pt>
                <c:pt idx="59">
                  <c:v>-1.06326205</c:v>
                </c:pt>
                <c:pt idx="60">
                  <c:v>-1</c:v>
                </c:pt>
                <c:pt idx="61">
                  <c:v>-0.93245579</c:v>
                </c:pt>
                <c:pt idx="62">
                  <c:v>-0.86091867</c:v>
                </c:pt>
                <c:pt idx="63">
                  <c:v>-0.78569496</c:v>
                </c:pt>
                <c:pt idx="64">
                  <c:v>-0.70710678</c:v>
                </c:pt>
                <c:pt idx="65">
                  <c:v>-0.62549066</c:v>
                </c:pt>
                <c:pt idx="66">
                  <c:v>-0.5411961</c:v>
                </c:pt>
                <c:pt idx="67">
                  <c:v>-0.45458405</c:v>
                </c:pt>
                <c:pt idx="68">
                  <c:v>-0.3660254</c:v>
                </c:pt>
                <c:pt idx="69">
                  <c:v>-0.27589938</c:v>
                </c:pt>
                <c:pt idx="70">
                  <c:v>-0.18459191</c:v>
                </c:pt>
                <c:pt idx="71">
                  <c:v>-0.09249399</c:v>
                </c:pt>
                <c:pt idx="72">
                  <c:v>-0</c:v>
                </c:pt>
                <c:pt idx="73">
                  <c:v>0.09249399</c:v>
                </c:pt>
                <c:pt idx="74">
                  <c:v>0.18459191</c:v>
                </c:pt>
                <c:pt idx="75">
                  <c:v>0.27589938</c:v>
                </c:pt>
                <c:pt idx="76">
                  <c:v>0.3660254</c:v>
                </c:pt>
                <c:pt idx="77">
                  <c:v>0.45458405</c:v>
                </c:pt>
                <c:pt idx="78">
                  <c:v>0.5411961</c:v>
                </c:pt>
                <c:pt idx="79">
                  <c:v>0.62549066</c:v>
                </c:pt>
                <c:pt idx="80">
                  <c:v>0.70710678</c:v>
                </c:pt>
                <c:pt idx="81">
                  <c:v>0.78569496</c:v>
                </c:pt>
                <c:pt idx="82">
                  <c:v>0.86091867</c:v>
                </c:pt>
                <c:pt idx="83">
                  <c:v>0.93245579</c:v>
                </c:pt>
                <c:pt idx="84">
                  <c:v>1</c:v>
                </c:pt>
                <c:pt idx="85">
                  <c:v>1.06326205</c:v>
                </c:pt>
                <c:pt idx="86">
                  <c:v>1.12197105</c:v>
                </c:pt>
                <c:pt idx="87">
                  <c:v>1.1758756</c:v>
                </c:pt>
                <c:pt idx="88">
                  <c:v>1.22474487</c:v>
                </c:pt>
                <c:pt idx="89">
                  <c:v>1.26836959</c:v>
                </c:pt>
                <c:pt idx="90">
                  <c:v>1.30656296</c:v>
                </c:pt>
                <c:pt idx="91">
                  <c:v>1.33916143</c:v>
                </c:pt>
                <c:pt idx="92">
                  <c:v>1.3660254</c:v>
                </c:pt>
                <c:pt idx="93">
                  <c:v>1.38703985</c:v>
                </c:pt>
                <c:pt idx="94">
                  <c:v>1.40211477</c:v>
                </c:pt>
                <c:pt idx="95">
                  <c:v>1.41118562</c:v>
                </c:pt>
                <c:pt idx="96">
                  <c:v>1.41421356</c:v>
                </c:pt>
              </c:numCache>
            </c:numRef>
          </c:xVal>
          <c:yVal>
            <c:numRef>
              <c:f>'Chart Data'!$F$2:$F$98</c:f>
              <c:numCache>
                <c:formatCode>0</c:formatCode>
                <c:ptCount val="97"/>
                <c:pt idx="0">
                  <c:v>0</c:v>
                </c:pt>
                <c:pt idx="1">
                  <c:v>0.02924917</c:v>
                </c:pt>
                <c:pt idx="2">
                  <c:v>0.05837309</c:v>
                </c:pt>
                <c:pt idx="3">
                  <c:v>0.08724704</c:v>
                </c:pt>
                <c:pt idx="4">
                  <c:v>0.1157474</c:v>
                </c:pt>
                <c:pt idx="5">
                  <c:v>0.1437521</c:v>
                </c:pt>
                <c:pt idx="6">
                  <c:v>0.17114123</c:v>
                </c:pt>
                <c:pt idx="7">
                  <c:v>0.19779752</c:v>
                </c:pt>
                <c:pt idx="8">
                  <c:v>0.2236068</c:v>
                </c:pt>
                <c:pt idx="9">
                  <c:v>0.24845856</c:v>
                </c:pt>
                <c:pt idx="10">
                  <c:v>0.27224639</c:v>
                </c:pt>
                <c:pt idx="11">
                  <c:v>0.29486841</c:v>
                </c:pt>
                <c:pt idx="12">
                  <c:v>0.31622777</c:v>
                </c:pt>
                <c:pt idx="13">
                  <c:v>0.33623298</c:v>
                </c:pt>
                <c:pt idx="14">
                  <c:v>0.3547984</c:v>
                </c:pt>
                <c:pt idx="15">
                  <c:v>0.37184451</c:v>
                </c:pt>
                <c:pt idx="16">
                  <c:v>0.38729833</c:v>
                </c:pt>
                <c:pt idx="17">
                  <c:v>0.40109368</c:v>
                </c:pt>
                <c:pt idx="18">
                  <c:v>0.41317149</c:v>
                </c:pt>
                <c:pt idx="19">
                  <c:v>0.42348003</c:v>
                </c:pt>
                <c:pt idx="20">
                  <c:v>0.43197516</c:v>
                </c:pt>
                <c:pt idx="21">
                  <c:v>0.43862051</c:v>
                </c:pt>
                <c:pt idx="22">
                  <c:v>0.44338762</c:v>
                </c:pt>
                <c:pt idx="23">
                  <c:v>0.44625608</c:v>
                </c:pt>
                <c:pt idx="24">
                  <c:v>0.4472136</c:v>
                </c:pt>
                <c:pt idx="25">
                  <c:v>0.44625608</c:v>
                </c:pt>
                <c:pt idx="26">
                  <c:v>0.44338762</c:v>
                </c:pt>
                <c:pt idx="27">
                  <c:v>0.43862051</c:v>
                </c:pt>
                <c:pt idx="28">
                  <c:v>0.43197516</c:v>
                </c:pt>
                <c:pt idx="29">
                  <c:v>0.42348003</c:v>
                </c:pt>
                <c:pt idx="30">
                  <c:v>0.41317149</c:v>
                </c:pt>
                <c:pt idx="31">
                  <c:v>0.40109368</c:v>
                </c:pt>
                <c:pt idx="32">
                  <c:v>0.38729833</c:v>
                </c:pt>
                <c:pt idx="33">
                  <c:v>0.37184451</c:v>
                </c:pt>
                <c:pt idx="34">
                  <c:v>0.3547984</c:v>
                </c:pt>
                <c:pt idx="35">
                  <c:v>0.33623298</c:v>
                </c:pt>
                <c:pt idx="36">
                  <c:v>0.31622777</c:v>
                </c:pt>
                <c:pt idx="37">
                  <c:v>0.29486841</c:v>
                </c:pt>
                <c:pt idx="38">
                  <c:v>0.27224639</c:v>
                </c:pt>
                <c:pt idx="39">
                  <c:v>0.24845856</c:v>
                </c:pt>
                <c:pt idx="40">
                  <c:v>0.2236068</c:v>
                </c:pt>
                <c:pt idx="41">
                  <c:v>0.19779752</c:v>
                </c:pt>
                <c:pt idx="42">
                  <c:v>0.17114123</c:v>
                </c:pt>
                <c:pt idx="43">
                  <c:v>0.1437521</c:v>
                </c:pt>
                <c:pt idx="44">
                  <c:v>0.1157474</c:v>
                </c:pt>
                <c:pt idx="45">
                  <c:v>0.08724704</c:v>
                </c:pt>
                <c:pt idx="46">
                  <c:v>0.05837309</c:v>
                </c:pt>
                <c:pt idx="47">
                  <c:v>0.02924917</c:v>
                </c:pt>
                <c:pt idx="48">
                  <c:v>0</c:v>
                </c:pt>
                <c:pt idx="49">
                  <c:v>-0.02924917</c:v>
                </c:pt>
                <c:pt idx="50">
                  <c:v>-0.05837309</c:v>
                </c:pt>
                <c:pt idx="51">
                  <c:v>-0.08724704</c:v>
                </c:pt>
                <c:pt idx="52">
                  <c:v>-0.1157474</c:v>
                </c:pt>
                <c:pt idx="53">
                  <c:v>-0.1437521</c:v>
                </c:pt>
                <c:pt idx="54">
                  <c:v>-0.17114123</c:v>
                </c:pt>
                <c:pt idx="55">
                  <c:v>-0.19779752</c:v>
                </c:pt>
                <c:pt idx="56">
                  <c:v>-0.2236068</c:v>
                </c:pt>
                <c:pt idx="57">
                  <c:v>-0.24845856</c:v>
                </c:pt>
                <c:pt idx="58">
                  <c:v>-0.27224639</c:v>
                </c:pt>
                <c:pt idx="59">
                  <c:v>-0.29486841</c:v>
                </c:pt>
                <c:pt idx="60">
                  <c:v>-0.31622777</c:v>
                </c:pt>
                <c:pt idx="61">
                  <c:v>-0.33623298</c:v>
                </c:pt>
                <c:pt idx="62">
                  <c:v>-0.3547984</c:v>
                </c:pt>
                <c:pt idx="63">
                  <c:v>-0.37184451</c:v>
                </c:pt>
                <c:pt idx="64">
                  <c:v>-0.38729833</c:v>
                </c:pt>
                <c:pt idx="65">
                  <c:v>-0.40109368</c:v>
                </c:pt>
                <c:pt idx="66">
                  <c:v>-0.41317149</c:v>
                </c:pt>
                <c:pt idx="67">
                  <c:v>-0.42348003</c:v>
                </c:pt>
                <c:pt idx="68">
                  <c:v>-0.43197516</c:v>
                </c:pt>
                <c:pt idx="69">
                  <c:v>-0.43862051</c:v>
                </c:pt>
                <c:pt idx="70">
                  <c:v>-0.44338762</c:v>
                </c:pt>
                <c:pt idx="71">
                  <c:v>-0.44625608</c:v>
                </c:pt>
                <c:pt idx="72">
                  <c:v>-0.4472136</c:v>
                </c:pt>
                <c:pt idx="73">
                  <c:v>-0.44625608</c:v>
                </c:pt>
                <c:pt idx="74">
                  <c:v>-0.44338762</c:v>
                </c:pt>
                <c:pt idx="75">
                  <c:v>-0.43862051</c:v>
                </c:pt>
                <c:pt idx="76">
                  <c:v>-0.43197516</c:v>
                </c:pt>
                <c:pt idx="77">
                  <c:v>-0.42348003</c:v>
                </c:pt>
                <c:pt idx="78">
                  <c:v>-0.41317149</c:v>
                </c:pt>
                <c:pt idx="79">
                  <c:v>-0.40109368</c:v>
                </c:pt>
                <c:pt idx="80">
                  <c:v>-0.38729833</c:v>
                </c:pt>
                <c:pt idx="81">
                  <c:v>-0.37184451</c:v>
                </c:pt>
                <c:pt idx="82">
                  <c:v>-0.3547984</c:v>
                </c:pt>
                <c:pt idx="83">
                  <c:v>-0.33623298</c:v>
                </c:pt>
                <c:pt idx="84">
                  <c:v>-0.31622777</c:v>
                </c:pt>
                <c:pt idx="85">
                  <c:v>-0.29486841</c:v>
                </c:pt>
                <c:pt idx="86">
                  <c:v>-0.27224639</c:v>
                </c:pt>
                <c:pt idx="87">
                  <c:v>-0.24845856</c:v>
                </c:pt>
                <c:pt idx="88">
                  <c:v>-0.2236068</c:v>
                </c:pt>
                <c:pt idx="89">
                  <c:v>-0.19779752</c:v>
                </c:pt>
                <c:pt idx="90">
                  <c:v>-0.17114123</c:v>
                </c:pt>
                <c:pt idx="91">
                  <c:v>-0.1437521</c:v>
                </c:pt>
                <c:pt idx="92">
                  <c:v>-0.1157474</c:v>
                </c:pt>
                <c:pt idx="93">
                  <c:v>-0.08724704</c:v>
                </c:pt>
                <c:pt idx="94">
                  <c:v>-0.05837309</c:v>
                </c:pt>
                <c:pt idx="95">
                  <c:v>-0.02924917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895-1644-BFE8-2864618243CD}"/>
            </c:ext>
          </c:extLst>
        </c:ser>
        <c:ser>
          <c:idx val="3"/>
          <c:order val="3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Data'!$G$2:$G$98</c:f>
              <c:numCache>
                <c:formatCode>General</c:formatCode>
                <c:ptCount val="97"/>
                <c:pt idx="0">
                  <c:v>1.8973666</c:v>
                </c:pt>
                <c:pt idx="1">
                  <c:v>1.89330419</c:v>
                </c:pt>
                <c:pt idx="2">
                  <c:v>1.88113436</c:v>
                </c:pt>
                <c:pt idx="3">
                  <c:v>1.86090923</c:v>
                </c:pt>
                <c:pt idx="4">
                  <c:v>1.8327154</c:v>
                </c:pt>
                <c:pt idx="5">
                  <c:v>1.7966736</c:v>
                </c:pt>
                <c:pt idx="6">
                  <c:v>1.75293816</c:v>
                </c:pt>
                <c:pt idx="7">
                  <c:v>1.70169638</c:v>
                </c:pt>
                <c:pt idx="8">
                  <c:v>1.64316767</c:v>
                </c:pt>
                <c:pt idx="9">
                  <c:v>1.57760267</c:v>
                </c:pt>
                <c:pt idx="10">
                  <c:v>1.50528213</c:v>
                </c:pt>
                <c:pt idx="11">
                  <c:v>1.42651574</c:v>
                </c:pt>
                <c:pt idx="12">
                  <c:v>1.34164079</c:v>
                </c:pt>
                <c:pt idx="13">
                  <c:v>1.25102072</c:v>
                </c:pt>
                <c:pt idx="14">
                  <c:v>1.1550436</c:v>
                </c:pt>
                <c:pt idx="15">
                  <c:v>1.0541204</c:v>
                </c:pt>
                <c:pt idx="16">
                  <c:v>0.9486833</c:v>
                </c:pt>
                <c:pt idx="17">
                  <c:v>0.83918379</c:v>
                </c:pt>
                <c:pt idx="18">
                  <c:v>0.72609076</c:v>
                </c:pt>
                <c:pt idx="19">
                  <c:v>0.6098885</c:v>
                </c:pt>
                <c:pt idx="20">
                  <c:v>0.49107461</c:v>
                </c:pt>
                <c:pt idx="21">
                  <c:v>0.37015786</c:v>
                </c:pt>
                <c:pt idx="22">
                  <c:v>0.24765604</c:v>
                </c:pt>
                <c:pt idx="23">
                  <c:v>0.12409371</c:v>
                </c:pt>
                <c:pt idx="24">
                  <c:v>0</c:v>
                </c:pt>
                <c:pt idx="25">
                  <c:v>-0.12409371</c:v>
                </c:pt>
                <c:pt idx="26">
                  <c:v>-0.24765604</c:v>
                </c:pt>
                <c:pt idx="27">
                  <c:v>-0.37015786</c:v>
                </c:pt>
                <c:pt idx="28">
                  <c:v>-0.49107461</c:v>
                </c:pt>
                <c:pt idx="29">
                  <c:v>-0.6098885</c:v>
                </c:pt>
                <c:pt idx="30">
                  <c:v>-0.72609076</c:v>
                </c:pt>
                <c:pt idx="31">
                  <c:v>-0.83918379</c:v>
                </c:pt>
                <c:pt idx="32">
                  <c:v>-0.9486833</c:v>
                </c:pt>
                <c:pt idx="33">
                  <c:v>-1.0541204</c:v>
                </c:pt>
                <c:pt idx="34">
                  <c:v>-1.1550436</c:v>
                </c:pt>
                <c:pt idx="35">
                  <c:v>-1.25102072</c:v>
                </c:pt>
                <c:pt idx="36">
                  <c:v>-1.34164079</c:v>
                </c:pt>
                <c:pt idx="37">
                  <c:v>-1.42651574</c:v>
                </c:pt>
                <c:pt idx="38">
                  <c:v>-1.50528213</c:v>
                </c:pt>
                <c:pt idx="39">
                  <c:v>-1.57760267</c:v>
                </c:pt>
                <c:pt idx="40">
                  <c:v>-1.64316767</c:v>
                </c:pt>
                <c:pt idx="41">
                  <c:v>-1.70169638</c:v>
                </c:pt>
                <c:pt idx="42">
                  <c:v>-1.75293816</c:v>
                </c:pt>
                <c:pt idx="43">
                  <c:v>-1.7966736</c:v>
                </c:pt>
                <c:pt idx="44">
                  <c:v>-1.8327154</c:v>
                </c:pt>
                <c:pt idx="45">
                  <c:v>-1.86090923</c:v>
                </c:pt>
                <c:pt idx="46">
                  <c:v>-1.88113436</c:v>
                </c:pt>
                <c:pt idx="47">
                  <c:v>-1.89330419</c:v>
                </c:pt>
                <c:pt idx="48">
                  <c:v>-1.8973666</c:v>
                </c:pt>
                <c:pt idx="49">
                  <c:v>-1.89330419</c:v>
                </c:pt>
                <c:pt idx="50">
                  <c:v>-1.88113436</c:v>
                </c:pt>
                <c:pt idx="51">
                  <c:v>-1.86090923</c:v>
                </c:pt>
                <c:pt idx="52">
                  <c:v>-1.8327154</c:v>
                </c:pt>
                <c:pt idx="53">
                  <c:v>-1.7966736</c:v>
                </c:pt>
                <c:pt idx="54">
                  <c:v>-1.75293816</c:v>
                </c:pt>
                <c:pt idx="55">
                  <c:v>-1.70169638</c:v>
                </c:pt>
                <c:pt idx="56">
                  <c:v>-1.64316767</c:v>
                </c:pt>
                <c:pt idx="57">
                  <c:v>-1.57760267</c:v>
                </c:pt>
                <c:pt idx="58">
                  <c:v>-1.50528213</c:v>
                </c:pt>
                <c:pt idx="59">
                  <c:v>-1.42651574</c:v>
                </c:pt>
                <c:pt idx="60">
                  <c:v>-1.34164079</c:v>
                </c:pt>
                <c:pt idx="61">
                  <c:v>-1.25102072</c:v>
                </c:pt>
                <c:pt idx="62">
                  <c:v>-1.1550436</c:v>
                </c:pt>
                <c:pt idx="63">
                  <c:v>-1.0541204</c:v>
                </c:pt>
                <c:pt idx="64">
                  <c:v>-0.9486833</c:v>
                </c:pt>
                <c:pt idx="65">
                  <c:v>-0.83918379</c:v>
                </c:pt>
                <c:pt idx="66">
                  <c:v>-0.72609076</c:v>
                </c:pt>
                <c:pt idx="67">
                  <c:v>-0.6098885</c:v>
                </c:pt>
                <c:pt idx="68">
                  <c:v>-0.49107461</c:v>
                </c:pt>
                <c:pt idx="69">
                  <c:v>-0.37015786</c:v>
                </c:pt>
                <c:pt idx="70">
                  <c:v>-0.24765604</c:v>
                </c:pt>
                <c:pt idx="71">
                  <c:v>-0.12409371</c:v>
                </c:pt>
                <c:pt idx="72">
                  <c:v>-0</c:v>
                </c:pt>
                <c:pt idx="73">
                  <c:v>0.12409371</c:v>
                </c:pt>
                <c:pt idx="74">
                  <c:v>0.24765604</c:v>
                </c:pt>
                <c:pt idx="75">
                  <c:v>0.37015786</c:v>
                </c:pt>
                <c:pt idx="76">
                  <c:v>0.49107461</c:v>
                </c:pt>
                <c:pt idx="77">
                  <c:v>0.6098885</c:v>
                </c:pt>
                <c:pt idx="78">
                  <c:v>0.72609076</c:v>
                </c:pt>
                <c:pt idx="79">
                  <c:v>0.83918379</c:v>
                </c:pt>
                <c:pt idx="80">
                  <c:v>0.9486833</c:v>
                </c:pt>
                <c:pt idx="81">
                  <c:v>1.0541204</c:v>
                </c:pt>
                <c:pt idx="82">
                  <c:v>1.1550436</c:v>
                </c:pt>
                <c:pt idx="83">
                  <c:v>1.25102072</c:v>
                </c:pt>
                <c:pt idx="84">
                  <c:v>1.34164079</c:v>
                </c:pt>
                <c:pt idx="85">
                  <c:v>1.42651574</c:v>
                </c:pt>
                <c:pt idx="86">
                  <c:v>1.50528213</c:v>
                </c:pt>
                <c:pt idx="87">
                  <c:v>1.57760267</c:v>
                </c:pt>
                <c:pt idx="88">
                  <c:v>1.64316767</c:v>
                </c:pt>
                <c:pt idx="89">
                  <c:v>1.70169638</c:v>
                </c:pt>
                <c:pt idx="90">
                  <c:v>1.75293816</c:v>
                </c:pt>
                <c:pt idx="91">
                  <c:v>1.7966736</c:v>
                </c:pt>
                <c:pt idx="92">
                  <c:v>1.8327154</c:v>
                </c:pt>
                <c:pt idx="93">
                  <c:v>1.86090923</c:v>
                </c:pt>
                <c:pt idx="94">
                  <c:v>1.88113436</c:v>
                </c:pt>
                <c:pt idx="95">
                  <c:v>1.89330419</c:v>
                </c:pt>
                <c:pt idx="96">
                  <c:v>1.8973666</c:v>
                </c:pt>
              </c:numCache>
            </c:numRef>
          </c:xVal>
          <c:yVal>
            <c:numRef>
              <c:f>'Chart Data'!$H$2:$H$98</c:f>
              <c:numCache>
                <c:formatCode>0</c:formatCode>
                <c:ptCount val="97"/>
                <c:pt idx="0">
                  <c:v>0</c:v>
                </c:pt>
                <c:pt idx="1">
                  <c:v>0.03924188</c:v>
                </c:pt>
                <c:pt idx="2">
                  <c:v>0.07831572</c:v>
                </c:pt>
                <c:pt idx="3">
                  <c:v>0.11705419</c:v>
                </c:pt>
                <c:pt idx="4">
                  <c:v>0.15529143</c:v>
                </c:pt>
                <c:pt idx="5">
                  <c:v>0.19286368</c:v>
                </c:pt>
                <c:pt idx="6">
                  <c:v>0.22961006</c:v>
                </c:pt>
                <c:pt idx="7">
                  <c:v>0.26537321</c:v>
                </c:pt>
                <c:pt idx="8">
                  <c:v>0.3</c:v>
                </c:pt>
                <c:pt idx="9">
                  <c:v>0.33334214</c:v>
                </c:pt>
                <c:pt idx="10">
                  <c:v>0.36525686</c:v>
                </c:pt>
                <c:pt idx="11">
                  <c:v>0.39560749</c:v>
                </c:pt>
                <c:pt idx="12">
                  <c:v>0.42426407</c:v>
                </c:pt>
                <c:pt idx="13">
                  <c:v>0.45110388</c:v>
                </c:pt>
                <c:pt idx="14">
                  <c:v>0.476012</c:v>
                </c:pt>
                <c:pt idx="15">
                  <c:v>0.49888177</c:v>
                </c:pt>
                <c:pt idx="16">
                  <c:v>0.51961524</c:v>
                </c:pt>
                <c:pt idx="17">
                  <c:v>0.53812364</c:v>
                </c:pt>
                <c:pt idx="18">
                  <c:v>0.55432772</c:v>
                </c:pt>
                <c:pt idx="19">
                  <c:v>0.56815808</c:v>
                </c:pt>
                <c:pt idx="20">
                  <c:v>0.5795555</c:v>
                </c:pt>
                <c:pt idx="21">
                  <c:v>0.58847117</c:v>
                </c:pt>
                <c:pt idx="22">
                  <c:v>0.59486692</c:v>
                </c:pt>
                <c:pt idx="23">
                  <c:v>0.59871535</c:v>
                </c:pt>
                <c:pt idx="24">
                  <c:v>0.6</c:v>
                </c:pt>
                <c:pt idx="25">
                  <c:v>0.59871535</c:v>
                </c:pt>
                <c:pt idx="26">
                  <c:v>0.59486692</c:v>
                </c:pt>
                <c:pt idx="27">
                  <c:v>0.58847117</c:v>
                </c:pt>
                <c:pt idx="28">
                  <c:v>0.5795555</c:v>
                </c:pt>
                <c:pt idx="29">
                  <c:v>0.56815808</c:v>
                </c:pt>
                <c:pt idx="30">
                  <c:v>0.55432772</c:v>
                </c:pt>
                <c:pt idx="31">
                  <c:v>0.53812364</c:v>
                </c:pt>
                <c:pt idx="32">
                  <c:v>0.51961524</c:v>
                </c:pt>
                <c:pt idx="33">
                  <c:v>0.49888177</c:v>
                </c:pt>
                <c:pt idx="34">
                  <c:v>0.476012</c:v>
                </c:pt>
                <c:pt idx="35">
                  <c:v>0.45110388</c:v>
                </c:pt>
                <c:pt idx="36">
                  <c:v>0.42426407</c:v>
                </c:pt>
                <c:pt idx="37">
                  <c:v>0.39560749</c:v>
                </c:pt>
                <c:pt idx="38">
                  <c:v>0.36525686</c:v>
                </c:pt>
                <c:pt idx="39">
                  <c:v>0.33334214</c:v>
                </c:pt>
                <c:pt idx="40">
                  <c:v>0.3</c:v>
                </c:pt>
                <c:pt idx="41">
                  <c:v>0.26537321</c:v>
                </c:pt>
                <c:pt idx="42">
                  <c:v>0.22961006</c:v>
                </c:pt>
                <c:pt idx="43">
                  <c:v>0.19286368</c:v>
                </c:pt>
                <c:pt idx="44">
                  <c:v>0.15529143</c:v>
                </c:pt>
                <c:pt idx="45">
                  <c:v>0.11705419</c:v>
                </c:pt>
                <c:pt idx="46">
                  <c:v>0.07831572</c:v>
                </c:pt>
                <c:pt idx="47">
                  <c:v>0.03924188</c:v>
                </c:pt>
                <c:pt idx="48">
                  <c:v>0</c:v>
                </c:pt>
                <c:pt idx="49">
                  <c:v>-0.03924188</c:v>
                </c:pt>
                <c:pt idx="50">
                  <c:v>-0.07831572</c:v>
                </c:pt>
                <c:pt idx="51">
                  <c:v>-0.11705419</c:v>
                </c:pt>
                <c:pt idx="52">
                  <c:v>-0.15529143</c:v>
                </c:pt>
                <c:pt idx="53">
                  <c:v>-0.19286368</c:v>
                </c:pt>
                <c:pt idx="54">
                  <c:v>-0.22961006</c:v>
                </c:pt>
                <c:pt idx="55">
                  <c:v>-0.26537321</c:v>
                </c:pt>
                <c:pt idx="56">
                  <c:v>-0.3</c:v>
                </c:pt>
                <c:pt idx="57">
                  <c:v>-0.33334214</c:v>
                </c:pt>
                <c:pt idx="58">
                  <c:v>-0.36525686</c:v>
                </c:pt>
                <c:pt idx="59">
                  <c:v>-0.39560749</c:v>
                </c:pt>
                <c:pt idx="60">
                  <c:v>-0.42426407</c:v>
                </c:pt>
                <c:pt idx="61">
                  <c:v>-0.45110388</c:v>
                </c:pt>
                <c:pt idx="62">
                  <c:v>-0.476012</c:v>
                </c:pt>
                <c:pt idx="63">
                  <c:v>-0.49888177</c:v>
                </c:pt>
                <c:pt idx="64">
                  <c:v>-0.51961524</c:v>
                </c:pt>
                <c:pt idx="65">
                  <c:v>-0.53812364</c:v>
                </c:pt>
                <c:pt idx="66">
                  <c:v>-0.55432772</c:v>
                </c:pt>
                <c:pt idx="67">
                  <c:v>-0.56815808</c:v>
                </c:pt>
                <c:pt idx="68">
                  <c:v>-0.5795555</c:v>
                </c:pt>
                <c:pt idx="69">
                  <c:v>-0.58847117</c:v>
                </c:pt>
                <c:pt idx="70">
                  <c:v>-0.59486692</c:v>
                </c:pt>
                <c:pt idx="71">
                  <c:v>-0.59871535</c:v>
                </c:pt>
                <c:pt idx="72">
                  <c:v>-0.6</c:v>
                </c:pt>
                <c:pt idx="73">
                  <c:v>-0.59871535</c:v>
                </c:pt>
                <c:pt idx="74">
                  <c:v>-0.59486692</c:v>
                </c:pt>
                <c:pt idx="75">
                  <c:v>-0.58847117</c:v>
                </c:pt>
                <c:pt idx="76">
                  <c:v>-0.5795555</c:v>
                </c:pt>
                <c:pt idx="77">
                  <c:v>-0.56815808</c:v>
                </c:pt>
                <c:pt idx="78">
                  <c:v>-0.55432772</c:v>
                </c:pt>
                <c:pt idx="79">
                  <c:v>-0.53812364</c:v>
                </c:pt>
                <c:pt idx="80">
                  <c:v>-0.51961524</c:v>
                </c:pt>
                <c:pt idx="81">
                  <c:v>-0.49888177</c:v>
                </c:pt>
                <c:pt idx="82">
                  <c:v>-0.476012</c:v>
                </c:pt>
                <c:pt idx="83">
                  <c:v>-0.45110388</c:v>
                </c:pt>
                <c:pt idx="84">
                  <c:v>-0.42426407</c:v>
                </c:pt>
                <c:pt idx="85">
                  <c:v>-0.39560749</c:v>
                </c:pt>
                <c:pt idx="86">
                  <c:v>-0.36525686</c:v>
                </c:pt>
                <c:pt idx="87">
                  <c:v>-0.33334214</c:v>
                </c:pt>
                <c:pt idx="88">
                  <c:v>-0.3</c:v>
                </c:pt>
                <c:pt idx="89">
                  <c:v>-0.26537321</c:v>
                </c:pt>
                <c:pt idx="90">
                  <c:v>-0.22961006</c:v>
                </c:pt>
                <c:pt idx="91">
                  <c:v>-0.19286368</c:v>
                </c:pt>
                <c:pt idx="92">
                  <c:v>-0.15529143</c:v>
                </c:pt>
                <c:pt idx="93">
                  <c:v>-0.11705419</c:v>
                </c:pt>
                <c:pt idx="94">
                  <c:v>-0.07831572</c:v>
                </c:pt>
                <c:pt idx="95">
                  <c:v>-0.03924188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895-1644-BFE8-2864618243CD}"/>
            </c:ext>
          </c:extLst>
        </c:ser>
        <c:ser>
          <c:idx val="4"/>
          <c:order val="4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Data'!$I$2:$I$98</c:f>
              <c:numCache>
                <c:formatCode>General</c:formatCode>
                <c:ptCount val="97"/>
                <c:pt idx="0">
                  <c:v>2.44948974</c:v>
                </c:pt>
                <c:pt idx="1">
                  <c:v>2.4442452</c:v>
                </c:pt>
                <c:pt idx="2">
                  <c:v>2.42853402</c:v>
                </c:pt>
                <c:pt idx="3">
                  <c:v>2.40242348</c:v>
                </c:pt>
                <c:pt idx="4">
                  <c:v>2.3660254</c:v>
                </c:pt>
                <c:pt idx="5">
                  <c:v>2.31949564</c:v>
                </c:pt>
                <c:pt idx="6">
                  <c:v>2.26303344</c:v>
                </c:pt>
                <c:pt idx="7">
                  <c:v>2.19688058</c:v>
                </c:pt>
                <c:pt idx="8">
                  <c:v>2.12132034</c:v>
                </c:pt>
                <c:pt idx="9">
                  <c:v>2.03667629</c:v>
                </c:pt>
                <c:pt idx="10">
                  <c:v>1.94331087</c:v>
                </c:pt>
                <c:pt idx="11">
                  <c:v>1.8416239</c:v>
                </c:pt>
                <c:pt idx="12">
                  <c:v>1.73205081</c:v>
                </c:pt>
                <c:pt idx="13">
                  <c:v>1.61506081</c:v>
                </c:pt>
                <c:pt idx="14">
                  <c:v>1.49115488</c:v>
                </c:pt>
                <c:pt idx="15">
                  <c:v>1.36086359</c:v>
                </c:pt>
                <c:pt idx="16">
                  <c:v>1.22474487</c:v>
                </c:pt>
                <c:pt idx="17">
                  <c:v>1.08338161</c:v>
                </c:pt>
                <c:pt idx="18">
                  <c:v>0.93737914</c:v>
                </c:pt>
                <c:pt idx="19">
                  <c:v>0.78736267</c:v>
                </c:pt>
                <c:pt idx="20">
                  <c:v>0.6339746</c:v>
                </c:pt>
                <c:pt idx="21">
                  <c:v>0.47787174</c:v>
                </c:pt>
                <c:pt idx="22">
                  <c:v>0.31972257</c:v>
                </c:pt>
                <c:pt idx="23">
                  <c:v>0.16020429</c:v>
                </c:pt>
                <c:pt idx="24">
                  <c:v>0</c:v>
                </c:pt>
                <c:pt idx="25">
                  <c:v>-0.16020429</c:v>
                </c:pt>
                <c:pt idx="26">
                  <c:v>-0.31972257</c:v>
                </c:pt>
                <c:pt idx="27">
                  <c:v>-0.47787174</c:v>
                </c:pt>
                <c:pt idx="28">
                  <c:v>-0.6339746</c:v>
                </c:pt>
                <c:pt idx="29">
                  <c:v>-0.78736267</c:v>
                </c:pt>
                <c:pt idx="30">
                  <c:v>-0.93737914</c:v>
                </c:pt>
                <c:pt idx="31">
                  <c:v>-1.08338161</c:v>
                </c:pt>
                <c:pt idx="32">
                  <c:v>-1.22474487</c:v>
                </c:pt>
                <c:pt idx="33">
                  <c:v>-1.36086359</c:v>
                </c:pt>
                <c:pt idx="34">
                  <c:v>-1.49115488</c:v>
                </c:pt>
                <c:pt idx="35">
                  <c:v>-1.61506081</c:v>
                </c:pt>
                <c:pt idx="36">
                  <c:v>-1.73205081</c:v>
                </c:pt>
                <c:pt idx="37">
                  <c:v>-1.8416239</c:v>
                </c:pt>
                <c:pt idx="38">
                  <c:v>-1.94331087</c:v>
                </c:pt>
                <c:pt idx="39">
                  <c:v>-2.03667629</c:v>
                </c:pt>
                <c:pt idx="40">
                  <c:v>-2.12132034</c:v>
                </c:pt>
                <c:pt idx="41">
                  <c:v>-2.19688058</c:v>
                </c:pt>
                <c:pt idx="42">
                  <c:v>-2.26303344</c:v>
                </c:pt>
                <c:pt idx="43">
                  <c:v>-2.31949564</c:v>
                </c:pt>
                <c:pt idx="44">
                  <c:v>-2.3660254</c:v>
                </c:pt>
                <c:pt idx="45">
                  <c:v>-2.40242348</c:v>
                </c:pt>
                <c:pt idx="46">
                  <c:v>-2.42853402</c:v>
                </c:pt>
                <c:pt idx="47">
                  <c:v>-2.4442452</c:v>
                </c:pt>
                <c:pt idx="48">
                  <c:v>-2.44948974</c:v>
                </c:pt>
                <c:pt idx="49">
                  <c:v>-2.4442452</c:v>
                </c:pt>
                <c:pt idx="50">
                  <c:v>-2.42853402</c:v>
                </c:pt>
                <c:pt idx="51">
                  <c:v>-2.40242348</c:v>
                </c:pt>
                <c:pt idx="52">
                  <c:v>-2.3660254</c:v>
                </c:pt>
                <c:pt idx="53">
                  <c:v>-2.31949564</c:v>
                </c:pt>
                <c:pt idx="54">
                  <c:v>-2.26303344</c:v>
                </c:pt>
                <c:pt idx="55">
                  <c:v>-2.19688058</c:v>
                </c:pt>
                <c:pt idx="56">
                  <c:v>-2.12132034</c:v>
                </c:pt>
                <c:pt idx="57">
                  <c:v>-2.03667629</c:v>
                </c:pt>
                <c:pt idx="58">
                  <c:v>-1.94331087</c:v>
                </c:pt>
                <c:pt idx="59">
                  <c:v>-1.8416239</c:v>
                </c:pt>
                <c:pt idx="60">
                  <c:v>-1.73205081</c:v>
                </c:pt>
                <c:pt idx="61">
                  <c:v>-1.61506081</c:v>
                </c:pt>
                <c:pt idx="62">
                  <c:v>-1.49115488</c:v>
                </c:pt>
                <c:pt idx="63">
                  <c:v>-1.36086359</c:v>
                </c:pt>
                <c:pt idx="64">
                  <c:v>-1.22474487</c:v>
                </c:pt>
                <c:pt idx="65">
                  <c:v>-1.08338161</c:v>
                </c:pt>
                <c:pt idx="66">
                  <c:v>-0.93737914</c:v>
                </c:pt>
                <c:pt idx="67">
                  <c:v>-0.78736267</c:v>
                </c:pt>
                <c:pt idx="68">
                  <c:v>-0.6339746</c:v>
                </c:pt>
                <c:pt idx="69">
                  <c:v>-0.47787174</c:v>
                </c:pt>
                <c:pt idx="70">
                  <c:v>-0.31972257</c:v>
                </c:pt>
                <c:pt idx="71">
                  <c:v>-0.16020429</c:v>
                </c:pt>
                <c:pt idx="72">
                  <c:v>-0</c:v>
                </c:pt>
                <c:pt idx="73">
                  <c:v>0.16020429</c:v>
                </c:pt>
                <c:pt idx="74">
                  <c:v>0.31972257</c:v>
                </c:pt>
                <c:pt idx="75">
                  <c:v>0.47787174</c:v>
                </c:pt>
                <c:pt idx="76">
                  <c:v>0.6339746</c:v>
                </c:pt>
                <c:pt idx="77">
                  <c:v>0.78736267</c:v>
                </c:pt>
                <c:pt idx="78">
                  <c:v>0.93737914</c:v>
                </c:pt>
                <c:pt idx="79">
                  <c:v>1.08338161</c:v>
                </c:pt>
                <c:pt idx="80">
                  <c:v>1.22474487</c:v>
                </c:pt>
                <c:pt idx="81">
                  <c:v>1.36086359</c:v>
                </c:pt>
                <c:pt idx="82">
                  <c:v>1.49115488</c:v>
                </c:pt>
                <c:pt idx="83">
                  <c:v>1.61506081</c:v>
                </c:pt>
                <c:pt idx="84">
                  <c:v>1.73205081</c:v>
                </c:pt>
                <c:pt idx="85">
                  <c:v>1.8416239</c:v>
                </c:pt>
                <c:pt idx="86">
                  <c:v>1.94331087</c:v>
                </c:pt>
                <c:pt idx="87">
                  <c:v>2.03667629</c:v>
                </c:pt>
                <c:pt idx="88">
                  <c:v>2.12132034</c:v>
                </c:pt>
                <c:pt idx="89">
                  <c:v>2.19688058</c:v>
                </c:pt>
                <c:pt idx="90">
                  <c:v>2.26303344</c:v>
                </c:pt>
                <c:pt idx="91">
                  <c:v>2.31949564</c:v>
                </c:pt>
                <c:pt idx="92">
                  <c:v>2.3660254</c:v>
                </c:pt>
                <c:pt idx="93">
                  <c:v>2.40242348</c:v>
                </c:pt>
                <c:pt idx="94">
                  <c:v>2.42853402</c:v>
                </c:pt>
                <c:pt idx="95">
                  <c:v>2.4442452</c:v>
                </c:pt>
                <c:pt idx="96">
                  <c:v>2.44948974</c:v>
                </c:pt>
              </c:numCache>
            </c:numRef>
          </c:xVal>
          <c:yVal>
            <c:numRef>
              <c:f>'Chart Data'!$J$2:$J$98</c:f>
              <c:numCache>
                <c:formatCode>0</c:formatCode>
                <c:ptCount val="97"/>
                <c:pt idx="0">
                  <c:v>0</c:v>
                </c:pt>
                <c:pt idx="1">
                  <c:v>0.05066105</c:v>
                </c:pt>
                <c:pt idx="2">
                  <c:v>0.10110515</c:v>
                </c:pt>
                <c:pt idx="3">
                  <c:v>0.15111631</c:v>
                </c:pt>
                <c:pt idx="4">
                  <c:v>0.20048037</c:v>
                </c:pt>
                <c:pt idx="5">
                  <c:v>0.24898594</c:v>
                </c:pt>
                <c:pt idx="6">
                  <c:v>0.29642531</c:v>
                </c:pt>
                <c:pt idx="7">
                  <c:v>0.34259535</c:v>
                </c:pt>
                <c:pt idx="8">
                  <c:v>0.38729833</c:v>
                </c:pt>
                <c:pt idx="9">
                  <c:v>0.43034285</c:v>
                </c:pt>
                <c:pt idx="10">
                  <c:v>0.47154458</c:v>
                </c:pt>
                <c:pt idx="11">
                  <c:v>0.51072707</c:v>
                </c:pt>
                <c:pt idx="12">
                  <c:v>0.54772256</c:v>
                </c:pt>
                <c:pt idx="13">
                  <c:v>0.58237261</c:v>
                </c:pt>
                <c:pt idx="14">
                  <c:v>0.61452885</c:v>
                </c:pt>
                <c:pt idx="15">
                  <c:v>0.64405359</c:v>
                </c:pt>
                <c:pt idx="16">
                  <c:v>0.67082039</c:v>
                </c:pt>
                <c:pt idx="17">
                  <c:v>0.69471464</c:v>
                </c:pt>
                <c:pt idx="18">
                  <c:v>0.71563401</c:v>
                </c:pt>
                <c:pt idx="19">
                  <c:v>0.73348892</c:v>
                </c:pt>
                <c:pt idx="20">
                  <c:v>0.74820293</c:v>
                </c:pt>
                <c:pt idx="21">
                  <c:v>0.75971301</c:v>
                </c:pt>
                <c:pt idx="22">
                  <c:v>0.76796989</c:v>
                </c:pt>
                <c:pt idx="23">
                  <c:v>0.7729382</c:v>
                </c:pt>
                <c:pt idx="24">
                  <c:v>0.77459667</c:v>
                </c:pt>
                <c:pt idx="25">
                  <c:v>0.7729382</c:v>
                </c:pt>
                <c:pt idx="26">
                  <c:v>0.76796989</c:v>
                </c:pt>
                <c:pt idx="27">
                  <c:v>0.75971301</c:v>
                </c:pt>
                <c:pt idx="28">
                  <c:v>0.74820293</c:v>
                </c:pt>
                <c:pt idx="29">
                  <c:v>0.73348892</c:v>
                </c:pt>
                <c:pt idx="30">
                  <c:v>0.71563401</c:v>
                </c:pt>
                <c:pt idx="31">
                  <c:v>0.69471464</c:v>
                </c:pt>
                <c:pt idx="32">
                  <c:v>0.67082039</c:v>
                </c:pt>
                <c:pt idx="33">
                  <c:v>0.64405359</c:v>
                </c:pt>
                <c:pt idx="34">
                  <c:v>0.61452885</c:v>
                </c:pt>
                <c:pt idx="35">
                  <c:v>0.58237261</c:v>
                </c:pt>
                <c:pt idx="36">
                  <c:v>0.54772256</c:v>
                </c:pt>
                <c:pt idx="37">
                  <c:v>0.51072707</c:v>
                </c:pt>
                <c:pt idx="38">
                  <c:v>0.47154458</c:v>
                </c:pt>
                <c:pt idx="39">
                  <c:v>0.43034285</c:v>
                </c:pt>
                <c:pt idx="40">
                  <c:v>0.38729833</c:v>
                </c:pt>
                <c:pt idx="41">
                  <c:v>0.34259535</c:v>
                </c:pt>
                <c:pt idx="42">
                  <c:v>0.29642531</c:v>
                </c:pt>
                <c:pt idx="43">
                  <c:v>0.24898594</c:v>
                </c:pt>
                <c:pt idx="44">
                  <c:v>0.20048037</c:v>
                </c:pt>
                <c:pt idx="45">
                  <c:v>0.15111631</c:v>
                </c:pt>
                <c:pt idx="46">
                  <c:v>0.10110515</c:v>
                </c:pt>
                <c:pt idx="47">
                  <c:v>0.05066105</c:v>
                </c:pt>
                <c:pt idx="48">
                  <c:v>0</c:v>
                </c:pt>
                <c:pt idx="49">
                  <c:v>-0.05066105</c:v>
                </c:pt>
                <c:pt idx="50">
                  <c:v>-0.10110515</c:v>
                </c:pt>
                <c:pt idx="51">
                  <c:v>-0.15111631</c:v>
                </c:pt>
                <c:pt idx="52">
                  <c:v>-0.20048037</c:v>
                </c:pt>
                <c:pt idx="53">
                  <c:v>-0.24898594</c:v>
                </c:pt>
                <c:pt idx="54">
                  <c:v>-0.29642531</c:v>
                </c:pt>
                <c:pt idx="55">
                  <c:v>-0.34259535</c:v>
                </c:pt>
                <c:pt idx="56">
                  <c:v>-0.38729833</c:v>
                </c:pt>
                <c:pt idx="57">
                  <c:v>-0.43034285</c:v>
                </c:pt>
                <c:pt idx="58">
                  <c:v>-0.47154458</c:v>
                </c:pt>
                <c:pt idx="59">
                  <c:v>-0.51072707</c:v>
                </c:pt>
                <c:pt idx="60">
                  <c:v>-0.54772256</c:v>
                </c:pt>
                <c:pt idx="61">
                  <c:v>-0.58237261</c:v>
                </c:pt>
                <c:pt idx="62">
                  <c:v>-0.61452885</c:v>
                </c:pt>
                <c:pt idx="63">
                  <c:v>-0.64405359</c:v>
                </c:pt>
                <c:pt idx="64">
                  <c:v>-0.67082039</c:v>
                </c:pt>
                <c:pt idx="65">
                  <c:v>-0.69471464</c:v>
                </c:pt>
                <c:pt idx="66">
                  <c:v>-0.71563401</c:v>
                </c:pt>
                <c:pt idx="67">
                  <c:v>-0.73348892</c:v>
                </c:pt>
                <c:pt idx="68">
                  <c:v>-0.74820293</c:v>
                </c:pt>
                <c:pt idx="69">
                  <c:v>-0.75971301</c:v>
                </c:pt>
                <c:pt idx="70">
                  <c:v>-0.76796989</c:v>
                </c:pt>
                <c:pt idx="71">
                  <c:v>-0.7729382</c:v>
                </c:pt>
                <c:pt idx="72">
                  <c:v>-0.77459667</c:v>
                </c:pt>
                <c:pt idx="73">
                  <c:v>-0.7729382</c:v>
                </c:pt>
                <c:pt idx="74">
                  <c:v>-0.76796989</c:v>
                </c:pt>
                <c:pt idx="75">
                  <c:v>-0.75971301</c:v>
                </c:pt>
                <c:pt idx="76">
                  <c:v>-0.74820293</c:v>
                </c:pt>
                <c:pt idx="77">
                  <c:v>-0.73348892</c:v>
                </c:pt>
                <c:pt idx="78">
                  <c:v>-0.71563401</c:v>
                </c:pt>
                <c:pt idx="79">
                  <c:v>-0.69471464</c:v>
                </c:pt>
                <c:pt idx="80">
                  <c:v>-0.67082039</c:v>
                </c:pt>
                <c:pt idx="81">
                  <c:v>-0.64405359</c:v>
                </c:pt>
                <c:pt idx="82">
                  <c:v>-0.61452885</c:v>
                </c:pt>
                <c:pt idx="83">
                  <c:v>-0.58237261</c:v>
                </c:pt>
                <c:pt idx="84">
                  <c:v>-0.54772256</c:v>
                </c:pt>
                <c:pt idx="85">
                  <c:v>-0.51072707</c:v>
                </c:pt>
                <c:pt idx="86">
                  <c:v>-0.47154458</c:v>
                </c:pt>
                <c:pt idx="87">
                  <c:v>-0.43034285</c:v>
                </c:pt>
                <c:pt idx="88">
                  <c:v>-0.38729833</c:v>
                </c:pt>
                <c:pt idx="89">
                  <c:v>-0.34259535</c:v>
                </c:pt>
                <c:pt idx="90">
                  <c:v>-0.29642531</c:v>
                </c:pt>
                <c:pt idx="91">
                  <c:v>-0.24898594</c:v>
                </c:pt>
                <c:pt idx="92">
                  <c:v>-0.20048037</c:v>
                </c:pt>
                <c:pt idx="93">
                  <c:v>-0.15111631</c:v>
                </c:pt>
                <c:pt idx="94">
                  <c:v>-0.10110515</c:v>
                </c:pt>
                <c:pt idx="95">
                  <c:v>-0.05066105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895-1644-BFE8-2864618243CD}"/>
            </c:ext>
          </c:extLst>
        </c:ser>
        <c:ser>
          <c:idx val="5"/>
          <c:order val="5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Data'!$K$2:$K$98</c:f>
              <c:numCache>
                <c:formatCode>General</c:formatCode>
                <c:ptCount val="97"/>
                <c:pt idx="0">
                  <c:v>3.16227766</c:v>
                </c:pt>
                <c:pt idx="1">
                  <c:v>3.15550698</c:v>
                </c:pt>
                <c:pt idx="2">
                  <c:v>3.13522394</c:v>
                </c:pt>
                <c:pt idx="3">
                  <c:v>3.10151538</c:v>
                </c:pt>
                <c:pt idx="4">
                  <c:v>3.05452566</c:v>
                </c:pt>
                <c:pt idx="5">
                  <c:v>2.99445599</c:v>
                </c:pt>
                <c:pt idx="6">
                  <c:v>2.92156361</c:v>
                </c:pt>
                <c:pt idx="7">
                  <c:v>2.83616063</c:v>
                </c:pt>
                <c:pt idx="8">
                  <c:v>2.73861279</c:v>
                </c:pt>
                <c:pt idx="9">
                  <c:v>2.62933778</c:v>
                </c:pt>
                <c:pt idx="10">
                  <c:v>2.50880354</c:v>
                </c:pt>
                <c:pt idx="11">
                  <c:v>2.37752623</c:v>
                </c:pt>
                <c:pt idx="12">
                  <c:v>2.23606798</c:v>
                </c:pt>
                <c:pt idx="13">
                  <c:v>2.08503454</c:v>
                </c:pt>
                <c:pt idx="14">
                  <c:v>1.92507267</c:v>
                </c:pt>
                <c:pt idx="15">
                  <c:v>1.75686734</c:v>
                </c:pt>
                <c:pt idx="16">
                  <c:v>1.58113883</c:v>
                </c:pt>
                <c:pt idx="17">
                  <c:v>1.39863964</c:v>
                </c:pt>
                <c:pt idx="18">
                  <c:v>1.21015127</c:v>
                </c:pt>
                <c:pt idx="19">
                  <c:v>1.01648084</c:v>
                </c:pt>
                <c:pt idx="20">
                  <c:v>0.81845768</c:v>
                </c:pt>
                <c:pt idx="21">
                  <c:v>0.61692977</c:v>
                </c:pt>
                <c:pt idx="22">
                  <c:v>0.41276006</c:v>
                </c:pt>
                <c:pt idx="23">
                  <c:v>0.20682285</c:v>
                </c:pt>
                <c:pt idx="24">
                  <c:v>0</c:v>
                </c:pt>
                <c:pt idx="25">
                  <c:v>-0.20682285</c:v>
                </c:pt>
                <c:pt idx="26">
                  <c:v>-0.41276006</c:v>
                </c:pt>
                <c:pt idx="27">
                  <c:v>-0.61692977</c:v>
                </c:pt>
                <c:pt idx="28">
                  <c:v>-0.81845768</c:v>
                </c:pt>
                <c:pt idx="29">
                  <c:v>-1.01648084</c:v>
                </c:pt>
                <c:pt idx="30">
                  <c:v>-1.21015127</c:v>
                </c:pt>
                <c:pt idx="31">
                  <c:v>-1.39863964</c:v>
                </c:pt>
                <c:pt idx="32">
                  <c:v>-1.58113883</c:v>
                </c:pt>
                <c:pt idx="33">
                  <c:v>-1.75686734</c:v>
                </c:pt>
                <c:pt idx="34">
                  <c:v>-1.92507267</c:v>
                </c:pt>
                <c:pt idx="35">
                  <c:v>-2.08503454</c:v>
                </c:pt>
                <c:pt idx="36">
                  <c:v>-2.23606798</c:v>
                </c:pt>
                <c:pt idx="37">
                  <c:v>-2.37752623</c:v>
                </c:pt>
                <c:pt idx="38">
                  <c:v>-2.50880354</c:v>
                </c:pt>
                <c:pt idx="39">
                  <c:v>-2.62933778</c:v>
                </c:pt>
                <c:pt idx="40">
                  <c:v>-2.73861279</c:v>
                </c:pt>
                <c:pt idx="41">
                  <c:v>-2.83616063</c:v>
                </c:pt>
                <c:pt idx="42">
                  <c:v>-2.92156361</c:v>
                </c:pt>
                <c:pt idx="43">
                  <c:v>-2.99445599</c:v>
                </c:pt>
                <c:pt idx="44">
                  <c:v>-3.05452566</c:v>
                </c:pt>
                <c:pt idx="45">
                  <c:v>-3.10151538</c:v>
                </c:pt>
                <c:pt idx="46">
                  <c:v>-3.13522394</c:v>
                </c:pt>
                <c:pt idx="47">
                  <c:v>-3.15550698</c:v>
                </c:pt>
                <c:pt idx="48">
                  <c:v>-3.16227766</c:v>
                </c:pt>
                <c:pt idx="49">
                  <c:v>-3.15550698</c:v>
                </c:pt>
                <c:pt idx="50">
                  <c:v>-3.13522394</c:v>
                </c:pt>
                <c:pt idx="51">
                  <c:v>-3.10151538</c:v>
                </c:pt>
                <c:pt idx="52">
                  <c:v>-3.05452566</c:v>
                </c:pt>
                <c:pt idx="53">
                  <c:v>-2.99445599</c:v>
                </c:pt>
                <c:pt idx="54">
                  <c:v>-2.92156361</c:v>
                </c:pt>
                <c:pt idx="55">
                  <c:v>-2.83616063</c:v>
                </c:pt>
                <c:pt idx="56">
                  <c:v>-2.73861279</c:v>
                </c:pt>
                <c:pt idx="57">
                  <c:v>-2.62933778</c:v>
                </c:pt>
                <c:pt idx="58">
                  <c:v>-2.50880354</c:v>
                </c:pt>
                <c:pt idx="59">
                  <c:v>-2.37752623</c:v>
                </c:pt>
                <c:pt idx="60">
                  <c:v>-2.23606798</c:v>
                </c:pt>
                <c:pt idx="61">
                  <c:v>-2.08503454</c:v>
                </c:pt>
                <c:pt idx="62">
                  <c:v>-1.92507267</c:v>
                </c:pt>
                <c:pt idx="63">
                  <c:v>-1.75686734</c:v>
                </c:pt>
                <c:pt idx="64">
                  <c:v>-1.58113883</c:v>
                </c:pt>
                <c:pt idx="65">
                  <c:v>-1.39863964</c:v>
                </c:pt>
                <c:pt idx="66">
                  <c:v>-1.21015127</c:v>
                </c:pt>
                <c:pt idx="67">
                  <c:v>-1.01648084</c:v>
                </c:pt>
                <c:pt idx="68">
                  <c:v>-0.81845768</c:v>
                </c:pt>
                <c:pt idx="69">
                  <c:v>-0.61692977</c:v>
                </c:pt>
                <c:pt idx="70">
                  <c:v>-0.41276006</c:v>
                </c:pt>
                <c:pt idx="71">
                  <c:v>-0.20682285</c:v>
                </c:pt>
                <c:pt idx="72">
                  <c:v>-0</c:v>
                </c:pt>
                <c:pt idx="73">
                  <c:v>0.20682285</c:v>
                </c:pt>
                <c:pt idx="74">
                  <c:v>0.41276006</c:v>
                </c:pt>
                <c:pt idx="75">
                  <c:v>0.61692977</c:v>
                </c:pt>
                <c:pt idx="76">
                  <c:v>0.81845768</c:v>
                </c:pt>
                <c:pt idx="77">
                  <c:v>1.01648084</c:v>
                </c:pt>
                <c:pt idx="78">
                  <c:v>1.21015127</c:v>
                </c:pt>
                <c:pt idx="79">
                  <c:v>1.39863964</c:v>
                </c:pt>
                <c:pt idx="80">
                  <c:v>1.58113883</c:v>
                </c:pt>
                <c:pt idx="81">
                  <c:v>1.75686734</c:v>
                </c:pt>
                <c:pt idx="82">
                  <c:v>1.92507267</c:v>
                </c:pt>
                <c:pt idx="83">
                  <c:v>2.08503454</c:v>
                </c:pt>
                <c:pt idx="84">
                  <c:v>2.23606798</c:v>
                </c:pt>
                <c:pt idx="85">
                  <c:v>2.37752623</c:v>
                </c:pt>
                <c:pt idx="86">
                  <c:v>2.50880354</c:v>
                </c:pt>
                <c:pt idx="87">
                  <c:v>2.62933778</c:v>
                </c:pt>
                <c:pt idx="88">
                  <c:v>2.73861279</c:v>
                </c:pt>
                <c:pt idx="89">
                  <c:v>2.83616063</c:v>
                </c:pt>
                <c:pt idx="90">
                  <c:v>2.92156361</c:v>
                </c:pt>
                <c:pt idx="91">
                  <c:v>2.99445599</c:v>
                </c:pt>
                <c:pt idx="92">
                  <c:v>3.05452566</c:v>
                </c:pt>
                <c:pt idx="93">
                  <c:v>3.10151538</c:v>
                </c:pt>
                <c:pt idx="94">
                  <c:v>3.13522394</c:v>
                </c:pt>
                <c:pt idx="95">
                  <c:v>3.15550698</c:v>
                </c:pt>
                <c:pt idx="96">
                  <c:v>3.16227766</c:v>
                </c:pt>
              </c:numCache>
            </c:numRef>
          </c:xVal>
          <c:yVal>
            <c:numRef>
              <c:f>'Chart Data'!$L$2:$L$98</c:f>
              <c:numCache>
                <c:formatCode>0</c:formatCode>
                <c:ptCount val="97"/>
                <c:pt idx="0">
                  <c:v>0</c:v>
                </c:pt>
                <c:pt idx="1">
                  <c:v>0.06540313</c:v>
                </c:pt>
                <c:pt idx="2">
                  <c:v>0.13052619</c:v>
                </c:pt>
                <c:pt idx="3">
                  <c:v>0.19509032</c:v>
                </c:pt>
                <c:pt idx="4">
                  <c:v>0.25881905</c:v>
                </c:pt>
                <c:pt idx="5">
                  <c:v>0.32143947</c:v>
                </c:pt>
                <c:pt idx="6">
                  <c:v>0.38268343</c:v>
                </c:pt>
                <c:pt idx="7">
                  <c:v>0.44228869</c:v>
                </c:pt>
                <c:pt idx="8">
                  <c:v>0.5</c:v>
                </c:pt>
                <c:pt idx="9">
                  <c:v>0.55557023</c:v>
                </c:pt>
                <c:pt idx="10">
                  <c:v>0.60876143</c:v>
                </c:pt>
                <c:pt idx="11">
                  <c:v>0.65934582</c:v>
                </c:pt>
                <c:pt idx="12">
                  <c:v>0.70710678</c:v>
                </c:pt>
                <c:pt idx="13">
                  <c:v>0.75183981</c:v>
                </c:pt>
                <c:pt idx="14">
                  <c:v>0.79335334</c:v>
                </c:pt>
                <c:pt idx="15">
                  <c:v>0.83146961</c:v>
                </c:pt>
                <c:pt idx="16">
                  <c:v>0.8660254</c:v>
                </c:pt>
                <c:pt idx="17">
                  <c:v>0.89687274</c:v>
                </c:pt>
                <c:pt idx="18">
                  <c:v>0.92387953</c:v>
                </c:pt>
                <c:pt idx="19">
                  <c:v>0.94693013</c:v>
                </c:pt>
                <c:pt idx="20">
                  <c:v>0.96592583</c:v>
                </c:pt>
                <c:pt idx="21">
                  <c:v>0.98078528</c:v>
                </c:pt>
                <c:pt idx="22">
                  <c:v>0.99144486</c:v>
                </c:pt>
                <c:pt idx="23">
                  <c:v>0.99785892</c:v>
                </c:pt>
                <c:pt idx="24">
                  <c:v>1</c:v>
                </c:pt>
                <c:pt idx="25">
                  <c:v>0.99785892</c:v>
                </c:pt>
                <c:pt idx="26">
                  <c:v>0.99144486</c:v>
                </c:pt>
                <c:pt idx="27">
                  <c:v>0.98078528</c:v>
                </c:pt>
                <c:pt idx="28">
                  <c:v>0.96592583</c:v>
                </c:pt>
                <c:pt idx="29">
                  <c:v>0.94693013</c:v>
                </c:pt>
                <c:pt idx="30">
                  <c:v>0.92387953</c:v>
                </c:pt>
                <c:pt idx="31">
                  <c:v>0.89687274</c:v>
                </c:pt>
                <c:pt idx="32">
                  <c:v>0.8660254</c:v>
                </c:pt>
                <c:pt idx="33">
                  <c:v>0.83146961</c:v>
                </c:pt>
                <c:pt idx="34">
                  <c:v>0.79335334</c:v>
                </c:pt>
                <c:pt idx="35">
                  <c:v>0.75183981</c:v>
                </c:pt>
                <c:pt idx="36">
                  <c:v>0.70710678</c:v>
                </c:pt>
                <c:pt idx="37">
                  <c:v>0.65934582</c:v>
                </c:pt>
                <c:pt idx="38">
                  <c:v>0.60876143</c:v>
                </c:pt>
                <c:pt idx="39">
                  <c:v>0.55557023</c:v>
                </c:pt>
                <c:pt idx="40">
                  <c:v>0.5</c:v>
                </c:pt>
                <c:pt idx="41">
                  <c:v>0.44228869</c:v>
                </c:pt>
                <c:pt idx="42">
                  <c:v>0.38268343</c:v>
                </c:pt>
                <c:pt idx="43">
                  <c:v>0.32143947</c:v>
                </c:pt>
                <c:pt idx="44">
                  <c:v>0.25881905</c:v>
                </c:pt>
                <c:pt idx="45">
                  <c:v>0.19509032</c:v>
                </c:pt>
                <c:pt idx="46">
                  <c:v>0.13052619</c:v>
                </c:pt>
                <c:pt idx="47">
                  <c:v>0.06540313</c:v>
                </c:pt>
                <c:pt idx="48">
                  <c:v>0</c:v>
                </c:pt>
                <c:pt idx="49">
                  <c:v>-0.06540313</c:v>
                </c:pt>
                <c:pt idx="50">
                  <c:v>-0.13052619</c:v>
                </c:pt>
                <c:pt idx="51">
                  <c:v>-0.19509032</c:v>
                </c:pt>
                <c:pt idx="52">
                  <c:v>-0.25881905</c:v>
                </c:pt>
                <c:pt idx="53">
                  <c:v>-0.32143947</c:v>
                </c:pt>
                <c:pt idx="54">
                  <c:v>-0.38268343</c:v>
                </c:pt>
                <c:pt idx="55">
                  <c:v>-0.44228869</c:v>
                </c:pt>
                <c:pt idx="56">
                  <c:v>-0.5</c:v>
                </c:pt>
                <c:pt idx="57">
                  <c:v>-0.55557023</c:v>
                </c:pt>
                <c:pt idx="58">
                  <c:v>-0.60876143</c:v>
                </c:pt>
                <c:pt idx="59">
                  <c:v>-0.65934582</c:v>
                </c:pt>
                <c:pt idx="60">
                  <c:v>-0.70710678</c:v>
                </c:pt>
                <c:pt idx="61">
                  <c:v>-0.75183981</c:v>
                </c:pt>
                <c:pt idx="62">
                  <c:v>-0.79335334</c:v>
                </c:pt>
                <c:pt idx="63">
                  <c:v>-0.83146961</c:v>
                </c:pt>
                <c:pt idx="64">
                  <c:v>-0.8660254</c:v>
                </c:pt>
                <c:pt idx="65">
                  <c:v>-0.89687274</c:v>
                </c:pt>
                <c:pt idx="66">
                  <c:v>-0.92387953</c:v>
                </c:pt>
                <c:pt idx="67">
                  <c:v>-0.94693013</c:v>
                </c:pt>
                <c:pt idx="68">
                  <c:v>-0.96592583</c:v>
                </c:pt>
                <c:pt idx="69">
                  <c:v>-0.98078528</c:v>
                </c:pt>
                <c:pt idx="70">
                  <c:v>-0.99144486</c:v>
                </c:pt>
                <c:pt idx="71">
                  <c:v>-0.99785892</c:v>
                </c:pt>
                <c:pt idx="72">
                  <c:v>-1</c:v>
                </c:pt>
                <c:pt idx="73">
                  <c:v>-0.99785892</c:v>
                </c:pt>
                <c:pt idx="74">
                  <c:v>-0.99144486</c:v>
                </c:pt>
                <c:pt idx="75">
                  <c:v>-0.98078528</c:v>
                </c:pt>
                <c:pt idx="76">
                  <c:v>-0.96592583</c:v>
                </c:pt>
                <c:pt idx="77">
                  <c:v>-0.94693013</c:v>
                </c:pt>
                <c:pt idx="78">
                  <c:v>-0.92387953</c:v>
                </c:pt>
                <c:pt idx="79">
                  <c:v>-0.89687274</c:v>
                </c:pt>
                <c:pt idx="80">
                  <c:v>-0.8660254</c:v>
                </c:pt>
                <c:pt idx="81">
                  <c:v>-0.83146961</c:v>
                </c:pt>
                <c:pt idx="82">
                  <c:v>-0.79335334</c:v>
                </c:pt>
                <c:pt idx="83">
                  <c:v>-0.75183981</c:v>
                </c:pt>
                <c:pt idx="84">
                  <c:v>-0.70710678</c:v>
                </c:pt>
                <c:pt idx="85">
                  <c:v>-0.65934582</c:v>
                </c:pt>
                <c:pt idx="86">
                  <c:v>-0.60876143</c:v>
                </c:pt>
                <c:pt idx="87">
                  <c:v>-0.55557023</c:v>
                </c:pt>
                <c:pt idx="88">
                  <c:v>-0.5</c:v>
                </c:pt>
                <c:pt idx="89">
                  <c:v>-0.44228869</c:v>
                </c:pt>
                <c:pt idx="90">
                  <c:v>-0.38268343</c:v>
                </c:pt>
                <c:pt idx="91">
                  <c:v>-0.32143947</c:v>
                </c:pt>
                <c:pt idx="92">
                  <c:v>-0.25881905</c:v>
                </c:pt>
                <c:pt idx="93">
                  <c:v>-0.19509032</c:v>
                </c:pt>
                <c:pt idx="94">
                  <c:v>-0.13052619</c:v>
                </c:pt>
                <c:pt idx="95">
                  <c:v>-0.06540313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895-1644-BFE8-2864618243CD}"/>
            </c:ext>
          </c:extLst>
        </c:ser>
        <c:ser>
          <c:idx val="6"/>
          <c:order val="6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Data'!$M$2:$M$82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Data'!$N$2:$N$82</c:f>
              <c:numCache>
                <c:formatCode>0</c:formatCode>
                <c:ptCount val="81"/>
                <c:pt idx="0">
                  <c:v>0.63245553</c:v>
                </c:pt>
                <c:pt idx="1">
                  <c:v>0.69209826</c:v>
                </c:pt>
                <c:pt idx="2">
                  <c:v>0.74565408</c:v>
                </c:pt>
                <c:pt idx="3">
                  <c:v>0.79435508</c:v>
                </c:pt>
                <c:pt idx="4">
                  <c:v>0.83904708</c:v>
                </c:pt>
                <c:pt idx="5">
                  <c:v>0.88034084</c:v>
                </c:pt>
                <c:pt idx="6">
                  <c:v>0.91869473</c:v>
                </c:pt>
                <c:pt idx="7">
                  <c:v>0.9544632</c:v>
                </c:pt>
                <c:pt idx="8">
                  <c:v>0.98792712</c:v>
                </c:pt>
                <c:pt idx="9">
                  <c:v>1.01931349</c:v>
                </c:pt>
                <c:pt idx="10">
                  <c:v>1.04880885</c:v>
                </c:pt>
                <c:pt idx="11">
                  <c:v>1.07656862</c:v>
                </c:pt>
                <c:pt idx="12">
                  <c:v>1.1027239</c:v>
                </c:pt>
                <c:pt idx="13">
                  <c:v>1.12738636</c:v>
                </c:pt>
                <c:pt idx="14">
                  <c:v>1.15065199</c:v>
                </c:pt>
                <c:pt idx="15">
                  <c:v>1.17260394</c:v>
                </c:pt>
                <c:pt idx="16">
                  <c:v>1.19331471</c:v>
                </c:pt>
                <c:pt idx="17">
                  <c:v>1.21284789</c:v>
                </c:pt>
                <c:pt idx="18">
                  <c:v>1.23125952</c:v>
                </c:pt>
                <c:pt idx="19">
                  <c:v>1.24859922</c:v>
                </c:pt>
                <c:pt idx="20">
                  <c:v>1.26491106</c:v>
                </c:pt>
                <c:pt idx="21">
                  <c:v>1.28023435</c:v>
                </c:pt>
                <c:pt idx="22">
                  <c:v>1.29460419</c:v>
                </c:pt>
                <c:pt idx="23">
                  <c:v>1.30805199</c:v>
                </c:pt>
                <c:pt idx="24">
                  <c:v>1.32060592</c:v>
                </c:pt>
                <c:pt idx="25">
                  <c:v>1.33229126</c:v>
                </c:pt>
                <c:pt idx="26">
                  <c:v>1.34313067</c:v>
                </c:pt>
                <c:pt idx="27">
                  <c:v>1.35314449</c:v>
                </c:pt>
                <c:pt idx="28">
                  <c:v>1.36235091</c:v>
                </c:pt>
                <c:pt idx="29">
                  <c:v>1.37076621</c:v>
                </c:pt>
                <c:pt idx="30">
                  <c:v>1.37840488</c:v>
                </c:pt>
                <c:pt idx="31">
                  <c:v>1.38527976</c:v>
                </c:pt>
                <c:pt idx="32">
                  <c:v>1.39140217</c:v>
                </c:pt>
                <c:pt idx="33">
                  <c:v>1.39678202</c:v>
                </c:pt>
                <c:pt idx="34">
                  <c:v>1.40142784</c:v>
                </c:pt>
                <c:pt idx="35">
                  <c:v>1.40534693</c:v>
                </c:pt>
                <c:pt idx="36">
                  <c:v>1.40854535</c:v>
                </c:pt>
                <c:pt idx="37">
                  <c:v>1.41102799</c:v>
                </c:pt>
                <c:pt idx="38">
                  <c:v>1.41279864</c:v>
                </c:pt>
                <c:pt idx="39">
                  <c:v>1.41385996</c:v>
                </c:pt>
                <c:pt idx="40">
                  <c:v>1.41421356</c:v>
                </c:pt>
                <c:pt idx="41">
                  <c:v>1.41385996</c:v>
                </c:pt>
                <c:pt idx="42">
                  <c:v>1.41279864</c:v>
                </c:pt>
                <c:pt idx="43">
                  <c:v>1.41102799</c:v>
                </c:pt>
                <c:pt idx="44">
                  <c:v>1.40854535</c:v>
                </c:pt>
                <c:pt idx="45">
                  <c:v>1.40534693</c:v>
                </c:pt>
                <c:pt idx="46">
                  <c:v>1.40142784</c:v>
                </c:pt>
                <c:pt idx="47">
                  <c:v>1.39678202</c:v>
                </c:pt>
                <c:pt idx="48">
                  <c:v>1.39140217</c:v>
                </c:pt>
                <c:pt idx="49">
                  <c:v>1.38527976</c:v>
                </c:pt>
                <c:pt idx="50">
                  <c:v>1.37840488</c:v>
                </c:pt>
                <c:pt idx="51">
                  <c:v>1.37076621</c:v>
                </c:pt>
                <c:pt idx="52">
                  <c:v>1.36235091</c:v>
                </c:pt>
                <c:pt idx="53">
                  <c:v>1.35314449</c:v>
                </c:pt>
                <c:pt idx="54">
                  <c:v>1.34313067</c:v>
                </c:pt>
                <c:pt idx="55">
                  <c:v>1.33229126</c:v>
                </c:pt>
                <c:pt idx="56">
                  <c:v>1.32060592</c:v>
                </c:pt>
                <c:pt idx="57">
                  <c:v>1.30805199</c:v>
                </c:pt>
                <c:pt idx="58">
                  <c:v>1.29460419</c:v>
                </c:pt>
                <c:pt idx="59">
                  <c:v>1.28023435</c:v>
                </c:pt>
                <c:pt idx="60">
                  <c:v>1.26491106</c:v>
                </c:pt>
                <c:pt idx="61">
                  <c:v>1.24859922</c:v>
                </c:pt>
                <c:pt idx="62">
                  <c:v>1.23125952</c:v>
                </c:pt>
                <c:pt idx="63">
                  <c:v>1.21284789</c:v>
                </c:pt>
                <c:pt idx="64">
                  <c:v>1.19331471</c:v>
                </c:pt>
                <c:pt idx="65">
                  <c:v>1.17260394</c:v>
                </c:pt>
                <c:pt idx="66">
                  <c:v>1.15065199</c:v>
                </c:pt>
                <c:pt idx="67">
                  <c:v>1.12738636</c:v>
                </c:pt>
                <c:pt idx="68">
                  <c:v>1.1027239</c:v>
                </c:pt>
                <c:pt idx="69">
                  <c:v>1.07656862</c:v>
                </c:pt>
                <c:pt idx="70">
                  <c:v>1.04880885</c:v>
                </c:pt>
                <c:pt idx="71">
                  <c:v>1.01931349</c:v>
                </c:pt>
                <c:pt idx="72">
                  <c:v>0.98792712</c:v>
                </c:pt>
                <c:pt idx="73">
                  <c:v>0.9544632</c:v>
                </c:pt>
                <c:pt idx="74">
                  <c:v>0.91869473</c:v>
                </c:pt>
                <c:pt idx="75">
                  <c:v>0.88034084</c:v>
                </c:pt>
                <c:pt idx="76">
                  <c:v>0.83904708</c:v>
                </c:pt>
                <c:pt idx="77">
                  <c:v>0.79435508</c:v>
                </c:pt>
                <c:pt idx="78">
                  <c:v>0.74565408</c:v>
                </c:pt>
                <c:pt idx="79">
                  <c:v>0.69209826</c:v>
                </c:pt>
                <c:pt idx="80">
                  <c:v>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9895-1644-BFE8-2864618243CD}"/>
            </c:ext>
          </c:extLst>
        </c:ser>
        <c:ser>
          <c:idx val="7"/>
          <c:order val="7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Data'!$O$2:$O$82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Data'!$P$2:$P$82</c:f>
              <c:numCache>
                <c:formatCode>0</c:formatCode>
                <c:ptCount val="81"/>
                <c:pt idx="0">
                  <c:v>-0.63245553</c:v>
                </c:pt>
                <c:pt idx="1">
                  <c:v>-0.69209826</c:v>
                </c:pt>
                <c:pt idx="2">
                  <c:v>-0.74565408</c:v>
                </c:pt>
                <c:pt idx="3">
                  <c:v>-0.79435508</c:v>
                </c:pt>
                <c:pt idx="4">
                  <c:v>-0.83904708</c:v>
                </c:pt>
                <c:pt idx="5">
                  <c:v>-0.88034084</c:v>
                </c:pt>
                <c:pt idx="6">
                  <c:v>-0.91869473</c:v>
                </c:pt>
                <c:pt idx="7">
                  <c:v>-0.9544632</c:v>
                </c:pt>
                <c:pt idx="8">
                  <c:v>-0.98792712</c:v>
                </c:pt>
                <c:pt idx="9">
                  <c:v>-1.01931349</c:v>
                </c:pt>
                <c:pt idx="10">
                  <c:v>-1.04880885</c:v>
                </c:pt>
                <c:pt idx="11">
                  <c:v>-1.07656862</c:v>
                </c:pt>
                <c:pt idx="12">
                  <c:v>-1.1027239</c:v>
                </c:pt>
                <c:pt idx="13">
                  <c:v>-1.12738636</c:v>
                </c:pt>
                <c:pt idx="14">
                  <c:v>-1.15065199</c:v>
                </c:pt>
                <c:pt idx="15">
                  <c:v>-1.17260394</c:v>
                </c:pt>
                <c:pt idx="16">
                  <c:v>-1.19331471</c:v>
                </c:pt>
                <c:pt idx="17">
                  <c:v>-1.21284789</c:v>
                </c:pt>
                <c:pt idx="18">
                  <c:v>-1.23125952</c:v>
                </c:pt>
                <c:pt idx="19">
                  <c:v>-1.24859922</c:v>
                </c:pt>
                <c:pt idx="20">
                  <c:v>-1.26491106</c:v>
                </c:pt>
                <c:pt idx="21">
                  <c:v>-1.28023435</c:v>
                </c:pt>
                <c:pt idx="22">
                  <c:v>-1.29460419</c:v>
                </c:pt>
                <c:pt idx="23">
                  <c:v>-1.30805199</c:v>
                </c:pt>
                <c:pt idx="24">
                  <c:v>-1.32060592</c:v>
                </c:pt>
                <c:pt idx="25">
                  <c:v>-1.33229126</c:v>
                </c:pt>
                <c:pt idx="26">
                  <c:v>-1.34313067</c:v>
                </c:pt>
                <c:pt idx="27">
                  <c:v>-1.35314449</c:v>
                </c:pt>
                <c:pt idx="28">
                  <c:v>-1.36235091</c:v>
                </c:pt>
                <c:pt idx="29">
                  <c:v>-1.37076621</c:v>
                </c:pt>
                <c:pt idx="30">
                  <c:v>-1.37840488</c:v>
                </c:pt>
                <c:pt idx="31">
                  <c:v>-1.38527976</c:v>
                </c:pt>
                <c:pt idx="32">
                  <c:v>-1.39140217</c:v>
                </c:pt>
                <c:pt idx="33">
                  <c:v>-1.39678202</c:v>
                </c:pt>
                <c:pt idx="34">
                  <c:v>-1.40142784</c:v>
                </c:pt>
                <c:pt idx="35">
                  <c:v>-1.40534693</c:v>
                </c:pt>
                <c:pt idx="36">
                  <c:v>-1.40854535</c:v>
                </c:pt>
                <c:pt idx="37">
                  <c:v>-1.41102799</c:v>
                </c:pt>
                <c:pt idx="38">
                  <c:v>-1.41279864</c:v>
                </c:pt>
                <c:pt idx="39">
                  <c:v>-1.41385996</c:v>
                </c:pt>
                <c:pt idx="40">
                  <c:v>-1.41421356</c:v>
                </c:pt>
                <c:pt idx="41">
                  <c:v>-1.41385996</c:v>
                </c:pt>
                <c:pt idx="42">
                  <c:v>-1.41279864</c:v>
                </c:pt>
                <c:pt idx="43">
                  <c:v>-1.41102799</c:v>
                </c:pt>
                <c:pt idx="44">
                  <c:v>-1.40854535</c:v>
                </c:pt>
                <c:pt idx="45">
                  <c:v>-1.40534693</c:v>
                </c:pt>
                <c:pt idx="46">
                  <c:v>-1.40142784</c:v>
                </c:pt>
                <c:pt idx="47">
                  <c:v>-1.39678202</c:v>
                </c:pt>
                <c:pt idx="48">
                  <c:v>-1.39140217</c:v>
                </c:pt>
                <c:pt idx="49">
                  <c:v>-1.38527976</c:v>
                </c:pt>
                <c:pt idx="50">
                  <c:v>-1.37840488</c:v>
                </c:pt>
                <c:pt idx="51">
                  <c:v>-1.37076621</c:v>
                </c:pt>
                <c:pt idx="52">
                  <c:v>-1.36235091</c:v>
                </c:pt>
                <c:pt idx="53">
                  <c:v>-1.35314449</c:v>
                </c:pt>
                <c:pt idx="54">
                  <c:v>-1.34313067</c:v>
                </c:pt>
                <c:pt idx="55">
                  <c:v>-1.33229126</c:v>
                </c:pt>
                <c:pt idx="56">
                  <c:v>-1.32060592</c:v>
                </c:pt>
                <c:pt idx="57">
                  <c:v>-1.30805199</c:v>
                </c:pt>
                <c:pt idx="58">
                  <c:v>-1.29460419</c:v>
                </c:pt>
                <c:pt idx="59">
                  <c:v>-1.28023435</c:v>
                </c:pt>
                <c:pt idx="60">
                  <c:v>-1.26491106</c:v>
                </c:pt>
                <c:pt idx="61">
                  <c:v>-1.24859922</c:v>
                </c:pt>
                <c:pt idx="62">
                  <c:v>-1.23125952</c:v>
                </c:pt>
                <c:pt idx="63">
                  <c:v>-1.21284789</c:v>
                </c:pt>
                <c:pt idx="64">
                  <c:v>-1.19331471</c:v>
                </c:pt>
                <c:pt idx="65">
                  <c:v>-1.17260394</c:v>
                </c:pt>
                <c:pt idx="66">
                  <c:v>-1.15065199</c:v>
                </c:pt>
                <c:pt idx="67">
                  <c:v>-1.12738636</c:v>
                </c:pt>
                <c:pt idx="68">
                  <c:v>-1.1027239</c:v>
                </c:pt>
                <c:pt idx="69">
                  <c:v>-1.07656862</c:v>
                </c:pt>
                <c:pt idx="70">
                  <c:v>-1.04880885</c:v>
                </c:pt>
                <c:pt idx="71">
                  <c:v>-1.01931349</c:v>
                </c:pt>
                <c:pt idx="72">
                  <c:v>-0.98792712</c:v>
                </c:pt>
                <c:pt idx="73">
                  <c:v>-0.9544632</c:v>
                </c:pt>
                <c:pt idx="74">
                  <c:v>-0.91869473</c:v>
                </c:pt>
                <c:pt idx="75">
                  <c:v>-0.88034084</c:v>
                </c:pt>
                <c:pt idx="76">
                  <c:v>-0.83904708</c:v>
                </c:pt>
                <c:pt idx="77">
                  <c:v>-0.79435508</c:v>
                </c:pt>
                <c:pt idx="78">
                  <c:v>-0.74565408</c:v>
                </c:pt>
                <c:pt idx="79">
                  <c:v>-0.69209826</c:v>
                </c:pt>
                <c:pt idx="80">
                  <c:v>-0.63245553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9895-1644-BFE8-2864618243CD}"/>
            </c:ext>
          </c:extLst>
        </c:ser>
        <c:ser>
          <c:idx val="8"/>
          <c:order val="8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Data'!$Q$2:$Q$82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Data'!$R$2:$R$82</c:f>
              <c:numCache>
                <c:formatCode>0</c:formatCode>
                <c:ptCount val="81"/>
                <c:pt idx="0">
                  <c:v>1.12915898</c:v>
                </c:pt>
                <c:pt idx="1">
                  <c:v>1.16361506</c:v>
                </c:pt>
                <c:pt idx="2">
                  <c:v>1.19624412</c:v>
                </c:pt>
                <c:pt idx="3">
                  <c:v>1.22719192</c:v>
                </c:pt>
                <c:pt idx="4">
                  <c:v>1.25658267</c:v>
                </c:pt>
                <c:pt idx="5">
                  <c:v>1.28452326</c:v>
                </c:pt>
                <c:pt idx="6">
                  <c:v>1.3111064</c:v>
                </c:pt>
                <c:pt idx="7">
                  <c:v>1.33641311</c:v>
                </c:pt>
                <c:pt idx="8">
                  <c:v>1.36051461</c:v>
                </c:pt>
                <c:pt idx="9">
                  <c:v>1.38347389</c:v>
                </c:pt>
                <c:pt idx="10">
                  <c:v>1.40534693</c:v>
                </c:pt>
                <c:pt idx="11">
                  <c:v>1.42618372</c:v>
                </c:pt>
                <c:pt idx="12">
                  <c:v>1.44602905</c:v>
                </c:pt>
                <c:pt idx="13">
                  <c:v>1.46492321</c:v>
                </c:pt>
                <c:pt idx="14">
                  <c:v>1.48290256</c:v>
                </c:pt>
                <c:pt idx="15">
                  <c:v>1.5</c:v>
                </c:pt>
                <c:pt idx="16">
                  <c:v>1.51624536</c:v>
                </c:pt>
                <c:pt idx="17">
                  <c:v>1.53166576</c:v>
                </c:pt>
                <c:pt idx="18">
                  <c:v>1.54628587</c:v>
                </c:pt>
                <c:pt idx="19">
                  <c:v>1.5601282</c:v>
                </c:pt>
                <c:pt idx="20">
                  <c:v>1.57321327</c:v>
                </c:pt>
                <c:pt idx="21">
                  <c:v>1.58555984</c:v>
                </c:pt>
                <c:pt idx="22">
                  <c:v>1.59718502</c:v>
                </c:pt>
                <c:pt idx="23">
                  <c:v>1.60810447</c:v>
                </c:pt>
                <c:pt idx="24">
                  <c:v>1.61833248</c:v>
                </c:pt>
                <c:pt idx="25">
                  <c:v>1.62788206</c:v>
                </c:pt>
                <c:pt idx="26">
                  <c:v>1.6367651</c:v>
                </c:pt>
                <c:pt idx="27">
                  <c:v>1.6449924</c:v>
                </c:pt>
                <c:pt idx="28">
                  <c:v>1.65257375</c:v>
                </c:pt>
                <c:pt idx="29">
                  <c:v>1.659518</c:v>
                </c:pt>
                <c:pt idx="30">
                  <c:v>1.66583312</c:v>
                </c:pt>
                <c:pt idx="31">
                  <c:v>1.67152625</c:v>
                </c:pt>
                <c:pt idx="32">
                  <c:v>1.67660371</c:v>
                </c:pt>
                <c:pt idx="33">
                  <c:v>1.68107109</c:v>
                </c:pt>
                <c:pt idx="34">
                  <c:v>1.68493323</c:v>
                </c:pt>
                <c:pt idx="35">
                  <c:v>1.6881943</c:v>
                </c:pt>
                <c:pt idx="36">
                  <c:v>1.69085777</c:v>
                </c:pt>
                <c:pt idx="37">
                  <c:v>1.69292646</c:v>
                </c:pt>
                <c:pt idx="38">
                  <c:v>1.69440255</c:v>
                </c:pt>
                <c:pt idx="39">
                  <c:v>1.69528759</c:v>
                </c:pt>
                <c:pt idx="40">
                  <c:v>1.6955825</c:v>
                </c:pt>
                <c:pt idx="41">
                  <c:v>1.69528759</c:v>
                </c:pt>
                <c:pt idx="42">
                  <c:v>1.69440255</c:v>
                </c:pt>
                <c:pt idx="43">
                  <c:v>1.69292646</c:v>
                </c:pt>
                <c:pt idx="44">
                  <c:v>1.69085777</c:v>
                </c:pt>
                <c:pt idx="45">
                  <c:v>1.6881943</c:v>
                </c:pt>
                <c:pt idx="46">
                  <c:v>1.68493323</c:v>
                </c:pt>
                <c:pt idx="47">
                  <c:v>1.68107109</c:v>
                </c:pt>
                <c:pt idx="48">
                  <c:v>1.67660371</c:v>
                </c:pt>
                <c:pt idx="49">
                  <c:v>1.67152625</c:v>
                </c:pt>
                <c:pt idx="50">
                  <c:v>1.66583312</c:v>
                </c:pt>
                <c:pt idx="51">
                  <c:v>1.659518</c:v>
                </c:pt>
                <c:pt idx="52">
                  <c:v>1.65257375</c:v>
                </c:pt>
                <c:pt idx="53">
                  <c:v>1.6449924</c:v>
                </c:pt>
                <c:pt idx="54">
                  <c:v>1.6367651</c:v>
                </c:pt>
                <c:pt idx="55">
                  <c:v>1.62788206</c:v>
                </c:pt>
                <c:pt idx="56">
                  <c:v>1.61833248</c:v>
                </c:pt>
                <c:pt idx="57">
                  <c:v>1.60810447</c:v>
                </c:pt>
                <c:pt idx="58">
                  <c:v>1.59718502</c:v>
                </c:pt>
                <c:pt idx="59">
                  <c:v>1.58555984</c:v>
                </c:pt>
                <c:pt idx="60">
                  <c:v>1.57321327</c:v>
                </c:pt>
                <c:pt idx="61">
                  <c:v>1.5601282</c:v>
                </c:pt>
                <c:pt idx="62">
                  <c:v>1.54628587</c:v>
                </c:pt>
                <c:pt idx="63">
                  <c:v>1.53166576</c:v>
                </c:pt>
                <c:pt idx="64">
                  <c:v>1.51624536</c:v>
                </c:pt>
                <c:pt idx="65">
                  <c:v>1.5</c:v>
                </c:pt>
                <c:pt idx="66">
                  <c:v>1.48290256</c:v>
                </c:pt>
                <c:pt idx="67">
                  <c:v>1.46492321</c:v>
                </c:pt>
                <c:pt idx="68">
                  <c:v>1.44602905</c:v>
                </c:pt>
                <c:pt idx="69">
                  <c:v>1.42618372</c:v>
                </c:pt>
                <c:pt idx="70">
                  <c:v>1.40534693</c:v>
                </c:pt>
                <c:pt idx="71">
                  <c:v>1.38347389</c:v>
                </c:pt>
                <c:pt idx="72">
                  <c:v>1.36051461</c:v>
                </c:pt>
                <c:pt idx="73">
                  <c:v>1.33641311</c:v>
                </c:pt>
                <c:pt idx="74">
                  <c:v>1.3111064</c:v>
                </c:pt>
                <c:pt idx="75">
                  <c:v>1.28452326</c:v>
                </c:pt>
                <c:pt idx="76">
                  <c:v>1.25658267</c:v>
                </c:pt>
                <c:pt idx="77">
                  <c:v>1.22719192</c:v>
                </c:pt>
                <c:pt idx="78">
                  <c:v>1.19624412</c:v>
                </c:pt>
                <c:pt idx="79">
                  <c:v>1.16361506</c:v>
                </c:pt>
                <c:pt idx="80">
                  <c:v>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9895-1644-BFE8-2864618243CD}"/>
            </c:ext>
          </c:extLst>
        </c:ser>
        <c:ser>
          <c:idx val="9"/>
          <c:order val="9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Data'!$S$2:$S$82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Data'!$T$2:$T$82</c:f>
              <c:numCache>
                <c:formatCode>0</c:formatCode>
                <c:ptCount val="81"/>
                <c:pt idx="0">
                  <c:v>-1.12915898</c:v>
                </c:pt>
                <c:pt idx="1">
                  <c:v>-1.16361506</c:v>
                </c:pt>
                <c:pt idx="2">
                  <c:v>-1.19624412</c:v>
                </c:pt>
                <c:pt idx="3">
                  <c:v>-1.22719192</c:v>
                </c:pt>
                <c:pt idx="4">
                  <c:v>-1.25658267</c:v>
                </c:pt>
                <c:pt idx="5">
                  <c:v>-1.28452326</c:v>
                </c:pt>
                <c:pt idx="6">
                  <c:v>-1.3111064</c:v>
                </c:pt>
                <c:pt idx="7">
                  <c:v>-1.33641311</c:v>
                </c:pt>
                <c:pt idx="8">
                  <c:v>-1.36051461</c:v>
                </c:pt>
                <c:pt idx="9">
                  <c:v>-1.38347389</c:v>
                </c:pt>
                <c:pt idx="10">
                  <c:v>-1.40534693</c:v>
                </c:pt>
                <c:pt idx="11">
                  <c:v>-1.42618372</c:v>
                </c:pt>
                <c:pt idx="12">
                  <c:v>-1.44602905</c:v>
                </c:pt>
                <c:pt idx="13">
                  <c:v>-1.46492321</c:v>
                </c:pt>
                <c:pt idx="14">
                  <c:v>-1.48290256</c:v>
                </c:pt>
                <c:pt idx="15">
                  <c:v>-1.5</c:v>
                </c:pt>
                <c:pt idx="16">
                  <c:v>-1.51624536</c:v>
                </c:pt>
                <c:pt idx="17">
                  <c:v>-1.53166576</c:v>
                </c:pt>
                <c:pt idx="18">
                  <c:v>-1.54628587</c:v>
                </c:pt>
                <c:pt idx="19">
                  <c:v>-1.5601282</c:v>
                </c:pt>
                <c:pt idx="20">
                  <c:v>-1.57321327</c:v>
                </c:pt>
                <c:pt idx="21">
                  <c:v>-1.58555984</c:v>
                </c:pt>
                <c:pt idx="22">
                  <c:v>-1.59718502</c:v>
                </c:pt>
                <c:pt idx="23">
                  <c:v>-1.60810447</c:v>
                </c:pt>
                <c:pt idx="24">
                  <c:v>-1.61833248</c:v>
                </c:pt>
                <c:pt idx="25">
                  <c:v>-1.62788206</c:v>
                </c:pt>
                <c:pt idx="26">
                  <c:v>-1.6367651</c:v>
                </c:pt>
                <c:pt idx="27">
                  <c:v>-1.6449924</c:v>
                </c:pt>
                <c:pt idx="28">
                  <c:v>-1.65257375</c:v>
                </c:pt>
                <c:pt idx="29">
                  <c:v>-1.659518</c:v>
                </c:pt>
                <c:pt idx="30">
                  <c:v>-1.66583312</c:v>
                </c:pt>
                <c:pt idx="31">
                  <c:v>-1.67152625</c:v>
                </c:pt>
                <c:pt idx="32">
                  <c:v>-1.67660371</c:v>
                </c:pt>
                <c:pt idx="33">
                  <c:v>-1.68107109</c:v>
                </c:pt>
                <c:pt idx="34">
                  <c:v>-1.68493323</c:v>
                </c:pt>
                <c:pt idx="35">
                  <c:v>-1.6881943</c:v>
                </c:pt>
                <c:pt idx="36">
                  <c:v>-1.69085777</c:v>
                </c:pt>
                <c:pt idx="37">
                  <c:v>-1.69292646</c:v>
                </c:pt>
                <c:pt idx="38">
                  <c:v>-1.69440255</c:v>
                </c:pt>
                <c:pt idx="39">
                  <c:v>-1.69528759</c:v>
                </c:pt>
                <c:pt idx="40">
                  <c:v>-1.6955825</c:v>
                </c:pt>
                <c:pt idx="41">
                  <c:v>-1.69528759</c:v>
                </c:pt>
                <c:pt idx="42">
                  <c:v>-1.69440255</c:v>
                </c:pt>
                <c:pt idx="43">
                  <c:v>-1.69292646</c:v>
                </c:pt>
                <c:pt idx="44">
                  <c:v>-1.69085777</c:v>
                </c:pt>
                <c:pt idx="45">
                  <c:v>-1.6881943</c:v>
                </c:pt>
                <c:pt idx="46">
                  <c:v>-1.68493323</c:v>
                </c:pt>
                <c:pt idx="47">
                  <c:v>-1.68107109</c:v>
                </c:pt>
                <c:pt idx="48">
                  <c:v>-1.67660371</c:v>
                </c:pt>
                <c:pt idx="49">
                  <c:v>-1.67152625</c:v>
                </c:pt>
                <c:pt idx="50">
                  <c:v>-1.66583312</c:v>
                </c:pt>
                <c:pt idx="51">
                  <c:v>-1.659518</c:v>
                </c:pt>
                <c:pt idx="52">
                  <c:v>-1.65257375</c:v>
                </c:pt>
                <c:pt idx="53">
                  <c:v>-1.6449924</c:v>
                </c:pt>
                <c:pt idx="54">
                  <c:v>-1.6367651</c:v>
                </c:pt>
                <c:pt idx="55">
                  <c:v>-1.62788206</c:v>
                </c:pt>
                <c:pt idx="56">
                  <c:v>-1.61833248</c:v>
                </c:pt>
                <c:pt idx="57">
                  <c:v>-1.60810447</c:v>
                </c:pt>
                <c:pt idx="58">
                  <c:v>-1.59718502</c:v>
                </c:pt>
                <c:pt idx="59">
                  <c:v>-1.58555984</c:v>
                </c:pt>
                <c:pt idx="60">
                  <c:v>-1.57321327</c:v>
                </c:pt>
                <c:pt idx="61">
                  <c:v>-1.5601282</c:v>
                </c:pt>
                <c:pt idx="62">
                  <c:v>-1.54628587</c:v>
                </c:pt>
                <c:pt idx="63">
                  <c:v>-1.53166576</c:v>
                </c:pt>
                <c:pt idx="64">
                  <c:v>-1.51624536</c:v>
                </c:pt>
                <c:pt idx="65">
                  <c:v>-1.5</c:v>
                </c:pt>
                <c:pt idx="66">
                  <c:v>-1.48290256</c:v>
                </c:pt>
                <c:pt idx="67">
                  <c:v>-1.46492321</c:v>
                </c:pt>
                <c:pt idx="68">
                  <c:v>-1.44602905</c:v>
                </c:pt>
                <c:pt idx="69">
                  <c:v>-1.42618372</c:v>
                </c:pt>
                <c:pt idx="70">
                  <c:v>-1.40534693</c:v>
                </c:pt>
                <c:pt idx="71">
                  <c:v>-1.38347389</c:v>
                </c:pt>
                <c:pt idx="72">
                  <c:v>-1.36051461</c:v>
                </c:pt>
                <c:pt idx="73">
                  <c:v>-1.33641311</c:v>
                </c:pt>
                <c:pt idx="74">
                  <c:v>-1.3111064</c:v>
                </c:pt>
                <c:pt idx="75">
                  <c:v>-1.28452326</c:v>
                </c:pt>
                <c:pt idx="76">
                  <c:v>-1.25658267</c:v>
                </c:pt>
                <c:pt idx="77">
                  <c:v>-1.22719192</c:v>
                </c:pt>
                <c:pt idx="78">
                  <c:v>-1.19624412</c:v>
                </c:pt>
                <c:pt idx="79">
                  <c:v>-1.16361506</c:v>
                </c:pt>
                <c:pt idx="80">
                  <c:v>-1.12915898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9895-1644-BFE8-2864618243CD}"/>
            </c:ext>
          </c:extLst>
        </c:ser>
        <c:ser>
          <c:idx val="10"/>
          <c:order val="10"/>
          <c:tx>
            <c:v>GD</c:v>
          </c:tx>
          <c:spPr>
            <a:ln w="28575">
              <a:solidFill>
                <a:srgbClr val="102D69"/>
              </a:solidFill>
            </a:ln>
          </c:spPr>
          <c:marker>
            <c:symbol val="circle"/>
            <c:size val="7"/>
            <c:spPr>
              <a:solidFill>
                <a:srgbClr val="102D69"/>
              </a:solidFill>
            </c:spPr>
          </c:marker>
          <c:xVal>
            <c:numRef>
              <c:f>'Chart Data'!$U$2:$U$14</c:f>
              <c:numCache>
                <c:formatCode>General</c:formatCode>
                <c:ptCount val="13"/>
                <c:pt idx="0">
                  <c:v>-2.5</c:v>
                </c:pt>
                <c:pt idx="1">
                  <c:v>-2.075</c:v>
                </c:pt>
                <c:pt idx="2">
                  <c:v>-1.72225</c:v>
                </c:pt>
                <c:pt idx="3">
                  <c:v>-1.4294675</c:v>
                </c:pt>
                <c:pt idx="4">
                  <c:v>-1.18645802</c:v>
                </c:pt>
                <c:pt idx="5">
                  <c:v>-0.98476016</c:v>
                </c:pt>
                <c:pt idx="6">
                  <c:v>-0.81735093</c:v>
                </c:pt>
                <c:pt idx="7">
                  <c:v>-0.67840127</c:v>
                </c:pt>
                <c:pt idx="8">
                  <c:v>-0.56307306</c:v>
                </c:pt>
                <c:pt idx="9">
                  <c:v>-0.46735064</c:v>
                </c:pt>
                <c:pt idx="10">
                  <c:v>-0.38790103</c:v>
                </c:pt>
                <c:pt idx="11">
                  <c:v>-0.32195785</c:v>
                </c:pt>
                <c:pt idx="12">
                  <c:v>-0.26722502</c:v>
                </c:pt>
              </c:numCache>
            </c:numRef>
          </c:xVal>
          <c:yVal>
            <c:numRef>
              <c:f>'Chart Data'!$V$2:$V$14</c:f>
              <c:numCache>
                <c:formatCode>0</c:formatCode>
                <c:ptCount val="13"/>
                <c:pt idx="0">
                  <c:v>1.5</c:v>
                </c:pt>
                <c:pt idx="1">
                  <c:v>-1.05</c:v>
                </c:pt>
                <c:pt idx="2">
                  <c:v>0.735</c:v>
                </c:pt>
                <c:pt idx="3">
                  <c:v>-0.5145</c:v>
                </c:pt>
                <c:pt idx="4">
                  <c:v>0.36015</c:v>
                </c:pt>
                <c:pt idx="5">
                  <c:v>-0.252105</c:v>
                </c:pt>
                <c:pt idx="6">
                  <c:v>0.1764735</c:v>
                </c:pt>
                <c:pt idx="7">
                  <c:v>-0.12353145</c:v>
                </c:pt>
                <c:pt idx="8">
                  <c:v>0.08647202</c:v>
                </c:pt>
                <c:pt idx="9">
                  <c:v>-0.06053041</c:v>
                </c:pt>
                <c:pt idx="10">
                  <c:v>0.04237129</c:v>
                </c:pt>
                <c:pt idx="11">
                  <c:v>-0.0296599</c:v>
                </c:pt>
                <c:pt idx="12">
                  <c:v>0.02076193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9895-1644-BFE8-2864618243CD}"/>
            </c:ext>
          </c:extLst>
        </c:ser>
        <c:ser>
          <c:idx val="11"/>
          <c:order val="11"/>
          <c:tx>
            <c:v>Старт</c:v>
          </c:tx>
          <c:spPr>
            <a:solidFill>
              <a:srgbClr val="202020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02020"/>
              </a:solidFill>
              <a:ln w="19050">
                <a:solidFill>
                  <a:srgbClr val="202020"/>
                </a:solidFill>
              </a:ln>
            </c:spPr>
          </c:marker>
          <c:xVal>
            <c:numRef>
              <c:f>'Chart Data'!$W$2:$W$2</c:f>
              <c:numCache>
                <c:formatCode>General</c:formatCode>
                <c:ptCount val="1"/>
                <c:pt idx="0">
                  <c:v>-2.5</c:v>
                </c:pt>
              </c:numCache>
            </c:numRef>
          </c:xVal>
          <c:yVal>
            <c:numRef>
              <c:f>'Chart Data'!$X$2:$X$2</c:f>
              <c:numCache>
                <c:formatCode>0</c:formatCode>
                <c:ptCount val="1"/>
                <c:pt idx="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9895-1644-BFE8-2864618243CD}"/>
            </c:ext>
          </c:extLst>
        </c:ser>
        <c:ser>
          <c:idx val="12"/>
          <c:order val="12"/>
          <c:tx>
            <c:v>Минимум</c:v>
          </c:tx>
          <c:spPr>
            <a:solidFill>
              <a:srgbClr val="2F8B64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F8B64"/>
              </a:solidFill>
              <a:ln w="19050">
                <a:solidFill>
                  <a:srgbClr val="2F8B64"/>
                </a:solidFill>
              </a:ln>
            </c:spPr>
          </c:marker>
          <c:xVal>
            <c:numRef>
              <c:f>'Chart Data'!$Y$2:$Y$2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Data'!$Z$2:$Z$2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9895-1644-BFE8-286461824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w₂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w₁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Data'!$A$2:$A$98</c:f>
              <c:numCache>
                <c:formatCode>General</c:formatCode>
                <c:ptCount val="97"/>
                <c:pt idx="0">
                  <c:v>0.63245553</c:v>
                </c:pt>
                <c:pt idx="1">
                  <c:v>0.6311014</c:v>
                </c:pt>
                <c:pt idx="2">
                  <c:v>0.62704479</c:v>
                </c:pt>
                <c:pt idx="3">
                  <c:v>0.62030308</c:v>
                </c:pt>
                <c:pt idx="4">
                  <c:v>0.61090513</c:v>
                </c:pt>
                <c:pt idx="5">
                  <c:v>0.5988912</c:v>
                </c:pt>
                <c:pt idx="6">
                  <c:v>0.58431272</c:v>
                </c:pt>
                <c:pt idx="7">
                  <c:v>0.56723213</c:v>
                </c:pt>
                <c:pt idx="8">
                  <c:v>0.54772256</c:v>
                </c:pt>
                <c:pt idx="9">
                  <c:v>0.52586756</c:v>
                </c:pt>
                <c:pt idx="10">
                  <c:v>0.50176071</c:v>
                </c:pt>
                <c:pt idx="11">
                  <c:v>0.47550525</c:v>
                </c:pt>
                <c:pt idx="12">
                  <c:v>0.4472136</c:v>
                </c:pt>
                <c:pt idx="13">
                  <c:v>0.41700691</c:v>
                </c:pt>
                <c:pt idx="14">
                  <c:v>0.38501453</c:v>
                </c:pt>
                <c:pt idx="15">
                  <c:v>0.35137347</c:v>
                </c:pt>
                <c:pt idx="16">
                  <c:v>0.31622777</c:v>
                </c:pt>
                <c:pt idx="17">
                  <c:v>0.27972793</c:v>
                </c:pt>
                <c:pt idx="18">
                  <c:v>0.24203025</c:v>
                </c:pt>
                <c:pt idx="19">
                  <c:v>0.20329617</c:v>
                </c:pt>
                <c:pt idx="20">
                  <c:v>0.16369154</c:v>
                </c:pt>
                <c:pt idx="21">
                  <c:v>0.12338595</c:v>
                </c:pt>
                <c:pt idx="22">
                  <c:v>0.08255201</c:v>
                </c:pt>
                <c:pt idx="23">
                  <c:v>0.04136457</c:v>
                </c:pt>
                <c:pt idx="24">
                  <c:v>0</c:v>
                </c:pt>
                <c:pt idx="25">
                  <c:v>-0.04136457</c:v>
                </c:pt>
                <c:pt idx="26">
                  <c:v>-0.08255201</c:v>
                </c:pt>
                <c:pt idx="27">
                  <c:v>-0.12338595</c:v>
                </c:pt>
                <c:pt idx="28">
                  <c:v>-0.16369154</c:v>
                </c:pt>
                <c:pt idx="29">
                  <c:v>-0.20329617</c:v>
                </c:pt>
                <c:pt idx="30">
                  <c:v>-0.24203025</c:v>
                </c:pt>
                <c:pt idx="31">
                  <c:v>-0.27972793</c:v>
                </c:pt>
                <c:pt idx="32">
                  <c:v>-0.31622777</c:v>
                </c:pt>
                <c:pt idx="33">
                  <c:v>-0.35137347</c:v>
                </c:pt>
                <c:pt idx="34">
                  <c:v>-0.38501453</c:v>
                </c:pt>
                <c:pt idx="35">
                  <c:v>-0.41700691</c:v>
                </c:pt>
                <c:pt idx="36">
                  <c:v>-0.4472136</c:v>
                </c:pt>
                <c:pt idx="37">
                  <c:v>-0.47550525</c:v>
                </c:pt>
                <c:pt idx="38">
                  <c:v>-0.50176071</c:v>
                </c:pt>
                <c:pt idx="39">
                  <c:v>-0.52586756</c:v>
                </c:pt>
                <c:pt idx="40">
                  <c:v>-0.54772256</c:v>
                </c:pt>
                <c:pt idx="41">
                  <c:v>-0.56723213</c:v>
                </c:pt>
                <c:pt idx="42">
                  <c:v>-0.58431272</c:v>
                </c:pt>
                <c:pt idx="43">
                  <c:v>-0.5988912</c:v>
                </c:pt>
                <c:pt idx="44">
                  <c:v>-0.61090513</c:v>
                </c:pt>
                <c:pt idx="45">
                  <c:v>-0.62030308</c:v>
                </c:pt>
                <c:pt idx="46">
                  <c:v>-0.62704479</c:v>
                </c:pt>
                <c:pt idx="47">
                  <c:v>-0.6311014</c:v>
                </c:pt>
                <c:pt idx="48">
                  <c:v>-0.63245553</c:v>
                </c:pt>
                <c:pt idx="49">
                  <c:v>-0.6311014</c:v>
                </c:pt>
                <c:pt idx="50">
                  <c:v>-0.62704479</c:v>
                </c:pt>
                <c:pt idx="51">
                  <c:v>-0.62030308</c:v>
                </c:pt>
                <c:pt idx="52">
                  <c:v>-0.61090513</c:v>
                </c:pt>
                <c:pt idx="53">
                  <c:v>-0.5988912</c:v>
                </c:pt>
                <c:pt idx="54">
                  <c:v>-0.58431272</c:v>
                </c:pt>
                <c:pt idx="55">
                  <c:v>-0.56723213</c:v>
                </c:pt>
                <c:pt idx="56">
                  <c:v>-0.54772256</c:v>
                </c:pt>
                <c:pt idx="57">
                  <c:v>-0.52586756</c:v>
                </c:pt>
                <c:pt idx="58">
                  <c:v>-0.50176071</c:v>
                </c:pt>
                <c:pt idx="59">
                  <c:v>-0.47550525</c:v>
                </c:pt>
                <c:pt idx="60">
                  <c:v>-0.4472136</c:v>
                </c:pt>
                <c:pt idx="61">
                  <c:v>-0.41700691</c:v>
                </c:pt>
                <c:pt idx="62">
                  <c:v>-0.38501453</c:v>
                </c:pt>
                <c:pt idx="63">
                  <c:v>-0.35137347</c:v>
                </c:pt>
                <c:pt idx="64">
                  <c:v>-0.31622777</c:v>
                </c:pt>
                <c:pt idx="65">
                  <c:v>-0.27972793</c:v>
                </c:pt>
                <c:pt idx="66">
                  <c:v>-0.24203025</c:v>
                </c:pt>
                <c:pt idx="67">
                  <c:v>-0.20329617</c:v>
                </c:pt>
                <c:pt idx="68">
                  <c:v>-0.16369154</c:v>
                </c:pt>
                <c:pt idx="69">
                  <c:v>-0.12338595</c:v>
                </c:pt>
                <c:pt idx="70">
                  <c:v>-0.08255201</c:v>
                </c:pt>
                <c:pt idx="71">
                  <c:v>-0.04136457</c:v>
                </c:pt>
                <c:pt idx="72">
                  <c:v>-0</c:v>
                </c:pt>
                <c:pt idx="73">
                  <c:v>0.04136457</c:v>
                </c:pt>
                <c:pt idx="74">
                  <c:v>0.08255201</c:v>
                </c:pt>
                <c:pt idx="75">
                  <c:v>0.12338595</c:v>
                </c:pt>
                <c:pt idx="76">
                  <c:v>0.16369154</c:v>
                </c:pt>
                <c:pt idx="77">
                  <c:v>0.20329617</c:v>
                </c:pt>
                <c:pt idx="78">
                  <c:v>0.24203025</c:v>
                </c:pt>
                <c:pt idx="79">
                  <c:v>0.27972793</c:v>
                </c:pt>
                <c:pt idx="80">
                  <c:v>0.31622777</c:v>
                </c:pt>
                <c:pt idx="81">
                  <c:v>0.35137347</c:v>
                </c:pt>
                <c:pt idx="82">
                  <c:v>0.38501453</c:v>
                </c:pt>
                <c:pt idx="83">
                  <c:v>0.41700691</c:v>
                </c:pt>
                <c:pt idx="84">
                  <c:v>0.4472136</c:v>
                </c:pt>
                <c:pt idx="85">
                  <c:v>0.47550525</c:v>
                </c:pt>
                <c:pt idx="86">
                  <c:v>0.50176071</c:v>
                </c:pt>
                <c:pt idx="87">
                  <c:v>0.52586756</c:v>
                </c:pt>
                <c:pt idx="88">
                  <c:v>0.54772256</c:v>
                </c:pt>
                <c:pt idx="89">
                  <c:v>0.56723213</c:v>
                </c:pt>
                <c:pt idx="90">
                  <c:v>0.58431272</c:v>
                </c:pt>
                <c:pt idx="91">
                  <c:v>0.5988912</c:v>
                </c:pt>
                <c:pt idx="92">
                  <c:v>0.61090513</c:v>
                </c:pt>
                <c:pt idx="93">
                  <c:v>0.62030308</c:v>
                </c:pt>
                <c:pt idx="94">
                  <c:v>0.62704479</c:v>
                </c:pt>
                <c:pt idx="95">
                  <c:v>0.6311014</c:v>
                </c:pt>
                <c:pt idx="96">
                  <c:v>0.63245553</c:v>
                </c:pt>
              </c:numCache>
            </c:numRef>
          </c:xVal>
          <c:yVal>
            <c:numRef>
              <c:f>'Chart Data'!$B$2:$B$98</c:f>
              <c:numCache>
                <c:formatCode>0</c:formatCode>
                <c:ptCount val="97"/>
                <c:pt idx="0">
                  <c:v>0</c:v>
                </c:pt>
                <c:pt idx="1">
                  <c:v>0.01308063</c:v>
                </c:pt>
                <c:pt idx="2">
                  <c:v>0.02610524</c:v>
                </c:pt>
                <c:pt idx="3">
                  <c:v>0.03901806</c:v>
                </c:pt>
                <c:pt idx="4">
                  <c:v>0.05176381</c:v>
                </c:pt>
                <c:pt idx="5">
                  <c:v>0.06428789</c:v>
                </c:pt>
                <c:pt idx="6">
                  <c:v>0.07653669</c:v>
                </c:pt>
                <c:pt idx="7">
                  <c:v>0.08845774</c:v>
                </c:pt>
                <c:pt idx="8">
                  <c:v>0.1</c:v>
                </c:pt>
                <c:pt idx="9">
                  <c:v>0.11111405</c:v>
                </c:pt>
                <c:pt idx="10">
                  <c:v>0.12175229</c:v>
                </c:pt>
                <c:pt idx="11">
                  <c:v>0.13186916</c:v>
                </c:pt>
                <c:pt idx="12">
                  <c:v>0.14142136</c:v>
                </c:pt>
                <c:pt idx="13">
                  <c:v>0.15036796</c:v>
                </c:pt>
                <c:pt idx="14">
                  <c:v>0.15867067</c:v>
                </c:pt>
                <c:pt idx="15">
                  <c:v>0.16629392</c:v>
                </c:pt>
                <c:pt idx="16">
                  <c:v>0.17320508</c:v>
                </c:pt>
                <c:pt idx="17">
                  <c:v>0.17937455</c:v>
                </c:pt>
                <c:pt idx="18">
                  <c:v>0.18477591</c:v>
                </c:pt>
                <c:pt idx="19">
                  <c:v>0.18938603</c:v>
                </c:pt>
                <c:pt idx="20">
                  <c:v>0.19318517</c:v>
                </c:pt>
                <c:pt idx="21">
                  <c:v>0.19615706</c:v>
                </c:pt>
                <c:pt idx="22">
                  <c:v>0.19828897</c:v>
                </c:pt>
                <c:pt idx="23">
                  <c:v>0.19957178</c:v>
                </c:pt>
                <c:pt idx="24">
                  <c:v>0.2</c:v>
                </c:pt>
                <c:pt idx="25">
                  <c:v>0.19957178</c:v>
                </c:pt>
                <c:pt idx="26">
                  <c:v>0.19828897</c:v>
                </c:pt>
                <c:pt idx="27">
                  <c:v>0.19615706</c:v>
                </c:pt>
                <c:pt idx="28">
                  <c:v>0.19318517</c:v>
                </c:pt>
                <c:pt idx="29">
                  <c:v>0.18938603</c:v>
                </c:pt>
                <c:pt idx="30">
                  <c:v>0.18477591</c:v>
                </c:pt>
                <c:pt idx="31">
                  <c:v>0.17937455</c:v>
                </c:pt>
                <c:pt idx="32">
                  <c:v>0.17320508</c:v>
                </c:pt>
                <c:pt idx="33">
                  <c:v>0.16629392</c:v>
                </c:pt>
                <c:pt idx="34">
                  <c:v>0.15867067</c:v>
                </c:pt>
                <c:pt idx="35">
                  <c:v>0.15036796</c:v>
                </c:pt>
                <c:pt idx="36">
                  <c:v>0.14142136</c:v>
                </c:pt>
                <c:pt idx="37">
                  <c:v>0.13186916</c:v>
                </c:pt>
                <c:pt idx="38">
                  <c:v>0.12175229</c:v>
                </c:pt>
                <c:pt idx="39">
                  <c:v>0.11111405</c:v>
                </c:pt>
                <c:pt idx="40">
                  <c:v>0.1</c:v>
                </c:pt>
                <c:pt idx="41">
                  <c:v>0.08845774</c:v>
                </c:pt>
                <c:pt idx="42">
                  <c:v>0.07653669</c:v>
                </c:pt>
                <c:pt idx="43">
                  <c:v>0.06428789</c:v>
                </c:pt>
                <c:pt idx="44">
                  <c:v>0.05176381</c:v>
                </c:pt>
                <c:pt idx="45">
                  <c:v>0.03901806</c:v>
                </c:pt>
                <c:pt idx="46">
                  <c:v>0.02610524</c:v>
                </c:pt>
                <c:pt idx="47">
                  <c:v>0.01308063</c:v>
                </c:pt>
                <c:pt idx="48">
                  <c:v>0</c:v>
                </c:pt>
                <c:pt idx="49">
                  <c:v>-0.01308063</c:v>
                </c:pt>
                <c:pt idx="50">
                  <c:v>-0.02610524</c:v>
                </c:pt>
                <c:pt idx="51">
                  <c:v>-0.03901806</c:v>
                </c:pt>
                <c:pt idx="52">
                  <c:v>-0.05176381</c:v>
                </c:pt>
                <c:pt idx="53">
                  <c:v>-0.06428789</c:v>
                </c:pt>
                <c:pt idx="54">
                  <c:v>-0.07653669</c:v>
                </c:pt>
                <c:pt idx="55">
                  <c:v>-0.08845774</c:v>
                </c:pt>
                <c:pt idx="56">
                  <c:v>-0.1</c:v>
                </c:pt>
                <c:pt idx="57">
                  <c:v>-0.11111405</c:v>
                </c:pt>
                <c:pt idx="58">
                  <c:v>-0.12175229</c:v>
                </c:pt>
                <c:pt idx="59">
                  <c:v>-0.13186916</c:v>
                </c:pt>
                <c:pt idx="60">
                  <c:v>-0.14142136</c:v>
                </c:pt>
                <c:pt idx="61">
                  <c:v>-0.15036796</c:v>
                </c:pt>
                <c:pt idx="62">
                  <c:v>-0.15867067</c:v>
                </c:pt>
                <c:pt idx="63">
                  <c:v>-0.16629392</c:v>
                </c:pt>
                <c:pt idx="64">
                  <c:v>-0.17320508</c:v>
                </c:pt>
                <c:pt idx="65">
                  <c:v>-0.17937455</c:v>
                </c:pt>
                <c:pt idx="66">
                  <c:v>-0.18477591</c:v>
                </c:pt>
                <c:pt idx="67">
                  <c:v>-0.18938603</c:v>
                </c:pt>
                <c:pt idx="68">
                  <c:v>-0.19318517</c:v>
                </c:pt>
                <c:pt idx="69">
                  <c:v>-0.19615706</c:v>
                </c:pt>
                <c:pt idx="70">
                  <c:v>-0.19828897</c:v>
                </c:pt>
                <c:pt idx="71">
                  <c:v>-0.19957178</c:v>
                </c:pt>
                <c:pt idx="72">
                  <c:v>-0.2</c:v>
                </c:pt>
                <c:pt idx="73">
                  <c:v>-0.19957178</c:v>
                </c:pt>
                <c:pt idx="74">
                  <c:v>-0.19828897</c:v>
                </c:pt>
                <c:pt idx="75">
                  <c:v>-0.19615706</c:v>
                </c:pt>
                <c:pt idx="76">
                  <c:v>-0.19318517</c:v>
                </c:pt>
                <c:pt idx="77">
                  <c:v>-0.18938603</c:v>
                </c:pt>
                <c:pt idx="78">
                  <c:v>-0.18477591</c:v>
                </c:pt>
                <c:pt idx="79">
                  <c:v>-0.17937455</c:v>
                </c:pt>
                <c:pt idx="80">
                  <c:v>-0.17320508</c:v>
                </c:pt>
                <c:pt idx="81">
                  <c:v>-0.16629392</c:v>
                </c:pt>
                <c:pt idx="82">
                  <c:v>-0.15867067</c:v>
                </c:pt>
                <c:pt idx="83">
                  <c:v>-0.15036796</c:v>
                </c:pt>
                <c:pt idx="84">
                  <c:v>-0.14142136</c:v>
                </c:pt>
                <c:pt idx="85">
                  <c:v>-0.13186916</c:v>
                </c:pt>
                <c:pt idx="86">
                  <c:v>-0.12175229</c:v>
                </c:pt>
                <c:pt idx="87">
                  <c:v>-0.11111405</c:v>
                </c:pt>
                <c:pt idx="88">
                  <c:v>-0.1</c:v>
                </c:pt>
                <c:pt idx="89">
                  <c:v>-0.08845774</c:v>
                </c:pt>
                <c:pt idx="90">
                  <c:v>-0.07653669</c:v>
                </c:pt>
                <c:pt idx="91">
                  <c:v>-0.06428789</c:v>
                </c:pt>
                <c:pt idx="92">
                  <c:v>-0.05176381</c:v>
                </c:pt>
                <c:pt idx="93">
                  <c:v>-0.03901806</c:v>
                </c:pt>
                <c:pt idx="94">
                  <c:v>-0.02610524</c:v>
                </c:pt>
                <c:pt idx="95">
                  <c:v>-0.01308063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B5-044F-81C2-236D4E99087E}"/>
            </c:ext>
          </c:extLst>
        </c:ser>
        <c:ser>
          <c:idx val="1"/>
          <c:order val="1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Data'!$C$2:$C$98</c:f>
              <c:numCache>
                <c:formatCode>General</c:formatCode>
                <c:ptCount val="97"/>
                <c:pt idx="0">
                  <c:v>1</c:v>
                </c:pt>
                <c:pt idx="1">
                  <c:v>0.99785892</c:v>
                </c:pt>
                <c:pt idx="2">
                  <c:v>0.99144486</c:v>
                </c:pt>
                <c:pt idx="3">
                  <c:v>0.98078528</c:v>
                </c:pt>
                <c:pt idx="4">
                  <c:v>0.96592583</c:v>
                </c:pt>
                <c:pt idx="5">
                  <c:v>0.94693013</c:v>
                </c:pt>
                <c:pt idx="6">
                  <c:v>0.92387953</c:v>
                </c:pt>
                <c:pt idx="7">
                  <c:v>0.89687274</c:v>
                </c:pt>
                <c:pt idx="8">
                  <c:v>0.8660254</c:v>
                </c:pt>
                <c:pt idx="9">
                  <c:v>0.83146961</c:v>
                </c:pt>
                <c:pt idx="10">
                  <c:v>0.79335334</c:v>
                </c:pt>
                <c:pt idx="11">
                  <c:v>0.75183981</c:v>
                </c:pt>
                <c:pt idx="12">
                  <c:v>0.70710678</c:v>
                </c:pt>
                <c:pt idx="13">
                  <c:v>0.65934582</c:v>
                </c:pt>
                <c:pt idx="14">
                  <c:v>0.60876143</c:v>
                </c:pt>
                <c:pt idx="15">
                  <c:v>0.55557023</c:v>
                </c:pt>
                <c:pt idx="16">
                  <c:v>0.5</c:v>
                </c:pt>
                <c:pt idx="17">
                  <c:v>0.44228869</c:v>
                </c:pt>
                <c:pt idx="18">
                  <c:v>0.38268343</c:v>
                </c:pt>
                <c:pt idx="19">
                  <c:v>0.32143947</c:v>
                </c:pt>
                <c:pt idx="20">
                  <c:v>0.25881905</c:v>
                </c:pt>
                <c:pt idx="21">
                  <c:v>0.19509032</c:v>
                </c:pt>
                <c:pt idx="22">
                  <c:v>0.13052619</c:v>
                </c:pt>
                <c:pt idx="23">
                  <c:v>0.06540313</c:v>
                </c:pt>
                <c:pt idx="24">
                  <c:v>0</c:v>
                </c:pt>
                <c:pt idx="25">
                  <c:v>-0.06540313</c:v>
                </c:pt>
                <c:pt idx="26">
                  <c:v>-0.13052619</c:v>
                </c:pt>
                <c:pt idx="27">
                  <c:v>-0.19509032</c:v>
                </c:pt>
                <c:pt idx="28">
                  <c:v>-0.25881905</c:v>
                </c:pt>
                <c:pt idx="29">
                  <c:v>-0.32143947</c:v>
                </c:pt>
                <c:pt idx="30">
                  <c:v>-0.38268343</c:v>
                </c:pt>
                <c:pt idx="31">
                  <c:v>-0.44228869</c:v>
                </c:pt>
                <c:pt idx="32">
                  <c:v>-0.5</c:v>
                </c:pt>
                <c:pt idx="33">
                  <c:v>-0.55557023</c:v>
                </c:pt>
                <c:pt idx="34">
                  <c:v>-0.60876143</c:v>
                </c:pt>
                <c:pt idx="35">
                  <c:v>-0.65934582</c:v>
                </c:pt>
                <c:pt idx="36">
                  <c:v>-0.70710678</c:v>
                </c:pt>
                <c:pt idx="37">
                  <c:v>-0.75183981</c:v>
                </c:pt>
                <c:pt idx="38">
                  <c:v>-0.79335334</c:v>
                </c:pt>
                <c:pt idx="39">
                  <c:v>-0.83146961</c:v>
                </c:pt>
                <c:pt idx="40">
                  <c:v>-0.8660254</c:v>
                </c:pt>
                <c:pt idx="41">
                  <c:v>-0.89687274</c:v>
                </c:pt>
                <c:pt idx="42">
                  <c:v>-0.92387953</c:v>
                </c:pt>
                <c:pt idx="43">
                  <c:v>-0.94693013</c:v>
                </c:pt>
                <c:pt idx="44">
                  <c:v>-0.96592583</c:v>
                </c:pt>
                <c:pt idx="45">
                  <c:v>-0.98078528</c:v>
                </c:pt>
                <c:pt idx="46">
                  <c:v>-0.99144486</c:v>
                </c:pt>
                <c:pt idx="47">
                  <c:v>-0.99785892</c:v>
                </c:pt>
                <c:pt idx="48">
                  <c:v>-1</c:v>
                </c:pt>
                <c:pt idx="49">
                  <c:v>-0.99785892</c:v>
                </c:pt>
                <c:pt idx="50">
                  <c:v>-0.99144486</c:v>
                </c:pt>
                <c:pt idx="51">
                  <c:v>-0.98078528</c:v>
                </c:pt>
                <c:pt idx="52">
                  <c:v>-0.96592583</c:v>
                </c:pt>
                <c:pt idx="53">
                  <c:v>-0.94693013</c:v>
                </c:pt>
                <c:pt idx="54">
                  <c:v>-0.92387953</c:v>
                </c:pt>
                <c:pt idx="55">
                  <c:v>-0.89687274</c:v>
                </c:pt>
                <c:pt idx="56">
                  <c:v>-0.8660254</c:v>
                </c:pt>
                <c:pt idx="57">
                  <c:v>-0.83146961</c:v>
                </c:pt>
                <c:pt idx="58">
                  <c:v>-0.79335334</c:v>
                </c:pt>
                <c:pt idx="59">
                  <c:v>-0.75183981</c:v>
                </c:pt>
                <c:pt idx="60">
                  <c:v>-0.70710678</c:v>
                </c:pt>
                <c:pt idx="61">
                  <c:v>-0.65934582</c:v>
                </c:pt>
                <c:pt idx="62">
                  <c:v>-0.60876143</c:v>
                </c:pt>
                <c:pt idx="63">
                  <c:v>-0.55557023</c:v>
                </c:pt>
                <c:pt idx="64">
                  <c:v>-0.5</c:v>
                </c:pt>
                <c:pt idx="65">
                  <c:v>-0.44228869</c:v>
                </c:pt>
                <c:pt idx="66">
                  <c:v>-0.38268343</c:v>
                </c:pt>
                <c:pt idx="67">
                  <c:v>-0.32143947</c:v>
                </c:pt>
                <c:pt idx="68">
                  <c:v>-0.25881905</c:v>
                </c:pt>
                <c:pt idx="69">
                  <c:v>-0.19509032</c:v>
                </c:pt>
                <c:pt idx="70">
                  <c:v>-0.13052619</c:v>
                </c:pt>
                <c:pt idx="71">
                  <c:v>-0.06540313</c:v>
                </c:pt>
                <c:pt idx="72">
                  <c:v>-0</c:v>
                </c:pt>
                <c:pt idx="73">
                  <c:v>0.06540313</c:v>
                </c:pt>
                <c:pt idx="74">
                  <c:v>0.13052619</c:v>
                </c:pt>
                <c:pt idx="75">
                  <c:v>0.19509032</c:v>
                </c:pt>
                <c:pt idx="76">
                  <c:v>0.25881905</c:v>
                </c:pt>
                <c:pt idx="77">
                  <c:v>0.32143947</c:v>
                </c:pt>
                <c:pt idx="78">
                  <c:v>0.38268343</c:v>
                </c:pt>
                <c:pt idx="79">
                  <c:v>0.44228869</c:v>
                </c:pt>
                <c:pt idx="80">
                  <c:v>0.5</c:v>
                </c:pt>
                <c:pt idx="81">
                  <c:v>0.55557023</c:v>
                </c:pt>
                <c:pt idx="82">
                  <c:v>0.60876143</c:v>
                </c:pt>
                <c:pt idx="83">
                  <c:v>0.65934582</c:v>
                </c:pt>
                <c:pt idx="84">
                  <c:v>0.70710678</c:v>
                </c:pt>
                <c:pt idx="85">
                  <c:v>0.75183981</c:v>
                </c:pt>
                <c:pt idx="86">
                  <c:v>0.79335334</c:v>
                </c:pt>
                <c:pt idx="87">
                  <c:v>0.83146961</c:v>
                </c:pt>
                <c:pt idx="88">
                  <c:v>0.8660254</c:v>
                </c:pt>
                <c:pt idx="89">
                  <c:v>0.89687274</c:v>
                </c:pt>
                <c:pt idx="90">
                  <c:v>0.92387953</c:v>
                </c:pt>
                <c:pt idx="91">
                  <c:v>0.94693013</c:v>
                </c:pt>
                <c:pt idx="92">
                  <c:v>0.96592583</c:v>
                </c:pt>
                <c:pt idx="93">
                  <c:v>0.98078528</c:v>
                </c:pt>
                <c:pt idx="94">
                  <c:v>0.99144486</c:v>
                </c:pt>
                <c:pt idx="95">
                  <c:v>0.99785892</c:v>
                </c:pt>
                <c:pt idx="96">
                  <c:v>1</c:v>
                </c:pt>
              </c:numCache>
            </c:numRef>
          </c:xVal>
          <c:yVal>
            <c:numRef>
              <c:f>'Chart Data'!$D$2:$D$98</c:f>
              <c:numCache>
                <c:formatCode>0</c:formatCode>
                <c:ptCount val="97"/>
                <c:pt idx="0">
                  <c:v>0</c:v>
                </c:pt>
                <c:pt idx="1">
                  <c:v>0.02068229</c:v>
                </c:pt>
                <c:pt idx="2">
                  <c:v>0.04127601</c:v>
                </c:pt>
                <c:pt idx="3">
                  <c:v>0.06169298</c:v>
                </c:pt>
                <c:pt idx="4">
                  <c:v>0.08184577</c:v>
                </c:pt>
                <c:pt idx="5">
                  <c:v>0.10164808</c:v>
                </c:pt>
                <c:pt idx="6">
                  <c:v>0.12101513</c:v>
                </c:pt>
                <c:pt idx="7">
                  <c:v>0.13986396</c:v>
                </c:pt>
                <c:pt idx="8">
                  <c:v>0.15811388</c:v>
                </c:pt>
                <c:pt idx="9">
                  <c:v>0.17568673</c:v>
                </c:pt>
                <c:pt idx="10">
                  <c:v>0.19250727</c:v>
                </c:pt>
                <c:pt idx="11">
                  <c:v>0.20850345</c:v>
                </c:pt>
                <c:pt idx="12">
                  <c:v>0.2236068</c:v>
                </c:pt>
                <c:pt idx="13">
                  <c:v>0.23775262</c:v>
                </c:pt>
                <c:pt idx="14">
                  <c:v>0.25088035</c:v>
                </c:pt>
                <c:pt idx="15">
                  <c:v>0.26293378</c:v>
                </c:pt>
                <c:pt idx="16">
                  <c:v>0.27386128</c:v>
                </c:pt>
                <c:pt idx="17">
                  <c:v>0.28361606</c:v>
                </c:pt>
                <c:pt idx="18">
                  <c:v>0.29215636</c:v>
                </c:pt>
                <c:pt idx="19">
                  <c:v>0.2994456</c:v>
                </c:pt>
                <c:pt idx="20">
                  <c:v>0.30545257</c:v>
                </c:pt>
                <c:pt idx="21">
                  <c:v>0.31015154</c:v>
                </c:pt>
                <c:pt idx="22">
                  <c:v>0.31352239</c:v>
                </c:pt>
                <c:pt idx="23">
                  <c:v>0.3155507</c:v>
                </c:pt>
                <c:pt idx="24">
                  <c:v>0.31622777</c:v>
                </c:pt>
                <c:pt idx="25">
                  <c:v>0.3155507</c:v>
                </c:pt>
                <c:pt idx="26">
                  <c:v>0.31352239</c:v>
                </c:pt>
                <c:pt idx="27">
                  <c:v>0.31015154</c:v>
                </c:pt>
                <c:pt idx="28">
                  <c:v>0.30545257</c:v>
                </c:pt>
                <c:pt idx="29">
                  <c:v>0.2994456</c:v>
                </c:pt>
                <c:pt idx="30">
                  <c:v>0.29215636</c:v>
                </c:pt>
                <c:pt idx="31">
                  <c:v>0.28361606</c:v>
                </c:pt>
                <c:pt idx="32">
                  <c:v>0.27386128</c:v>
                </c:pt>
                <c:pt idx="33">
                  <c:v>0.26293378</c:v>
                </c:pt>
                <c:pt idx="34">
                  <c:v>0.25088035</c:v>
                </c:pt>
                <c:pt idx="35">
                  <c:v>0.23775262</c:v>
                </c:pt>
                <c:pt idx="36">
                  <c:v>0.2236068</c:v>
                </c:pt>
                <c:pt idx="37">
                  <c:v>0.20850345</c:v>
                </c:pt>
                <c:pt idx="38">
                  <c:v>0.19250727</c:v>
                </c:pt>
                <c:pt idx="39">
                  <c:v>0.17568673</c:v>
                </c:pt>
                <c:pt idx="40">
                  <c:v>0.15811388</c:v>
                </c:pt>
                <c:pt idx="41">
                  <c:v>0.13986396</c:v>
                </c:pt>
                <c:pt idx="42">
                  <c:v>0.12101513</c:v>
                </c:pt>
                <c:pt idx="43">
                  <c:v>0.10164808</c:v>
                </c:pt>
                <c:pt idx="44">
                  <c:v>0.08184577</c:v>
                </c:pt>
                <c:pt idx="45">
                  <c:v>0.06169298</c:v>
                </c:pt>
                <c:pt idx="46">
                  <c:v>0.04127601</c:v>
                </c:pt>
                <c:pt idx="47">
                  <c:v>0.02068229</c:v>
                </c:pt>
                <c:pt idx="48">
                  <c:v>0</c:v>
                </c:pt>
                <c:pt idx="49">
                  <c:v>-0.02068229</c:v>
                </c:pt>
                <c:pt idx="50">
                  <c:v>-0.04127601</c:v>
                </c:pt>
                <c:pt idx="51">
                  <c:v>-0.06169298</c:v>
                </c:pt>
                <c:pt idx="52">
                  <c:v>-0.08184577</c:v>
                </c:pt>
                <c:pt idx="53">
                  <c:v>-0.10164808</c:v>
                </c:pt>
                <c:pt idx="54">
                  <c:v>-0.12101513</c:v>
                </c:pt>
                <c:pt idx="55">
                  <c:v>-0.13986396</c:v>
                </c:pt>
                <c:pt idx="56">
                  <c:v>-0.15811388</c:v>
                </c:pt>
                <c:pt idx="57">
                  <c:v>-0.17568673</c:v>
                </c:pt>
                <c:pt idx="58">
                  <c:v>-0.19250727</c:v>
                </c:pt>
                <c:pt idx="59">
                  <c:v>-0.20850345</c:v>
                </c:pt>
                <c:pt idx="60">
                  <c:v>-0.2236068</c:v>
                </c:pt>
                <c:pt idx="61">
                  <c:v>-0.23775262</c:v>
                </c:pt>
                <c:pt idx="62">
                  <c:v>-0.25088035</c:v>
                </c:pt>
                <c:pt idx="63">
                  <c:v>-0.26293378</c:v>
                </c:pt>
                <c:pt idx="64">
                  <c:v>-0.27386128</c:v>
                </c:pt>
                <c:pt idx="65">
                  <c:v>-0.28361606</c:v>
                </c:pt>
                <c:pt idx="66">
                  <c:v>-0.29215636</c:v>
                </c:pt>
                <c:pt idx="67">
                  <c:v>-0.2994456</c:v>
                </c:pt>
                <c:pt idx="68">
                  <c:v>-0.30545257</c:v>
                </c:pt>
                <c:pt idx="69">
                  <c:v>-0.31015154</c:v>
                </c:pt>
                <c:pt idx="70">
                  <c:v>-0.31352239</c:v>
                </c:pt>
                <c:pt idx="71">
                  <c:v>-0.3155507</c:v>
                </c:pt>
                <c:pt idx="72">
                  <c:v>-0.31622777</c:v>
                </c:pt>
                <c:pt idx="73">
                  <c:v>-0.3155507</c:v>
                </c:pt>
                <c:pt idx="74">
                  <c:v>-0.31352239</c:v>
                </c:pt>
                <c:pt idx="75">
                  <c:v>-0.31015154</c:v>
                </c:pt>
                <c:pt idx="76">
                  <c:v>-0.30545257</c:v>
                </c:pt>
                <c:pt idx="77">
                  <c:v>-0.2994456</c:v>
                </c:pt>
                <c:pt idx="78">
                  <c:v>-0.29215636</c:v>
                </c:pt>
                <c:pt idx="79">
                  <c:v>-0.28361606</c:v>
                </c:pt>
                <c:pt idx="80">
                  <c:v>-0.27386128</c:v>
                </c:pt>
                <c:pt idx="81">
                  <c:v>-0.26293378</c:v>
                </c:pt>
                <c:pt idx="82">
                  <c:v>-0.25088035</c:v>
                </c:pt>
                <c:pt idx="83">
                  <c:v>-0.23775262</c:v>
                </c:pt>
                <c:pt idx="84">
                  <c:v>-0.2236068</c:v>
                </c:pt>
                <c:pt idx="85">
                  <c:v>-0.20850345</c:v>
                </c:pt>
                <c:pt idx="86">
                  <c:v>-0.19250727</c:v>
                </c:pt>
                <c:pt idx="87">
                  <c:v>-0.17568673</c:v>
                </c:pt>
                <c:pt idx="88">
                  <c:v>-0.15811388</c:v>
                </c:pt>
                <c:pt idx="89">
                  <c:v>-0.13986396</c:v>
                </c:pt>
                <c:pt idx="90">
                  <c:v>-0.12101513</c:v>
                </c:pt>
                <c:pt idx="91">
                  <c:v>-0.10164808</c:v>
                </c:pt>
                <c:pt idx="92">
                  <c:v>-0.08184577</c:v>
                </c:pt>
                <c:pt idx="93">
                  <c:v>-0.06169298</c:v>
                </c:pt>
                <c:pt idx="94">
                  <c:v>-0.04127601</c:v>
                </c:pt>
                <c:pt idx="95">
                  <c:v>-0.02068229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4B5-044F-81C2-236D4E99087E}"/>
            </c:ext>
          </c:extLst>
        </c:ser>
        <c:ser>
          <c:idx val="2"/>
          <c:order val="2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Data'!$E$2:$E$98</c:f>
              <c:numCache>
                <c:formatCode>General</c:formatCode>
                <c:ptCount val="97"/>
                <c:pt idx="0">
                  <c:v>1.41421356</c:v>
                </c:pt>
                <c:pt idx="1">
                  <c:v>1.41118562</c:v>
                </c:pt>
                <c:pt idx="2">
                  <c:v>1.40211477</c:v>
                </c:pt>
                <c:pt idx="3">
                  <c:v>1.38703985</c:v>
                </c:pt>
                <c:pt idx="4">
                  <c:v>1.3660254</c:v>
                </c:pt>
                <c:pt idx="5">
                  <c:v>1.33916143</c:v>
                </c:pt>
                <c:pt idx="6">
                  <c:v>1.30656296</c:v>
                </c:pt>
                <c:pt idx="7">
                  <c:v>1.26836959</c:v>
                </c:pt>
                <c:pt idx="8">
                  <c:v>1.22474487</c:v>
                </c:pt>
                <c:pt idx="9">
                  <c:v>1.1758756</c:v>
                </c:pt>
                <c:pt idx="10">
                  <c:v>1.12197105</c:v>
                </c:pt>
                <c:pt idx="11">
                  <c:v>1.06326205</c:v>
                </c:pt>
                <c:pt idx="12">
                  <c:v>1</c:v>
                </c:pt>
                <c:pt idx="13">
                  <c:v>0.93245579</c:v>
                </c:pt>
                <c:pt idx="14">
                  <c:v>0.86091867</c:v>
                </c:pt>
                <c:pt idx="15">
                  <c:v>0.78569496</c:v>
                </c:pt>
                <c:pt idx="16">
                  <c:v>0.70710678</c:v>
                </c:pt>
                <c:pt idx="17">
                  <c:v>0.62549066</c:v>
                </c:pt>
                <c:pt idx="18">
                  <c:v>0.5411961</c:v>
                </c:pt>
                <c:pt idx="19">
                  <c:v>0.45458405</c:v>
                </c:pt>
                <c:pt idx="20">
                  <c:v>0.3660254</c:v>
                </c:pt>
                <c:pt idx="21">
                  <c:v>0.27589938</c:v>
                </c:pt>
                <c:pt idx="22">
                  <c:v>0.18459191</c:v>
                </c:pt>
                <c:pt idx="23">
                  <c:v>0.09249399</c:v>
                </c:pt>
                <c:pt idx="24">
                  <c:v>0</c:v>
                </c:pt>
                <c:pt idx="25">
                  <c:v>-0.09249399</c:v>
                </c:pt>
                <c:pt idx="26">
                  <c:v>-0.18459191</c:v>
                </c:pt>
                <c:pt idx="27">
                  <c:v>-0.27589938</c:v>
                </c:pt>
                <c:pt idx="28">
                  <c:v>-0.3660254</c:v>
                </c:pt>
                <c:pt idx="29">
                  <c:v>-0.45458405</c:v>
                </c:pt>
                <c:pt idx="30">
                  <c:v>-0.5411961</c:v>
                </c:pt>
                <c:pt idx="31">
                  <c:v>-0.62549066</c:v>
                </c:pt>
                <c:pt idx="32">
                  <c:v>-0.70710678</c:v>
                </c:pt>
                <c:pt idx="33">
                  <c:v>-0.78569496</c:v>
                </c:pt>
                <c:pt idx="34">
                  <c:v>-0.86091867</c:v>
                </c:pt>
                <c:pt idx="35">
                  <c:v>-0.93245579</c:v>
                </c:pt>
                <c:pt idx="36">
                  <c:v>-1</c:v>
                </c:pt>
                <c:pt idx="37">
                  <c:v>-1.06326205</c:v>
                </c:pt>
                <c:pt idx="38">
                  <c:v>-1.12197105</c:v>
                </c:pt>
                <c:pt idx="39">
                  <c:v>-1.1758756</c:v>
                </c:pt>
                <c:pt idx="40">
                  <c:v>-1.22474487</c:v>
                </c:pt>
                <c:pt idx="41">
                  <c:v>-1.26836959</c:v>
                </c:pt>
                <c:pt idx="42">
                  <c:v>-1.30656296</c:v>
                </c:pt>
                <c:pt idx="43">
                  <c:v>-1.33916143</c:v>
                </c:pt>
                <c:pt idx="44">
                  <c:v>-1.3660254</c:v>
                </c:pt>
                <c:pt idx="45">
                  <c:v>-1.38703985</c:v>
                </c:pt>
                <c:pt idx="46">
                  <c:v>-1.40211477</c:v>
                </c:pt>
                <c:pt idx="47">
                  <c:v>-1.41118562</c:v>
                </c:pt>
                <c:pt idx="48">
                  <c:v>-1.41421356</c:v>
                </c:pt>
                <c:pt idx="49">
                  <c:v>-1.41118562</c:v>
                </c:pt>
                <c:pt idx="50">
                  <c:v>-1.40211477</c:v>
                </c:pt>
                <c:pt idx="51">
                  <c:v>-1.38703985</c:v>
                </c:pt>
                <c:pt idx="52">
                  <c:v>-1.3660254</c:v>
                </c:pt>
                <c:pt idx="53">
                  <c:v>-1.33916143</c:v>
                </c:pt>
                <c:pt idx="54">
                  <c:v>-1.30656296</c:v>
                </c:pt>
                <c:pt idx="55">
                  <c:v>-1.26836959</c:v>
                </c:pt>
                <c:pt idx="56">
                  <c:v>-1.22474487</c:v>
                </c:pt>
                <c:pt idx="57">
                  <c:v>-1.1758756</c:v>
                </c:pt>
                <c:pt idx="58">
                  <c:v>-1.12197105</c:v>
                </c:pt>
                <c:pt idx="59">
                  <c:v>-1.06326205</c:v>
                </c:pt>
                <c:pt idx="60">
                  <c:v>-1</c:v>
                </c:pt>
                <c:pt idx="61">
                  <c:v>-0.93245579</c:v>
                </c:pt>
                <c:pt idx="62">
                  <c:v>-0.86091867</c:v>
                </c:pt>
                <c:pt idx="63">
                  <c:v>-0.78569496</c:v>
                </c:pt>
                <c:pt idx="64">
                  <c:v>-0.70710678</c:v>
                </c:pt>
                <c:pt idx="65">
                  <c:v>-0.62549066</c:v>
                </c:pt>
                <c:pt idx="66">
                  <c:v>-0.5411961</c:v>
                </c:pt>
                <c:pt idx="67">
                  <c:v>-0.45458405</c:v>
                </c:pt>
                <c:pt idx="68">
                  <c:v>-0.3660254</c:v>
                </c:pt>
                <c:pt idx="69">
                  <c:v>-0.27589938</c:v>
                </c:pt>
                <c:pt idx="70">
                  <c:v>-0.18459191</c:v>
                </c:pt>
                <c:pt idx="71">
                  <c:v>-0.09249399</c:v>
                </c:pt>
                <c:pt idx="72">
                  <c:v>-0</c:v>
                </c:pt>
                <c:pt idx="73">
                  <c:v>0.09249399</c:v>
                </c:pt>
                <c:pt idx="74">
                  <c:v>0.18459191</c:v>
                </c:pt>
                <c:pt idx="75">
                  <c:v>0.27589938</c:v>
                </c:pt>
                <c:pt idx="76">
                  <c:v>0.3660254</c:v>
                </c:pt>
                <c:pt idx="77">
                  <c:v>0.45458405</c:v>
                </c:pt>
                <c:pt idx="78">
                  <c:v>0.5411961</c:v>
                </c:pt>
                <c:pt idx="79">
                  <c:v>0.62549066</c:v>
                </c:pt>
                <c:pt idx="80">
                  <c:v>0.70710678</c:v>
                </c:pt>
                <c:pt idx="81">
                  <c:v>0.78569496</c:v>
                </c:pt>
                <c:pt idx="82">
                  <c:v>0.86091867</c:v>
                </c:pt>
                <c:pt idx="83">
                  <c:v>0.93245579</c:v>
                </c:pt>
                <c:pt idx="84">
                  <c:v>1</c:v>
                </c:pt>
                <c:pt idx="85">
                  <c:v>1.06326205</c:v>
                </c:pt>
                <c:pt idx="86">
                  <c:v>1.12197105</c:v>
                </c:pt>
                <c:pt idx="87">
                  <c:v>1.1758756</c:v>
                </c:pt>
                <c:pt idx="88">
                  <c:v>1.22474487</c:v>
                </c:pt>
                <c:pt idx="89">
                  <c:v>1.26836959</c:v>
                </c:pt>
                <c:pt idx="90">
                  <c:v>1.30656296</c:v>
                </c:pt>
                <c:pt idx="91">
                  <c:v>1.33916143</c:v>
                </c:pt>
                <c:pt idx="92">
                  <c:v>1.3660254</c:v>
                </c:pt>
                <c:pt idx="93">
                  <c:v>1.38703985</c:v>
                </c:pt>
                <c:pt idx="94">
                  <c:v>1.40211477</c:v>
                </c:pt>
                <c:pt idx="95">
                  <c:v>1.41118562</c:v>
                </c:pt>
                <c:pt idx="96">
                  <c:v>1.41421356</c:v>
                </c:pt>
              </c:numCache>
            </c:numRef>
          </c:xVal>
          <c:yVal>
            <c:numRef>
              <c:f>'Chart Data'!$F$2:$F$98</c:f>
              <c:numCache>
                <c:formatCode>0</c:formatCode>
                <c:ptCount val="97"/>
                <c:pt idx="0">
                  <c:v>0</c:v>
                </c:pt>
                <c:pt idx="1">
                  <c:v>0.02924917</c:v>
                </c:pt>
                <c:pt idx="2">
                  <c:v>0.05837309</c:v>
                </c:pt>
                <c:pt idx="3">
                  <c:v>0.08724704</c:v>
                </c:pt>
                <c:pt idx="4">
                  <c:v>0.1157474</c:v>
                </c:pt>
                <c:pt idx="5">
                  <c:v>0.1437521</c:v>
                </c:pt>
                <c:pt idx="6">
                  <c:v>0.17114123</c:v>
                </c:pt>
                <c:pt idx="7">
                  <c:v>0.19779752</c:v>
                </c:pt>
                <c:pt idx="8">
                  <c:v>0.2236068</c:v>
                </c:pt>
                <c:pt idx="9">
                  <c:v>0.24845856</c:v>
                </c:pt>
                <c:pt idx="10">
                  <c:v>0.27224639</c:v>
                </c:pt>
                <c:pt idx="11">
                  <c:v>0.29486841</c:v>
                </c:pt>
                <c:pt idx="12">
                  <c:v>0.31622777</c:v>
                </c:pt>
                <c:pt idx="13">
                  <c:v>0.33623298</c:v>
                </c:pt>
                <c:pt idx="14">
                  <c:v>0.3547984</c:v>
                </c:pt>
                <c:pt idx="15">
                  <c:v>0.37184451</c:v>
                </c:pt>
                <c:pt idx="16">
                  <c:v>0.38729833</c:v>
                </c:pt>
                <c:pt idx="17">
                  <c:v>0.40109368</c:v>
                </c:pt>
                <c:pt idx="18">
                  <c:v>0.41317149</c:v>
                </c:pt>
                <c:pt idx="19">
                  <c:v>0.42348003</c:v>
                </c:pt>
                <c:pt idx="20">
                  <c:v>0.43197516</c:v>
                </c:pt>
                <c:pt idx="21">
                  <c:v>0.43862051</c:v>
                </c:pt>
                <c:pt idx="22">
                  <c:v>0.44338762</c:v>
                </c:pt>
                <c:pt idx="23">
                  <c:v>0.44625608</c:v>
                </c:pt>
                <c:pt idx="24">
                  <c:v>0.4472136</c:v>
                </c:pt>
                <c:pt idx="25">
                  <c:v>0.44625608</c:v>
                </c:pt>
                <c:pt idx="26">
                  <c:v>0.44338762</c:v>
                </c:pt>
                <c:pt idx="27">
                  <c:v>0.43862051</c:v>
                </c:pt>
                <c:pt idx="28">
                  <c:v>0.43197516</c:v>
                </c:pt>
                <c:pt idx="29">
                  <c:v>0.42348003</c:v>
                </c:pt>
                <c:pt idx="30">
                  <c:v>0.41317149</c:v>
                </c:pt>
                <c:pt idx="31">
                  <c:v>0.40109368</c:v>
                </c:pt>
                <c:pt idx="32">
                  <c:v>0.38729833</c:v>
                </c:pt>
                <c:pt idx="33">
                  <c:v>0.37184451</c:v>
                </c:pt>
                <c:pt idx="34">
                  <c:v>0.3547984</c:v>
                </c:pt>
                <c:pt idx="35">
                  <c:v>0.33623298</c:v>
                </c:pt>
                <c:pt idx="36">
                  <c:v>0.31622777</c:v>
                </c:pt>
                <c:pt idx="37">
                  <c:v>0.29486841</c:v>
                </c:pt>
                <c:pt idx="38">
                  <c:v>0.27224639</c:v>
                </c:pt>
                <c:pt idx="39">
                  <c:v>0.24845856</c:v>
                </c:pt>
                <c:pt idx="40">
                  <c:v>0.2236068</c:v>
                </c:pt>
                <c:pt idx="41">
                  <c:v>0.19779752</c:v>
                </c:pt>
                <c:pt idx="42">
                  <c:v>0.17114123</c:v>
                </c:pt>
                <c:pt idx="43">
                  <c:v>0.1437521</c:v>
                </c:pt>
                <c:pt idx="44">
                  <c:v>0.1157474</c:v>
                </c:pt>
                <c:pt idx="45">
                  <c:v>0.08724704</c:v>
                </c:pt>
                <c:pt idx="46">
                  <c:v>0.05837309</c:v>
                </c:pt>
                <c:pt idx="47">
                  <c:v>0.02924917</c:v>
                </c:pt>
                <c:pt idx="48">
                  <c:v>0</c:v>
                </c:pt>
                <c:pt idx="49">
                  <c:v>-0.02924917</c:v>
                </c:pt>
                <c:pt idx="50">
                  <c:v>-0.05837309</c:v>
                </c:pt>
                <c:pt idx="51">
                  <c:v>-0.08724704</c:v>
                </c:pt>
                <c:pt idx="52">
                  <c:v>-0.1157474</c:v>
                </c:pt>
                <c:pt idx="53">
                  <c:v>-0.1437521</c:v>
                </c:pt>
                <c:pt idx="54">
                  <c:v>-0.17114123</c:v>
                </c:pt>
                <c:pt idx="55">
                  <c:v>-0.19779752</c:v>
                </c:pt>
                <c:pt idx="56">
                  <c:v>-0.2236068</c:v>
                </c:pt>
                <c:pt idx="57">
                  <c:v>-0.24845856</c:v>
                </c:pt>
                <c:pt idx="58">
                  <c:v>-0.27224639</c:v>
                </c:pt>
                <c:pt idx="59">
                  <c:v>-0.29486841</c:v>
                </c:pt>
                <c:pt idx="60">
                  <c:v>-0.31622777</c:v>
                </c:pt>
                <c:pt idx="61">
                  <c:v>-0.33623298</c:v>
                </c:pt>
                <c:pt idx="62">
                  <c:v>-0.3547984</c:v>
                </c:pt>
                <c:pt idx="63">
                  <c:v>-0.37184451</c:v>
                </c:pt>
                <c:pt idx="64">
                  <c:v>-0.38729833</c:v>
                </c:pt>
                <c:pt idx="65">
                  <c:v>-0.40109368</c:v>
                </c:pt>
                <c:pt idx="66">
                  <c:v>-0.41317149</c:v>
                </c:pt>
                <c:pt idx="67">
                  <c:v>-0.42348003</c:v>
                </c:pt>
                <c:pt idx="68">
                  <c:v>-0.43197516</c:v>
                </c:pt>
                <c:pt idx="69">
                  <c:v>-0.43862051</c:v>
                </c:pt>
                <c:pt idx="70">
                  <c:v>-0.44338762</c:v>
                </c:pt>
                <c:pt idx="71">
                  <c:v>-0.44625608</c:v>
                </c:pt>
                <c:pt idx="72">
                  <c:v>-0.4472136</c:v>
                </c:pt>
                <c:pt idx="73">
                  <c:v>-0.44625608</c:v>
                </c:pt>
                <c:pt idx="74">
                  <c:v>-0.44338762</c:v>
                </c:pt>
                <c:pt idx="75">
                  <c:v>-0.43862051</c:v>
                </c:pt>
                <c:pt idx="76">
                  <c:v>-0.43197516</c:v>
                </c:pt>
                <c:pt idx="77">
                  <c:v>-0.42348003</c:v>
                </c:pt>
                <c:pt idx="78">
                  <c:v>-0.41317149</c:v>
                </c:pt>
                <c:pt idx="79">
                  <c:v>-0.40109368</c:v>
                </c:pt>
                <c:pt idx="80">
                  <c:v>-0.38729833</c:v>
                </c:pt>
                <c:pt idx="81">
                  <c:v>-0.37184451</c:v>
                </c:pt>
                <c:pt idx="82">
                  <c:v>-0.3547984</c:v>
                </c:pt>
                <c:pt idx="83">
                  <c:v>-0.33623298</c:v>
                </c:pt>
                <c:pt idx="84">
                  <c:v>-0.31622777</c:v>
                </c:pt>
                <c:pt idx="85">
                  <c:v>-0.29486841</c:v>
                </c:pt>
                <c:pt idx="86">
                  <c:v>-0.27224639</c:v>
                </c:pt>
                <c:pt idx="87">
                  <c:v>-0.24845856</c:v>
                </c:pt>
                <c:pt idx="88">
                  <c:v>-0.2236068</c:v>
                </c:pt>
                <c:pt idx="89">
                  <c:v>-0.19779752</c:v>
                </c:pt>
                <c:pt idx="90">
                  <c:v>-0.17114123</c:v>
                </c:pt>
                <c:pt idx="91">
                  <c:v>-0.1437521</c:v>
                </c:pt>
                <c:pt idx="92">
                  <c:v>-0.1157474</c:v>
                </c:pt>
                <c:pt idx="93">
                  <c:v>-0.08724704</c:v>
                </c:pt>
                <c:pt idx="94">
                  <c:v>-0.05837309</c:v>
                </c:pt>
                <c:pt idx="95">
                  <c:v>-0.02924917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4B5-044F-81C2-236D4E99087E}"/>
            </c:ext>
          </c:extLst>
        </c:ser>
        <c:ser>
          <c:idx val="3"/>
          <c:order val="3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Data'!$G$2:$G$98</c:f>
              <c:numCache>
                <c:formatCode>General</c:formatCode>
                <c:ptCount val="97"/>
                <c:pt idx="0">
                  <c:v>1.8973666</c:v>
                </c:pt>
                <c:pt idx="1">
                  <c:v>1.89330419</c:v>
                </c:pt>
                <c:pt idx="2">
                  <c:v>1.88113436</c:v>
                </c:pt>
                <c:pt idx="3">
                  <c:v>1.86090923</c:v>
                </c:pt>
                <c:pt idx="4">
                  <c:v>1.8327154</c:v>
                </c:pt>
                <c:pt idx="5">
                  <c:v>1.7966736</c:v>
                </c:pt>
                <c:pt idx="6">
                  <c:v>1.75293816</c:v>
                </c:pt>
                <c:pt idx="7">
                  <c:v>1.70169638</c:v>
                </c:pt>
                <c:pt idx="8">
                  <c:v>1.64316767</c:v>
                </c:pt>
                <c:pt idx="9">
                  <c:v>1.57760267</c:v>
                </c:pt>
                <c:pt idx="10">
                  <c:v>1.50528213</c:v>
                </c:pt>
                <c:pt idx="11">
                  <c:v>1.42651574</c:v>
                </c:pt>
                <c:pt idx="12">
                  <c:v>1.34164079</c:v>
                </c:pt>
                <c:pt idx="13">
                  <c:v>1.25102072</c:v>
                </c:pt>
                <c:pt idx="14">
                  <c:v>1.1550436</c:v>
                </c:pt>
                <c:pt idx="15">
                  <c:v>1.0541204</c:v>
                </c:pt>
                <c:pt idx="16">
                  <c:v>0.9486833</c:v>
                </c:pt>
                <c:pt idx="17">
                  <c:v>0.83918379</c:v>
                </c:pt>
                <c:pt idx="18">
                  <c:v>0.72609076</c:v>
                </c:pt>
                <c:pt idx="19">
                  <c:v>0.6098885</c:v>
                </c:pt>
                <c:pt idx="20">
                  <c:v>0.49107461</c:v>
                </c:pt>
                <c:pt idx="21">
                  <c:v>0.37015786</c:v>
                </c:pt>
                <c:pt idx="22">
                  <c:v>0.24765604</c:v>
                </c:pt>
                <c:pt idx="23">
                  <c:v>0.12409371</c:v>
                </c:pt>
                <c:pt idx="24">
                  <c:v>0</c:v>
                </c:pt>
                <c:pt idx="25">
                  <c:v>-0.12409371</c:v>
                </c:pt>
                <c:pt idx="26">
                  <c:v>-0.24765604</c:v>
                </c:pt>
                <c:pt idx="27">
                  <c:v>-0.37015786</c:v>
                </c:pt>
                <c:pt idx="28">
                  <c:v>-0.49107461</c:v>
                </c:pt>
                <c:pt idx="29">
                  <c:v>-0.6098885</c:v>
                </c:pt>
                <c:pt idx="30">
                  <c:v>-0.72609076</c:v>
                </c:pt>
                <c:pt idx="31">
                  <c:v>-0.83918379</c:v>
                </c:pt>
                <c:pt idx="32">
                  <c:v>-0.9486833</c:v>
                </c:pt>
                <c:pt idx="33">
                  <c:v>-1.0541204</c:v>
                </c:pt>
                <c:pt idx="34">
                  <c:v>-1.1550436</c:v>
                </c:pt>
                <c:pt idx="35">
                  <c:v>-1.25102072</c:v>
                </c:pt>
                <c:pt idx="36">
                  <c:v>-1.34164079</c:v>
                </c:pt>
                <c:pt idx="37">
                  <c:v>-1.42651574</c:v>
                </c:pt>
                <c:pt idx="38">
                  <c:v>-1.50528213</c:v>
                </c:pt>
                <c:pt idx="39">
                  <c:v>-1.57760267</c:v>
                </c:pt>
                <c:pt idx="40">
                  <c:v>-1.64316767</c:v>
                </c:pt>
                <c:pt idx="41">
                  <c:v>-1.70169638</c:v>
                </c:pt>
                <c:pt idx="42">
                  <c:v>-1.75293816</c:v>
                </c:pt>
                <c:pt idx="43">
                  <c:v>-1.7966736</c:v>
                </c:pt>
                <c:pt idx="44">
                  <c:v>-1.8327154</c:v>
                </c:pt>
                <c:pt idx="45">
                  <c:v>-1.86090923</c:v>
                </c:pt>
                <c:pt idx="46">
                  <c:v>-1.88113436</c:v>
                </c:pt>
                <c:pt idx="47">
                  <c:v>-1.89330419</c:v>
                </c:pt>
                <c:pt idx="48">
                  <c:v>-1.8973666</c:v>
                </c:pt>
                <c:pt idx="49">
                  <c:v>-1.89330419</c:v>
                </c:pt>
                <c:pt idx="50">
                  <c:v>-1.88113436</c:v>
                </c:pt>
                <c:pt idx="51">
                  <c:v>-1.86090923</c:v>
                </c:pt>
                <c:pt idx="52">
                  <c:v>-1.8327154</c:v>
                </c:pt>
                <c:pt idx="53">
                  <c:v>-1.7966736</c:v>
                </c:pt>
                <c:pt idx="54">
                  <c:v>-1.75293816</c:v>
                </c:pt>
                <c:pt idx="55">
                  <c:v>-1.70169638</c:v>
                </c:pt>
                <c:pt idx="56">
                  <c:v>-1.64316767</c:v>
                </c:pt>
                <c:pt idx="57">
                  <c:v>-1.57760267</c:v>
                </c:pt>
                <c:pt idx="58">
                  <c:v>-1.50528213</c:v>
                </c:pt>
                <c:pt idx="59">
                  <c:v>-1.42651574</c:v>
                </c:pt>
                <c:pt idx="60">
                  <c:v>-1.34164079</c:v>
                </c:pt>
                <c:pt idx="61">
                  <c:v>-1.25102072</c:v>
                </c:pt>
                <c:pt idx="62">
                  <c:v>-1.1550436</c:v>
                </c:pt>
                <c:pt idx="63">
                  <c:v>-1.0541204</c:v>
                </c:pt>
                <c:pt idx="64">
                  <c:v>-0.9486833</c:v>
                </c:pt>
                <c:pt idx="65">
                  <c:v>-0.83918379</c:v>
                </c:pt>
                <c:pt idx="66">
                  <c:v>-0.72609076</c:v>
                </c:pt>
                <c:pt idx="67">
                  <c:v>-0.6098885</c:v>
                </c:pt>
                <c:pt idx="68">
                  <c:v>-0.49107461</c:v>
                </c:pt>
                <c:pt idx="69">
                  <c:v>-0.37015786</c:v>
                </c:pt>
                <c:pt idx="70">
                  <c:v>-0.24765604</c:v>
                </c:pt>
                <c:pt idx="71">
                  <c:v>-0.12409371</c:v>
                </c:pt>
                <c:pt idx="72">
                  <c:v>-0</c:v>
                </c:pt>
                <c:pt idx="73">
                  <c:v>0.12409371</c:v>
                </c:pt>
                <c:pt idx="74">
                  <c:v>0.24765604</c:v>
                </c:pt>
                <c:pt idx="75">
                  <c:v>0.37015786</c:v>
                </c:pt>
                <c:pt idx="76">
                  <c:v>0.49107461</c:v>
                </c:pt>
                <c:pt idx="77">
                  <c:v>0.6098885</c:v>
                </c:pt>
                <c:pt idx="78">
                  <c:v>0.72609076</c:v>
                </c:pt>
                <c:pt idx="79">
                  <c:v>0.83918379</c:v>
                </c:pt>
                <c:pt idx="80">
                  <c:v>0.9486833</c:v>
                </c:pt>
                <c:pt idx="81">
                  <c:v>1.0541204</c:v>
                </c:pt>
                <c:pt idx="82">
                  <c:v>1.1550436</c:v>
                </c:pt>
                <c:pt idx="83">
                  <c:v>1.25102072</c:v>
                </c:pt>
                <c:pt idx="84">
                  <c:v>1.34164079</c:v>
                </c:pt>
                <c:pt idx="85">
                  <c:v>1.42651574</c:v>
                </c:pt>
                <c:pt idx="86">
                  <c:v>1.50528213</c:v>
                </c:pt>
                <c:pt idx="87">
                  <c:v>1.57760267</c:v>
                </c:pt>
                <c:pt idx="88">
                  <c:v>1.64316767</c:v>
                </c:pt>
                <c:pt idx="89">
                  <c:v>1.70169638</c:v>
                </c:pt>
                <c:pt idx="90">
                  <c:v>1.75293816</c:v>
                </c:pt>
                <c:pt idx="91">
                  <c:v>1.7966736</c:v>
                </c:pt>
                <c:pt idx="92">
                  <c:v>1.8327154</c:v>
                </c:pt>
                <c:pt idx="93">
                  <c:v>1.86090923</c:v>
                </c:pt>
                <c:pt idx="94">
                  <c:v>1.88113436</c:v>
                </c:pt>
                <c:pt idx="95">
                  <c:v>1.89330419</c:v>
                </c:pt>
                <c:pt idx="96">
                  <c:v>1.8973666</c:v>
                </c:pt>
              </c:numCache>
            </c:numRef>
          </c:xVal>
          <c:yVal>
            <c:numRef>
              <c:f>'Chart Data'!$H$2:$H$98</c:f>
              <c:numCache>
                <c:formatCode>0</c:formatCode>
                <c:ptCount val="97"/>
                <c:pt idx="0">
                  <c:v>0</c:v>
                </c:pt>
                <c:pt idx="1">
                  <c:v>0.03924188</c:v>
                </c:pt>
                <c:pt idx="2">
                  <c:v>0.07831572</c:v>
                </c:pt>
                <c:pt idx="3">
                  <c:v>0.11705419</c:v>
                </c:pt>
                <c:pt idx="4">
                  <c:v>0.15529143</c:v>
                </c:pt>
                <c:pt idx="5">
                  <c:v>0.19286368</c:v>
                </c:pt>
                <c:pt idx="6">
                  <c:v>0.22961006</c:v>
                </c:pt>
                <c:pt idx="7">
                  <c:v>0.26537321</c:v>
                </c:pt>
                <c:pt idx="8">
                  <c:v>0.3</c:v>
                </c:pt>
                <c:pt idx="9">
                  <c:v>0.33334214</c:v>
                </c:pt>
                <c:pt idx="10">
                  <c:v>0.36525686</c:v>
                </c:pt>
                <c:pt idx="11">
                  <c:v>0.39560749</c:v>
                </c:pt>
                <c:pt idx="12">
                  <c:v>0.42426407</c:v>
                </c:pt>
                <c:pt idx="13">
                  <c:v>0.45110388</c:v>
                </c:pt>
                <c:pt idx="14">
                  <c:v>0.476012</c:v>
                </c:pt>
                <c:pt idx="15">
                  <c:v>0.49888177</c:v>
                </c:pt>
                <c:pt idx="16">
                  <c:v>0.51961524</c:v>
                </c:pt>
                <c:pt idx="17">
                  <c:v>0.53812364</c:v>
                </c:pt>
                <c:pt idx="18">
                  <c:v>0.55432772</c:v>
                </c:pt>
                <c:pt idx="19">
                  <c:v>0.56815808</c:v>
                </c:pt>
                <c:pt idx="20">
                  <c:v>0.5795555</c:v>
                </c:pt>
                <c:pt idx="21">
                  <c:v>0.58847117</c:v>
                </c:pt>
                <c:pt idx="22">
                  <c:v>0.59486692</c:v>
                </c:pt>
                <c:pt idx="23">
                  <c:v>0.59871535</c:v>
                </c:pt>
                <c:pt idx="24">
                  <c:v>0.6</c:v>
                </c:pt>
                <c:pt idx="25">
                  <c:v>0.59871535</c:v>
                </c:pt>
                <c:pt idx="26">
                  <c:v>0.59486692</c:v>
                </c:pt>
                <c:pt idx="27">
                  <c:v>0.58847117</c:v>
                </c:pt>
                <c:pt idx="28">
                  <c:v>0.5795555</c:v>
                </c:pt>
                <c:pt idx="29">
                  <c:v>0.56815808</c:v>
                </c:pt>
                <c:pt idx="30">
                  <c:v>0.55432772</c:v>
                </c:pt>
                <c:pt idx="31">
                  <c:v>0.53812364</c:v>
                </c:pt>
                <c:pt idx="32">
                  <c:v>0.51961524</c:v>
                </c:pt>
                <c:pt idx="33">
                  <c:v>0.49888177</c:v>
                </c:pt>
                <c:pt idx="34">
                  <c:v>0.476012</c:v>
                </c:pt>
                <c:pt idx="35">
                  <c:v>0.45110388</c:v>
                </c:pt>
                <c:pt idx="36">
                  <c:v>0.42426407</c:v>
                </c:pt>
                <c:pt idx="37">
                  <c:v>0.39560749</c:v>
                </c:pt>
                <c:pt idx="38">
                  <c:v>0.36525686</c:v>
                </c:pt>
                <c:pt idx="39">
                  <c:v>0.33334214</c:v>
                </c:pt>
                <c:pt idx="40">
                  <c:v>0.3</c:v>
                </c:pt>
                <c:pt idx="41">
                  <c:v>0.26537321</c:v>
                </c:pt>
                <c:pt idx="42">
                  <c:v>0.22961006</c:v>
                </c:pt>
                <c:pt idx="43">
                  <c:v>0.19286368</c:v>
                </c:pt>
                <c:pt idx="44">
                  <c:v>0.15529143</c:v>
                </c:pt>
                <c:pt idx="45">
                  <c:v>0.11705419</c:v>
                </c:pt>
                <c:pt idx="46">
                  <c:v>0.07831572</c:v>
                </c:pt>
                <c:pt idx="47">
                  <c:v>0.03924188</c:v>
                </c:pt>
                <c:pt idx="48">
                  <c:v>0</c:v>
                </c:pt>
                <c:pt idx="49">
                  <c:v>-0.03924188</c:v>
                </c:pt>
                <c:pt idx="50">
                  <c:v>-0.07831572</c:v>
                </c:pt>
                <c:pt idx="51">
                  <c:v>-0.11705419</c:v>
                </c:pt>
                <c:pt idx="52">
                  <c:v>-0.15529143</c:v>
                </c:pt>
                <c:pt idx="53">
                  <c:v>-0.19286368</c:v>
                </c:pt>
                <c:pt idx="54">
                  <c:v>-0.22961006</c:v>
                </c:pt>
                <c:pt idx="55">
                  <c:v>-0.26537321</c:v>
                </c:pt>
                <c:pt idx="56">
                  <c:v>-0.3</c:v>
                </c:pt>
                <c:pt idx="57">
                  <c:v>-0.33334214</c:v>
                </c:pt>
                <c:pt idx="58">
                  <c:v>-0.36525686</c:v>
                </c:pt>
                <c:pt idx="59">
                  <c:v>-0.39560749</c:v>
                </c:pt>
                <c:pt idx="60">
                  <c:v>-0.42426407</c:v>
                </c:pt>
                <c:pt idx="61">
                  <c:v>-0.45110388</c:v>
                </c:pt>
                <c:pt idx="62">
                  <c:v>-0.476012</c:v>
                </c:pt>
                <c:pt idx="63">
                  <c:v>-0.49888177</c:v>
                </c:pt>
                <c:pt idx="64">
                  <c:v>-0.51961524</c:v>
                </c:pt>
                <c:pt idx="65">
                  <c:v>-0.53812364</c:v>
                </c:pt>
                <c:pt idx="66">
                  <c:v>-0.55432772</c:v>
                </c:pt>
                <c:pt idx="67">
                  <c:v>-0.56815808</c:v>
                </c:pt>
                <c:pt idx="68">
                  <c:v>-0.5795555</c:v>
                </c:pt>
                <c:pt idx="69">
                  <c:v>-0.58847117</c:v>
                </c:pt>
                <c:pt idx="70">
                  <c:v>-0.59486692</c:v>
                </c:pt>
                <c:pt idx="71">
                  <c:v>-0.59871535</c:v>
                </c:pt>
                <c:pt idx="72">
                  <c:v>-0.6</c:v>
                </c:pt>
                <c:pt idx="73">
                  <c:v>-0.59871535</c:v>
                </c:pt>
                <c:pt idx="74">
                  <c:v>-0.59486692</c:v>
                </c:pt>
                <c:pt idx="75">
                  <c:v>-0.58847117</c:v>
                </c:pt>
                <c:pt idx="76">
                  <c:v>-0.5795555</c:v>
                </c:pt>
                <c:pt idx="77">
                  <c:v>-0.56815808</c:v>
                </c:pt>
                <c:pt idx="78">
                  <c:v>-0.55432772</c:v>
                </c:pt>
                <c:pt idx="79">
                  <c:v>-0.53812364</c:v>
                </c:pt>
                <c:pt idx="80">
                  <c:v>-0.51961524</c:v>
                </c:pt>
                <c:pt idx="81">
                  <c:v>-0.49888177</c:v>
                </c:pt>
                <c:pt idx="82">
                  <c:v>-0.476012</c:v>
                </c:pt>
                <c:pt idx="83">
                  <c:v>-0.45110388</c:v>
                </c:pt>
                <c:pt idx="84">
                  <c:v>-0.42426407</c:v>
                </c:pt>
                <c:pt idx="85">
                  <c:v>-0.39560749</c:v>
                </c:pt>
                <c:pt idx="86">
                  <c:v>-0.36525686</c:v>
                </c:pt>
                <c:pt idx="87">
                  <c:v>-0.33334214</c:v>
                </c:pt>
                <c:pt idx="88">
                  <c:v>-0.3</c:v>
                </c:pt>
                <c:pt idx="89">
                  <c:v>-0.26537321</c:v>
                </c:pt>
                <c:pt idx="90">
                  <c:v>-0.22961006</c:v>
                </c:pt>
                <c:pt idx="91">
                  <c:v>-0.19286368</c:v>
                </c:pt>
                <c:pt idx="92">
                  <c:v>-0.15529143</c:v>
                </c:pt>
                <c:pt idx="93">
                  <c:v>-0.11705419</c:v>
                </c:pt>
                <c:pt idx="94">
                  <c:v>-0.07831572</c:v>
                </c:pt>
                <c:pt idx="95">
                  <c:v>-0.03924188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4B5-044F-81C2-236D4E99087E}"/>
            </c:ext>
          </c:extLst>
        </c:ser>
        <c:ser>
          <c:idx val="4"/>
          <c:order val="4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Data'!$I$2:$I$98</c:f>
              <c:numCache>
                <c:formatCode>General</c:formatCode>
                <c:ptCount val="97"/>
                <c:pt idx="0">
                  <c:v>2.44948974</c:v>
                </c:pt>
                <c:pt idx="1">
                  <c:v>2.4442452</c:v>
                </c:pt>
                <c:pt idx="2">
                  <c:v>2.42853402</c:v>
                </c:pt>
                <c:pt idx="3">
                  <c:v>2.40242348</c:v>
                </c:pt>
                <c:pt idx="4">
                  <c:v>2.3660254</c:v>
                </c:pt>
                <c:pt idx="5">
                  <c:v>2.31949564</c:v>
                </c:pt>
                <c:pt idx="6">
                  <c:v>2.26303344</c:v>
                </c:pt>
                <c:pt idx="7">
                  <c:v>2.19688058</c:v>
                </c:pt>
                <c:pt idx="8">
                  <c:v>2.12132034</c:v>
                </c:pt>
                <c:pt idx="9">
                  <c:v>2.03667629</c:v>
                </c:pt>
                <c:pt idx="10">
                  <c:v>1.94331087</c:v>
                </c:pt>
                <c:pt idx="11">
                  <c:v>1.8416239</c:v>
                </c:pt>
                <c:pt idx="12">
                  <c:v>1.73205081</c:v>
                </c:pt>
                <c:pt idx="13">
                  <c:v>1.61506081</c:v>
                </c:pt>
                <c:pt idx="14">
                  <c:v>1.49115488</c:v>
                </c:pt>
                <c:pt idx="15">
                  <c:v>1.36086359</c:v>
                </c:pt>
                <c:pt idx="16">
                  <c:v>1.22474487</c:v>
                </c:pt>
                <c:pt idx="17">
                  <c:v>1.08338161</c:v>
                </c:pt>
                <c:pt idx="18">
                  <c:v>0.93737914</c:v>
                </c:pt>
                <c:pt idx="19">
                  <c:v>0.78736267</c:v>
                </c:pt>
                <c:pt idx="20">
                  <c:v>0.6339746</c:v>
                </c:pt>
                <c:pt idx="21">
                  <c:v>0.47787174</c:v>
                </c:pt>
                <c:pt idx="22">
                  <c:v>0.31972257</c:v>
                </c:pt>
                <c:pt idx="23">
                  <c:v>0.16020429</c:v>
                </c:pt>
                <c:pt idx="24">
                  <c:v>0</c:v>
                </c:pt>
                <c:pt idx="25">
                  <c:v>-0.16020429</c:v>
                </c:pt>
                <c:pt idx="26">
                  <c:v>-0.31972257</c:v>
                </c:pt>
                <c:pt idx="27">
                  <c:v>-0.47787174</c:v>
                </c:pt>
                <c:pt idx="28">
                  <c:v>-0.6339746</c:v>
                </c:pt>
                <c:pt idx="29">
                  <c:v>-0.78736267</c:v>
                </c:pt>
                <c:pt idx="30">
                  <c:v>-0.93737914</c:v>
                </c:pt>
                <c:pt idx="31">
                  <c:v>-1.08338161</c:v>
                </c:pt>
                <c:pt idx="32">
                  <c:v>-1.22474487</c:v>
                </c:pt>
                <c:pt idx="33">
                  <c:v>-1.36086359</c:v>
                </c:pt>
                <c:pt idx="34">
                  <c:v>-1.49115488</c:v>
                </c:pt>
                <c:pt idx="35">
                  <c:v>-1.61506081</c:v>
                </c:pt>
                <c:pt idx="36">
                  <c:v>-1.73205081</c:v>
                </c:pt>
                <c:pt idx="37">
                  <c:v>-1.8416239</c:v>
                </c:pt>
                <c:pt idx="38">
                  <c:v>-1.94331087</c:v>
                </c:pt>
                <c:pt idx="39">
                  <c:v>-2.03667629</c:v>
                </c:pt>
                <c:pt idx="40">
                  <c:v>-2.12132034</c:v>
                </c:pt>
                <c:pt idx="41">
                  <c:v>-2.19688058</c:v>
                </c:pt>
                <c:pt idx="42">
                  <c:v>-2.26303344</c:v>
                </c:pt>
                <c:pt idx="43">
                  <c:v>-2.31949564</c:v>
                </c:pt>
                <c:pt idx="44">
                  <c:v>-2.3660254</c:v>
                </c:pt>
                <c:pt idx="45">
                  <c:v>-2.40242348</c:v>
                </c:pt>
                <c:pt idx="46">
                  <c:v>-2.42853402</c:v>
                </c:pt>
                <c:pt idx="47">
                  <c:v>-2.4442452</c:v>
                </c:pt>
                <c:pt idx="48">
                  <c:v>-2.44948974</c:v>
                </c:pt>
                <c:pt idx="49">
                  <c:v>-2.4442452</c:v>
                </c:pt>
                <c:pt idx="50">
                  <c:v>-2.42853402</c:v>
                </c:pt>
                <c:pt idx="51">
                  <c:v>-2.40242348</c:v>
                </c:pt>
                <c:pt idx="52">
                  <c:v>-2.3660254</c:v>
                </c:pt>
                <c:pt idx="53">
                  <c:v>-2.31949564</c:v>
                </c:pt>
                <c:pt idx="54">
                  <c:v>-2.26303344</c:v>
                </c:pt>
                <c:pt idx="55">
                  <c:v>-2.19688058</c:v>
                </c:pt>
                <c:pt idx="56">
                  <c:v>-2.12132034</c:v>
                </c:pt>
                <c:pt idx="57">
                  <c:v>-2.03667629</c:v>
                </c:pt>
                <c:pt idx="58">
                  <c:v>-1.94331087</c:v>
                </c:pt>
                <c:pt idx="59">
                  <c:v>-1.8416239</c:v>
                </c:pt>
                <c:pt idx="60">
                  <c:v>-1.73205081</c:v>
                </c:pt>
                <c:pt idx="61">
                  <c:v>-1.61506081</c:v>
                </c:pt>
                <c:pt idx="62">
                  <c:v>-1.49115488</c:v>
                </c:pt>
                <c:pt idx="63">
                  <c:v>-1.36086359</c:v>
                </c:pt>
                <c:pt idx="64">
                  <c:v>-1.22474487</c:v>
                </c:pt>
                <c:pt idx="65">
                  <c:v>-1.08338161</c:v>
                </c:pt>
                <c:pt idx="66">
                  <c:v>-0.93737914</c:v>
                </c:pt>
                <c:pt idx="67">
                  <c:v>-0.78736267</c:v>
                </c:pt>
                <c:pt idx="68">
                  <c:v>-0.6339746</c:v>
                </c:pt>
                <c:pt idx="69">
                  <c:v>-0.47787174</c:v>
                </c:pt>
                <c:pt idx="70">
                  <c:v>-0.31972257</c:v>
                </c:pt>
                <c:pt idx="71">
                  <c:v>-0.16020429</c:v>
                </c:pt>
                <c:pt idx="72">
                  <c:v>-0</c:v>
                </c:pt>
                <c:pt idx="73">
                  <c:v>0.16020429</c:v>
                </c:pt>
                <c:pt idx="74">
                  <c:v>0.31972257</c:v>
                </c:pt>
                <c:pt idx="75">
                  <c:v>0.47787174</c:v>
                </c:pt>
                <c:pt idx="76">
                  <c:v>0.6339746</c:v>
                </c:pt>
                <c:pt idx="77">
                  <c:v>0.78736267</c:v>
                </c:pt>
                <c:pt idx="78">
                  <c:v>0.93737914</c:v>
                </c:pt>
                <c:pt idx="79">
                  <c:v>1.08338161</c:v>
                </c:pt>
                <c:pt idx="80">
                  <c:v>1.22474487</c:v>
                </c:pt>
                <c:pt idx="81">
                  <c:v>1.36086359</c:v>
                </c:pt>
                <c:pt idx="82">
                  <c:v>1.49115488</c:v>
                </c:pt>
                <c:pt idx="83">
                  <c:v>1.61506081</c:v>
                </c:pt>
                <c:pt idx="84">
                  <c:v>1.73205081</c:v>
                </c:pt>
                <c:pt idx="85">
                  <c:v>1.8416239</c:v>
                </c:pt>
                <c:pt idx="86">
                  <c:v>1.94331087</c:v>
                </c:pt>
                <c:pt idx="87">
                  <c:v>2.03667629</c:v>
                </c:pt>
                <c:pt idx="88">
                  <c:v>2.12132034</c:v>
                </c:pt>
                <c:pt idx="89">
                  <c:v>2.19688058</c:v>
                </c:pt>
                <c:pt idx="90">
                  <c:v>2.26303344</c:v>
                </c:pt>
                <c:pt idx="91">
                  <c:v>2.31949564</c:v>
                </c:pt>
                <c:pt idx="92">
                  <c:v>2.3660254</c:v>
                </c:pt>
                <c:pt idx="93">
                  <c:v>2.40242348</c:v>
                </c:pt>
                <c:pt idx="94">
                  <c:v>2.42853402</c:v>
                </c:pt>
                <c:pt idx="95">
                  <c:v>2.4442452</c:v>
                </c:pt>
                <c:pt idx="96">
                  <c:v>2.44948974</c:v>
                </c:pt>
              </c:numCache>
            </c:numRef>
          </c:xVal>
          <c:yVal>
            <c:numRef>
              <c:f>'Chart Data'!$J$2:$J$98</c:f>
              <c:numCache>
                <c:formatCode>0</c:formatCode>
                <c:ptCount val="97"/>
                <c:pt idx="0">
                  <c:v>0</c:v>
                </c:pt>
                <c:pt idx="1">
                  <c:v>0.05066105</c:v>
                </c:pt>
                <c:pt idx="2">
                  <c:v>0.10110515</c:v>
                </c:pt>
                <c:pt idx="3">
                  <c:v>0.15111631</c:v>
                </c:pt>
                <c:pt idx="4">
                  <c:v>0.20048037</c:v>
                </c:pt>
                <c:pt idx="5">
                  <c:v>0.24898594</c:v>
                </c:pt>
                <c:pt idx="6">
                  <c:v>0.29642531</c:v>
                </c:pt>
                <c:pt idx="7">
                  <c:v>0.34259535</c:v>
                </c:pt>
                <c:pt idx="8">
                  <c:v>0.38729833</c:v>
                </c:pt>
                <c:pt idx="9">
                  <c:v>0.43034285</c:v>
                </c:pt>
                <c:pt idx="10">
                  <c:v>0.47154458</c:v>
                </c:pt>
                <c:pt idx="11">
                  <c:v>0.51072707</c:v>
                </c:pt>
                <c:pt idx="12">
                  <c:v>0.54772256</c:v>
                </c:pt>
                <c:pt idx="13">
                  <c:v>0.58237261</c:v>
                </c:pt>
                <c:pt idx="14">
                  <c:v>0.61452885</c:v>
                </c:pt>
                <c:pt idx="15">
                  <c:v>0.64405359</c:v>
                </c:pt>
                <c:pt idx="16">
                  <c:v>0.67082039</c:v>
                </c:pt>
                <c:pt idx="17">
                  <c:v>0.69471464</c:v>
                </c:pt>
                <c:pt idx="18">
                  <c:v>0.71563401</c:v>
                </c:pt>
                <c:pt idx="19">
                  <c:v>0.73348892</c:v>
                </c:pt>
                <c:pt idx="20">
                  <c:v>0.74820293</c:v>
                </c:pt>
                <c:pt idx="21">
                  <c:v>0.75971301</c:v>
                </c:pt>
                <c:pt idx="22">
                  <c:v>0.76796989</c:v>
                </c:pt>
                <c:pt idx="23">
                  <c:v>0.7729382</c:v>
                </c:pt>
                <c:pt idx="24">
                  <c:v>0.77459667</c:v>
                </c:pt>
                <c:pt idx="25">
                  <c:v>0.7729382</c:v>
                </c:pt>
                <c:pt idx="26">
                  <c:v>0.76796989</c:v>
                </c:pt>
                <c:pt idx="27">
                  <c:v>0.75971301</c:v>
                </c:pt>
                <c:pt idx="28">
                  <c:v>0.74820293</c:v>
                </c:pt>
                <c:pt idx="29">
                  <c:v>0.73348892</c:v>
                </c:pt>
                <c:pt idx="30">
                  <c:v>0.71563401</c:v>
                </c:pt>
                <c:pt idx="31">
                  <c:v>0.69471464</c:v>
                </c:pt>
                <c:pt idx="32">
                  <c:v>0.67082039</c:v>
                </c:pt>
                <c:pt idx="33">
                  <c:v>0.64405359</c:v>
                </c:pt>
                <c:pt idx="34">
                  <c:v>0.61452885</c:v>
                </c:pt>
                <c:pt idx="35">
                  <c:v>0.58237261</c:v>
                </c:pt>
                <c:pt idx="36">
                  <c:v>0.54772256</c:v>
                </c:pt>
                <c:pt idx="37">
                  <c:v>0.51072707</c:v>
                </c:pt>
                <c:pt idx="38">
                  <c:v>0.47154458</c:v>
                </c:pt>
                <c:pt idx="39">
                  <c:v>0.43034285</c:v>
                </c:pt>
                <c:pt idx="40">
                  <c:v>0.38729833</c:v>
                </c:pt>
                <c:pt idx="41">
                  <c:v>0.34259535</c:v>
                </c:pt>
                <c:pt idx="42">
                  <c:v>0.29642531</c:v>
                </c:pt>
                <c:pt idx="43">
                  <c:v>0.24898594</c:v>
                </c:pt>
                <c:pt idx="44">
                  <c:v>0.20048037</c:v>
                </c:pt>
                <c:pt idx="45">
                  <c:v>0.15111631</c:v>
                </c:pt>
                <c:pt idx="46">
                  <c:v>0.10110515</c:v>
                </c:pt>
                <c:pt idx="47">
                  <c:v>0.05066105</c:v>
                </c:pt>
                <c:pt idx="48">
                  <c:v>0</c:v>
                </c:pt>
                <c:pt idx="49">
                  <c:v>-0.05066105</c:v>
                </c:pt>
                <c:pt idx="50">
                  <c:v>-0.10110515</c:v>
                </c:pt>
                <c:pt idx="51">
                  <c:v>-0.15111631</c:v>
                </c:pt>
                <c:pt idx="52">
                  <c:v>-0.20048037</c:v>
                </c:pt>
                <c:pt idx="53">
                  <c:v>-0.24898594</c:v>
                </c:pt>
                <c:pt idx="54">
                  <c:v>-0.29642531</c:v>
                </c:pt>
                <c:pt idx="55">
                  <c:v>-0.34259535</c:v>
                </c:pt>
                <c:pt idx="56">
                  <c:v>-0.38729833</c:v>
                </c:pt>
                <c:pt idx="57">
                  <c:v>-0.43034285</c:v>
                </c:pt>
                <c:pt idx="58">
                  <c:v>-0.47154458</c:v>
                </c:pt>
                <c:pt idx="59">
                  <c:v>-0.51072707</c:v>
                </c:pt>
                <c:pt idx="60">
                  <c:v>-0.54772256</c:v>
                </c:pt>
                <c:pt idx="61">
                  <c:v>-0.58237261</c:v>
                </c:pt>
                <c:pt idx="62">
                  <c:v>-0.61452885</c:v>
                </c:pt>
                <c:pt idx="63">
                  <c:v>-0.64405359</c:v>
                </c:pt>
                <c:pt idx="64">
                  <c:v>-0.67082039</c:v>
                </c:pt>
                <c:pt idx="65">
                  <c:v>-0.69471464</c:v>
                </c:pt>
                <c:pt idx="66">
                  <c:v>-0.71563401</c:v>
                </c:pt>
                <c:pt idx="67">
                  <c:v>-0.73348892</c:v>
                </c:pt>
                <c:pt idx="68">
                  <c:v>-0.74820293</c:v>
                </c:pt>
                <c:pt idx="69">
                  <c:v>-0.75971301</c:v>
                </c:pt>
                <c:pt idx="70">
                  <c:v>-0.76796989</c:v>
                </c:pt>
                <c:pt idx="71">
                  <c:v>-0.7729382</c:v>
                </c:pt>
                <c:pt idx="72">
                  <c:v>-0.77459667</c:v>
                </c:pt>
                <c:pt idx="73">
                  <c:v>-0.7729382</c:v>
                </c:pt>
                <c:pt idx="74">
                  <c:v>-0.76796989</c:v>
                </c:pt>
                <c:pt idx="75">
                  <c:v>-0.75971301</c:v>
                </c:pt>
                <c:pt idx="76">
                  <c:v>-0.74820293</c:v>
                </c:pt>
                <c:pt idx="77">
                  <c:v>-0.73348892</c:v>
                </c:pt>
                <c:pt idx="78">
                  <c:v>-0.71563401</c:v>
                </c:pt>
                <c:pt idx="79">
                  <c:v>-0.69471464</c:v>
                </c:pt>
                <c:pt idx="80">
                  <c:v>-0.67082039</c:v>
                </c:pt>
                <c:pt idx="81">
                  <c:v>-0.64405359</c:v>
                </c:pt>
                <c:pt idx="82">
                  <c:v>-0.61452885</c:v>
                </c:pt>
                <c:pt idx="83">
                  <c:v>-0.58237261</c:v>
                </c:pt>
                <c:pt idx="84">
                  <c:v>-0.54772256</c:v>
                </c:pt>
                <c:pt idx="85">
                  <c:v>-0.51072707</c:v>
                </c:pt>
                <c:pt idx="86">
                  <c:v>-0.47154458</c:v>
                </c:pt>
                <c:pt idx="87">
                  <c:v>-0.43034285</c:v>
                </c:pt>
                <c:pt idx="88">
                  <c:v>-0.38729833</c:v>
                </c:pt>
                <c:pt idx="89">
                  <c:v>-0.34259535</c:v>
                </c:pt>
                <c:pt idx="90">
                  <c:v>-0.29642531</c:v>
                </c:pt>
                <c:pt idx="91">
                  <c:v>-0.24898594</c:v>
                </c:pt>
                <c:pt idx="92">
                  <c:v>-0.20048037</c:v>
                </c:pt>
                <c:pt idx="93">
                  <c:v>-0.15111631</c:v>
                </c:pt>
                <c:pt idx="94">
                  <c:v>-0.10110515</c:v>
                </c:pt>
                <c:pt idx="95">
                  <c:v>-0.05066105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4B5-044F-81C2-236D4E99087E}"/>
            </c:ext>
          </c:extLst>
        </c:ser>
        <c:ser>
          <c:idx val="5"/>
          <c:order val="5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Data'!$K$2:$K$98</c:f>
              <c:numCache>
                <c:formatCode>General</c:formatCode>
                <c:ptCount val="97"/>
                <c:pt idx="0">
                  <c:v>3.16227766</c:v>
                </c:pt>
                <c:pt idx="1">
                  <c:v>3.15550698</c:v>
                </c:pt>
                <c:pt idx="2">
                  <c:v>3.13522394</c:v>
                </c:pt>
                <c:pt idx="3">
                  <c:v>3.10151538</c:v>
                </c:pt>
                <c:pt idx="4">
                  <c:v>3.05452566</c:v>
                </c:pt>
                <c:pt idx="5">
                  <c:v>2.99445599</c:v>
                </c:pt>
                <c:pt idx="6">
                  <c:v>2.92156361</c:v>
                </c:pt>
                <c:pt idx="7">
                  <c:v>2.83616063</c:v>
                </c:pt>
                <c:pt idx="8">
                  <c:v>2.73861279</c:v>
                </c:pt>
                <c:pt idx="9">
                  <c:v>2.62933778</c:v>
                </c:pt>
                <c:pt idx="10">
                  <c:v>2.50880354</c:v>
                </c:pt>
                <c:pt idx="11">
                  <c:v>2.37752623</c:v>
                </c:pt>
                <c:pt idx="12">
                  <c:v>2.23606798</c:v>
                </c:pt>
                <c:pt idx="13">
                  <c:v>2.08503454</c:v>
                </c:pt>
                <c:pt idx="14">
                  <c:v>1.92507267</c:v>
                </c:pt>
                <c:pt idx="15">
                  <c:v>1.75686734</c:v>
                </c:pt>
                <c:pt idx="16">
                  <c:v>1.58113883</c:v>
                </c:pt>
                <c:pt idx="17">
                  <c:v>1.39863964</c:v>
                </c:pt>
                <c:pt idx="18">
                  <c:v>1.21015127</c:v>
                </c:pt>
                <c:pt idx="19">
                  <c:v>1.01648084</c:v>
                </c:pt>
                <c:pt idx="20">
                  <c:v>0.81845768</c:v>
                </c:pt>
                <c:pt idx="21">
                  <c:v>0.61692977</c:v>
                </c:pt>
                <c:pt idx="22">
                  <c:v>0.41276006</c:v>
                </c:pt>
                <c:pt idx="23">
                  <c:v>0.20682285</c:v>
                </c:pt>
                <c:pt idx="24">
                  <c:v>0</c:v>
                </c:pt>
                <c:pt idx="25">
                  <c:v>-0.20682285</c:v>
                </c:pt>
                <c:pt idx="26">
                  <c:v>-0.41276006</c:v>
                </c:pt>
                <c:pt idx="27">
                  <c:v>-0.61692977</c:v>
                </c:pt>
                <c:pt idx="28">
                  <c:v>-0.81845768</c:v>
                </c:pt>
                <c:pt idx="29">
                  <c:v>-1.01648084</c:v>
                </c:pt>
                <c:pt idx="30">
                  <c:v>-1.21015127</c:v>
                </c:pt>
                <c:pt idx="31">
                  <c:v>-1.39863964</c:v>
                </c:pt>
                <c:pt idx="32">
                  <c:v>-1.58113883</c:v>
                </c:pt>
                <c:pt idx="33">
                  <c:v>-1.75686734</c:v>
                </c:pt>
                <c:pt idx="34">
                  <c:v>-1.92507267</c:v>
                </c:pt>
                <c:pt idx="35">
                  <c:v>-2.08503454</c:v>
                </c:pt>
                <c:pt idx="36">
                  <c:v>-2.23606798</c:v>
                </c:pt>
                <c:pt idx="37">
                  <c:v>-2.37752623</c:v>
                </c:pt>
                <c:pt idx="38">
                  <c:v>-2.50880354</c:v>
                </c:pt>
                <c:pt idx="39">
                  <c:v>-2.62933778</c:v>
                </c:pt>
                <c:pt idx="40">
                  <c:v>-2.73861279</c:v>
                </c:pt>
                <c:pt idx="41">
                  <c:v>-2.83616063</c:v>
                </c:pt>
                <c:pt idx="42">
                  <c:v>-2.92156361</c:v>
                </c:pt>
                <c:pt idx="43">
                  <c:v>-2.99445599</c:v>
                </c:pt>
                <c:pt idx="44">
                  <c:v>-3.05452566</c:v>
                </c:pt>
                <c:pt idx="45">
                  <c:v>-3.10151538</c:v>
                </c:pt>
                <c:pt idx="46">
                  <c:v>-3.13522394</c:v>
                </c:pt>
                <c:pt idx="47">
                  <c:v>-3.15550698</c:v>
                </c:pt>
                <c:pt idx="48">
                  <c:v>-3.16227766</c:v>
                </c:pt>
                <c:pt idx="49">
                  <c:v>-3.15550698</c:v>
                </c:pt>
                <c:pt idx="50">
                  <c:v>-3.13522394</c:v>
                </c:pt>
                <c:pt idx="51">
                  <c:v>-3.10151538</c:v>
                </c:pt>
                <c:pt idx="52">
                  <c:v>-3.05452566</c:v>
                </c:pt>
                <c:pt idx="53">
                  <c:v>-2.99445599</c:v>
                </c:pt>
                <c:pt idx="54">
                  <c:v>-2.92156361</c:v>
                </c:pt>
                <c:pt idx="55">
                  <c:v>-2.83616063</c:v>
                </c:pt>
                <c:pt idx="56">
                  <c:v>-2.73861279</c:v>
                </c:pt>
                <c:pt idx="57">
                  <c:v>-2.62933778</c:v>
                </c:pt>
                <c:pt idx="58">
                  <c:v>-2.50880354</c:v>
                </c:pt>
                <c:pt idx="59">
                  <c:v>-2.37752623</c:v>
                </c:pt>
                <c:pt idx="60">
                  <c:v>-2.23606798</c:v>
                </c:pt>
                <c:pt idx="61">
                  <c:v>-2.08503454</c:v>
                </c:pt>
                <c:pt idx="62">
                  <c:v>-1.92507267</c:v>
                </c:pt>
                <c:pt idx="63">
                  <c:v>-1.75686734</c:v>
                </c:pt>
                <c:pt idx="64">
                  <c:v>-1.58113883</c:v>
                </c:pt>
                <c:pt idx="65">
                  <c:v>-1.39863964</c:v>
                </c:pt>
                <c:pt idx="66">
                  <c:v>-1.21015127</c:v>
                </c:pt>
                <c:pt idx="67">
                  <c:v>-1.01648084</c:v>
                </c:pt>
                <c:pt idx="68">
                  <c:v>-0.81845768</c:v>
                </c:pt>
                <c:pt idx="69">
                  <c:v>-0.61692977</c:v>
                </c:pt>
                <c:pt idx="70">
                  <c:v>-0.41276006</c:v>
                </c:pt>
                <c:pt idx="71">
                  <c:v>-0.20682285</c:v>
                </c:pt>
                <c:pt idx="72">
                  <c:v>-0</c:v>
                </c:pt>
                <c:pt idx="73">
                  <c:v>0.20682285</c:v>
                </c:pt>
                <c:pt idx="74">
                  <c:v>0.41276006</c:v>
                </c:pt>
                <c:pt idx="75">
                  <c:v>0.61692977</c:v>
                </c:pt>
                <c:pt idx="76">
                  <c:v>0.81845768</c:v>
                </c:pt>
                <c:pt idx="77">
                  <c:v>1.01648084</c:v>
                </c:pt>
                <c:pt idx="78">
                  <c:v>1.21015127</c:v>
                </c:pt>
                <c:pt idx="79">
                  <c:v>1.39863964</c:v>
                </c:pt>
                <c:pt idx="80">
                  <c:v>1.58113883</c:v>
                </c:pt>
                <c:pt idx="81">
                  <c:v>1.75686734</c:v>
                </c:pt>
                <c:pt idx="82">
                  <c:v>1.92507267</c:v>
                </c:pt>
                <c:pt idx="83">
                  <c:v>2.08503454</c:v>
                </c:pt>
                <c:pt idx="84">
                  <c:v>2.23606798</c:v>
                </c:pt>
                <c:pt idx="85">
                  <c:v>2.37752623</c:v>
                </c:pt>
                <c:pt idx="86">
                  <c:v>2.50880354</c:v>
                </c:pt>
                <c:pt idx="87">
                  <c:v>2.62933778</c:v>
                </c:pt>
                <c:pt idx="88">
                  <c:v>2.73861279</c:v>
                </c:pt>
                <c:pt idx="89">
                  <c:v>2.83616063</c:v>
                </c:pt>
                <c:pt idx="90">
                  <c:v>2.92156361</c:v>
                </c:pt>
                <c:pt idx="91">
                  <c:v>2.99445599</c:v>
                </c:pt>
                <c:pt idx="92">
                  <c:v>3.05452566</c:v>
                </c:pt>
                <c:pt idx="93">
                  <c:v>3.10151538</c:v>
                </c:pt>
                <c:pt idx="94">
                  <c:v>3.13522394</c:v>
                </c:pt>
                <c:pt idx="95">
                  <c:v>3.15550698</c:v>
                </c:pt>
                <c:pt idx="96">
                  <c:v>3.16227766</c:v>
                </c:pt>
              </c:numCache>
            </c:numRef>
          </c:xVal>
          <c:yVal>
            <c:numRef>
              <c:f>'Chart Data'!$L$2:$L$98</c:f>
              <c:numCache>
                <c:formatCode>0</c:formatCode>
                <c:ptCount val="97"/>
                <c:pt idx="0">
                  <c:v>0</c:v>
                </c:pt>
                <c:pt idx="1">
                  <c:v>0.06540313</c:v>
                </c:pt>
                <c:pt idx="2">
                  <c:v>0.13052619</c:v>
                </c:pt>
                <c:pt idx="3">
                  <c:v>0.19509032</c:v>
                </c:pt>
                <c:pt idx="4">
                  <c:v>0.25881905</c:v>
                </c:pt>
                <c:pt idx="5">
                  <c:v>0.32143947</c:v>
                </c:pt>
                <c:pt idx="6">
                  <c:v>0.38268343</c:v>
                </c:pt>
                <c:pt idx="7">
                  <c:v>0.44228869</c:v>
                </c:pt>
                <c:pt idx="8">
                  <c:v>0.5</c:v>
                </c:pt>
                <c:pt idx="9">
                  <c:v>0.55557023</c:v>
                </c:pt>
                <c:pt idx="10">
                  <c:v>0.60876143</c:v>
                </c:pt>
                <c:pt idx="11">
                  <c:v>0.65934582</c:v>
                </c:pt>
                <c:pt idx="12">
                  <c:v>0.70710678</c:v>
                </c:pt>
                <c:pt idx="13">
                  <c:v>0.75183981</c:v>
                </c:pt>
                <c:pt idx="14">
                  <c:v>0.79335334</c:v>
                </c:pt>
                <c:pt idx="15">
                  <c:v>0.83146961</c:v>
                </c:pt>
                <c:pt idx="16">
                  <c:v>0.8660254</c:v>
                </c:pt>
                <c:pt idx="17">
                  <c:v>0.89687274</c:v>
                </c:pt>
                <c:pt idx="18">
                  <c:v>0.92387953</c:v>
                </c:pt>
                <c:pt idx="19">
                  <c:v>0.94693013</c:v>
                </c:pt>
                <c:pt idx="20">
                  <c:v>0.96592583</c:v>
                </c:pt>
                <c:pt idx="21">
                  <c:v>0.98078528</c:v>
                </c:pt>
                <c:pt idx="22">
                  <c:v>0.99144486</c:v>
                </c:pt>
                <c:pt idx="23">
                  <c:v>0.99785892</c:v>
                </c:pt>
                <c:pt idx="24">
                  <c:v>1</c:v>
                </c:pt>
                <c:pt idx="25">
                  <c:v>0.99785892</c:v>
                </c:pt>
                <c:pt idx="26">
                  <c:v>0.99144486</c:v>
                </c:pt>
                <c:pt idx="27">
                  <c:v>0.98078528</c:v>
                </c:pt>
                <c:pt idx="28">
                  <c:v>0.96592583</c:v>
                </c:pt>
                <c:pt idx="29">
                  <c:v>0.94693013</c:v>
                </c:pt>
                <c:pt idx="30">
                  <c:v>0.92387953</c:v>
                </c:pt>
                <c:pt idx="31">
                  <c:v>0.89687274</c:v>
                </c:pt>
                <c:pt idx="32">
                  <c:v>0.8660254</c:v>
                </c:pt>
                <c:pt idx="33">
                  <c:v>0.83146961</c:v>
                </c:pt>
                <c:pt idx="34">
                  <c:v>0.79335334</c:v>
                </c:pt>
                <c:pt idx="35">
                  <c:v>0.75183981</c:v>
                </c:pt>
                <c:pt idx="36">
                  <c:v>0.70710678</c:v>
                </c:pt>
                <c:pt idx="37">
                  <c:v>0.65934582</c:v>
                </c:pt>
                <c:pt idx="38">
                  <c:v>0.60876143</c:v>
                </c:pt>
                <c:pt idx="39">
                  <c:v>0.55557023</c:v>
                </c:pt>
                <c:pt idx="40">
                  <c:v>0.5</c:v>
                </c:pt>
                <c:pt idx="41">
                  <c:v>0.44228869</c:v>
                </c:pt>
                <c:pt idx="42">
                  <c:v>0.38268343</c:v>
                </c:pt>
                <c:pt idx="43">
                  <c:v>0.32143947</c:v>
                </c:pt>
                <c:pt idx="44">
                  <c:v>0.25881905</c:v>
                </c:pt>
                <c:pt idx="45">
                  <c:v>0.19509032</c:v>
                </c:pt>
                <c:pt idx="46">
                  <c:v>0.13052619</c:v>
                </c:pt>
                <c:pt idx="47">
                  <c:v>0.06540313</c:v>
                </c:pt>
                <c:pt idx="48">
                  <c:v>0</c:v>
                </c:pt>
                <c:pt idx="49">
                  <c:v>-0.06540313</c:v>
                </c:pt>
                <c:pt idx="50">
                  <c:v>-0.13052619</c:v>
                </c:pt>
                <c:pt idx="51">
                  <c:v>-0.19509032</c:v>
                </c:pt>
                <c:pt idx="52">
                  <c:v>-0.25881905</c:v>
                </c:pt>
                <c:pt idx="53">
                  <c:v>-0.32143947</c:v>
                </c:pt>
                <c:pt idx="54">
                  <c:v>-0.38268343</c:v>
                </c:pt>
                <c:pt idx="55">
                  <c:v>-0.44228869</c:v>
                </c:pt>
                <c:pt idx="56">
                  <c:v>-0.5</c:v>
                </c:pt>
                <c:pt idx="57">
                  <c:v>-0.55557023</c:v>
                </c:pt>
                <c:pt idx="58">
                  <c:v>-0.60876143</c:v>
                </c:pt>
                <c:pt idx="59">
                  <c:v>-0.65934582</c:v>
                </c:pt>
                <c:pt idx="60">
                  <c:v>-0.70710678</c:v>
                </c:pt>
                <c:pt idx="61">
                  <c:v>-0.75183981</c:v>
                </c:pt>
                <c:pt idx="62">
                  <c:v>-0.79335334</c:v>
                </c:pt>
                <c:pt idx="63">
                  <c:v>-0.83146961</c:v>
                </c:pt>
                <c:pt idx="64">
                  <c:v>-0.8660254</c:v>
                </c:pt>
                <c:pt idx="65">
                  <c:v>-0.89687274</c:v>
                </c:pt>
                <c:pt idx="66">
                  <c:v>-0.92387953</c:v>
                </c:pt>
                <c:pt idx="67">
                  <c:v>-0.94693013</c:v>
                </c:pt>
                <c:pt idx="68">
                  <c:v>-0.96592583</c:v>
                </c:pt>
                <c:pt idx="69">
                  <c:v>-0.98078528</c:v>
                </c:pt>
                <c:pt idx="70">
                  <c:v>-0.99144486</c:v>
                </c:pt>
                <c:pt idx="71">
                  <c:v>-0.99785892</c:v>
                </c:pt>
                <c:pt idx="72">
                  <c:v>-1</c:v>
                </c:pt>
                <c:pt idx="73">
                  <c:v>-0.99785892</c:v>
                </c:pt>
                <c:pt idx="74">
                  <c:v>-0.99144486</c:v>
                </c:pt>
                <c:pt idx="75">
                  <c:v>-0.98078528</c:v>
                </c:pt>
                <c:pt idx="76">
                  <c:v>-0.96592583</c:v>
                </c:pt>
                <c:pt idx="77">
                  <c:v>-0.94693013</c:v>
                </c:pt>
                <c:pt idx="78">
                  <c:v>-0.92387953</c:v>
                </c:pt>
                <c:pt idx="79">
                  <c:v>-0.89687274</c:v>
                </c:pt>
                <c:pt idx="80">
                  <c:v>-0.8660254</c:v>
                </c:pt>
                <c:pt idx="81">
                  <c:v>-0.83146961</c:v>
                </c:pt>
                <c:pt idx="82">
                  <c:v>-0.79335334</c:v>
                </c:pt>
                <c:pt idx="83">
                  <c:v>-0.75183981</c:v>
                </c:pt>
                <c:pt idx="84">
                  <c:v>-0.70710678</c:v>
                </c:pt>
                <c:pt idx="85">
                  <c:v>-0.65934582</c:v>
                </c:pt>
                <c:pt idx="86">
                  <c:v>-0.60876143</c:v>
                </c:pt>
                <c:pt idx="87">
                  <c:v>-0.55557023</c:v>
                </c:pt>
                <c:pt idx="88">
                  <c:v>-0.5</c:v>
                </c:pt>
                <c:pt idx="89">
                  <c:v>-0.44228869</c:v>
                </c:pt>
                <c:pt idx="90">
                  <c:v>-0.38268343</c:v>
                </c:pt>
                <c:pt idx="91">
                  <c:v>-0.32143947</c:v>
                </c:pt>
                <c:pt idx="92">
                  <c:v>-0.25881905</c:v>
                </c:pt>
                <c:pt idx="93">
                  <c:v>-0.19509032</c:v>
                </c:pt>
                <c:pt idx="94">
                  <c:v>-0.13052619</c:v>
                </c:pt>
                <c:pt idx="95">
                  <c:v>-0.06540313</c:v>
                </c:pt>
                <c:pt idx="96">
                  <c:v>-0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4B5-044F-81C2-236D4E99087E}"/>
            </c:ext>
          </c:extLst>
        </c:ser>
        <c:ser>
          <c:idx val="6"/>
          <c:order val="6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Data'!$M$2:$M$82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Data'!$N$2:$N$82</c:f>
              <c:numCache>
                <c:formatCode>0</c:formatCode>
                <c:ptCount val="81"/>
                <c:pt idx="0">
                  <c:v>0.63245553</c:v>
                </c:pt>
                <c:pt idx="1">
                  <c:v>0.69209826</c:v>
                </c:pt>
                <c:pt idx="2">
                  <c:v>0.74565408</c:v>
                </c:pt>
                <c:pt idx="3">
                  <c:v>0.79435508</c:v>
                </c:pt>
                <c:pt idx="4">
                  <c:v>0.83904708</c:v>
                </c:pt>
                <c:pt idx="5">
                  <c:v>0.88034084</c:v>
                </c:pt>
                <c:pt idx="6">
                  <c:v>0.91869473</c:v>
                </c:pt>
                <c:pt idx="7">
                  <c:v>0.9544632</c:v>
                </c:pt>
                <c:pt idx="8">
                  <c:v>0.98792712</c:v>
                </c:pt>
                <c:pt idx="9">
                  <c:v>1.01931349</c:v>
                </c:pt>
                <c:pt idx="10">
                  <c:v>1.04880885</c:v>
                </c:pt>
                <c:pt idx="11">
                  <c:v>1.07656862</c:v>
                </c:pt>
                <c:pt idx="12">
                  <c:v>1.1027239</c:v>
                </c:pt>
                <c:pt idx="13">
                  <c:v>1.12738636</c:v>
                </c:pt>
                <c:pt idx="14">
                  <c:v>1.15065199</c:v>
                </c:pt>
                <c:pt idx="15">
                  <c:v>1.17260394</c:v>
                </c:pt>
                <c:pt idx="16">
                  <c:v>1.19331471</c:v>
                </c:pt>
                <c:pt idx="17">
                  <c:v>1.21284789</c:v>
                </c:pt>
                <c:pt idx="18">
                  <c:v>1.23125952</c:v>
                </c:pt>
                <c:pt idx="19">
                  <c:v>1.24859922</c:v>
                </c:pt>
                <c:pt idx="20">
                  <c:v>1.26491106</c:v>
                </c:pt>
                <c:pt idx="21">
                  <c:v>1.28023435</c:v>
                </c:pt>
                <c:pt idx="22">
                  <c:v>1.29460419</c:v>
                </c:pt>
                <c:pt idx="23">
                  <c:v>1.30805199</c:v>
                </c:pt>
                <c:pt idx="24">
                  <c:v>1.32060592</c:v>
                </c:pt>
                <c:pt idx="25">
                  <c:v>1.33229126</c:v>
                </c:pt>
                <c:pt idx="26">
                  <c:v>1.34313067</c:v>
                </c:pt>
                <c:pt idx="27">
                  <c:v>1.35314449</c:v>
                </c:pt>
                <c:pt idx="28">
                  <c:v>1.36235091</c:v>
                </c:pt>
                <c:pt idx="29">
                  <c:v>1.37076621</c:v>
                </c:pt>
                <c:pt idx="30">
                  <c:v>1.37840488</c:v>
                </c:pt>
                <c:pt idx="31">
                  <c:v>1.38527976</c:v>
                </c:pt>
                <c:pt idx="32">
                  <c:v>1.39140217</c:v>
                </c:pt>
                <c:pt idx="33">
                  <c:v>1.39678202</c:v>
                </c:pt>
                <c:pt idx="34">
                  <c:v>1.40142784</c:v>
                </c:pt>
                <c:pt idx="35">
                  <c:v>1.40534693</c:v>
                </c:pt>
                <c:pt idx="36">
                  <c:v>1.40854535</c:v>
                </c:pt>
                <c:pt idx="37">
                  <c:v>1.41102799</c:v>
                </c:pt>
                <c:pt idx="38">
                  <c:v>1.41279864</c:v>
                </c:pt>
                <c:pt idx="39">
                  <c:v>1.41385996</c:v>
                </c:pt>
                <c:pt idx="40">
                  <c:v>1.41421356</c:v>
                </c:pt>
                <c:pt idx="41">
                  <c:v>1.41385996</c:v>
                </c:pt>
                <c:pt idx="42">
                  <c:v>1.41279864</c:v>
                </c:pt>
                <c:pt idx="43">
                  <c:v>1.41102799</c:v>
                </c:pt>
                <c:pt idx="44">
                  <c:v>1.40854535</c:v>
                </c:pt>
                <c:pt idx="45">
                  <c:v>1.40534693</c:v>
                </c:pt>
                <c:pt idx="46">
                  <c:v>1.40142784</c:v>
                </c:pt>
                <c:pt idx="47">
                  <c:v>1.39678202</c:v>
                </c:pt>
                <c:pt idx="48">
                  <c:v>1.39140217</c:v>
                </c:pt>
                <c:pt idx="49">
                  <c:v>1.38527976</c:v>
                </c:pt>
                <c:pt idx="50">
                  <c:v>1.37840488</c:v>
                </c:pt>
                <c:pt idx="51">
                  <c:v>1.37076621</c:v>
                </c:pt>
                <c:pt idx="52">
                  <c:v>1.36235091</c:v>
                </c:pt>
                <c:pt idx="53">
                  <c:v>1.35314449</c:v>
                </c:pt>
                <c:pt idx="54">
                  <c:v>1.34313067</c:v>
                </c:pt>
                <c:pt idx="55">
                  <c:v>1.33229126</c:v>
                </c:pt>
                <c:pt idx="56">
                  <c:v>1.32060592</c:v>
                </c:pt>
                <c:pt idx="57">
                  <c:v>1.30805199</c:v>
                </c:pt>
                <c:pt idx="58">
                  <c:v>1.29460419</c:v>
                </c:pt>
                <c:pt idx="59">
                  <c:v>1.28023435</c:v>
                </c:pt>
                <c:pt idx="60">
                  <c:v>1.26491106</c:v>
                </c:pt>
                <c:pt idx="61">
                  <c:v>1.24859922</c:v>
                </c:pt>
                <c:pt idx="62">
                  <c:v>1.23125952</c:v>
                </c:pt>
                <c:pt idx="63">
                  <c:v>1.21284789</c:v>
                </c:pt>
                <c:pt idx="64">
                  <c:v>1.19331471</c:v>
                </c:pt>
                <c:pt idx="65">
                  <c:v>1.17260394</c:v>
                </c:pt>
                <c:pt idx="66">
                  <c:v>1.15065199</c:v>
                </c:pt>
                <c:pt idx="67">
                  <c:v>1.12738636</c:v>
                </c:pt>
                <c:pt idx="68">
                  <c:v>1.1027239</c:v>
                </c:pt>
                <c:pt idx="69">
                  <c:v>1.07656862</c:v>
                </c:pt>
                <c:pt idx="70">
                  <c:v>1.04880885</c:v>
                </c:pt>
                <c:pt idx="71">
                  <c:v>1.01931349</c:v>
                </c:pt>
                <c:pt idx="72">
                  <c:v>0.98792712</c:v>
                </c:pt>
                <c:pt idx="73">
                  <c:v>0.9544632</c:v>
                </c:pt>
                <c:pt idx="74">
                  <c:v>0.91869473</c:v>
                </c:pt>
                <c:pt idx="75">
                  <c:v>0.88034084</c:v>
                </c:pt>
                <c:pt idx="76">
                  <c:v>0.83904708</c:v>
                </c:pt>
                <c:pt idx="77">
                  <c:v>0.79435508</c:v>
                </c:pt>
                <c:pt idx="78">
                  <c:v>0.74565408</c:v>
                </c:pt>
                <c:pt idx="79">
                  <c:v>0.69209826</c:v>
                </c:pt>
                <c:pt idx="80">
                  <c:v>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4B5-044F-81C2-236D4E99087E}"/>
            </c:ext>
          </c:extLst>
        </c:ser>
        <c:ser>
          <c:idx val="7"/>
          <c:order val="7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Data'!$O$2:$O$82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Data'!$P$2:$P$82</c:f>
              <c:numCache>
                <c:formatCode>0</c:formatCode>
                <c:ptCount val="81"/>
                <c:pt idx="0">
                  <c:v>-0.63245553</c:v>
                </c:pt>
                <c:pt idx="1">
                  <c:v>-0.69209826</c:v>
                </c:pt>
                <c:pt idx="2">
                  <c:v>-0.74565408</c:v>
                </c:pt>
                <c:pt idx="3">
                  <c:v>-0.79435508</c:v>
                </c:pt>
                <c:pt idx="4">
                  <c:v>-0.83904708</c:v>
                </c:pt>
                <c:pt idx="5">
                  <c:v>-0.88034084</c:v>
                </c:pt>
                <c:pt idx="6">
                  <c:v>-0.91869473</c:v>
                </c:pt>
                <c:pt idx="7">
                  <c:v>-0.9544632</c:v>
                </c:pt>
                <c:pt idx="8">
                  <c:v>-0.98792712</c:v>
                </c:pt>
                <c:pt idx="9">
                  <c:v>-1.01931349</c:v>
                </c:pt>
                <c:pt idx="10">
                  <c:v>-1.04880885</c:v>
                </c:pt>
                <c:pt idx="11">
                  <c:v>-1.07656862</c:v>
                </c:pt>
                <c:pt idx="12">
                  <c:v>-1.1027239</c:v>
                </c:pt>
                <c:pt idx="13">
                  <c:v>-1.12738636</c:v>
                </c:pt>
                <c:pt idx="14">
                  <c:v>-1.15065199</c:v>
                </c:pt>
                <c:pt idx="15">
                  <c:v>-1.17260394</c:v>
                </c:pt>
                <c:pt idx="16">
                  <c:v>-1.19331471</c:v>
                </c:pt>
                <c:pt idx="17">
                  <c:v>-1.21284789</c:v>
                </c:pt>
                <c:pt idx="18">
                  <c:v>-1.23125952</c:v>
                </c:pt>
                <c:pt idx="19">
                  <c:v>-1.24859922</c:v>
                </c:pt>
                <c:pt idx="20">
                  <c:v>-1.26491106</c:v>
                </c:pt>
                <c:pt idx="21">
                  <c:v>-1.28023435</c:v>
                </c:pt>
                <c:pt idx="22">
                  <c:v>-1.29460419</c:v>
                </c:pt>
                <c:pt idx="23">
                  <c:v>-1.30805199</c:v>
                </c:pt>
                <c:pt idx="24">
                  <c:v>-1.32060592</c:v>
                </c:pt>
                <c:pt idx="25">
                  <c:v>-1.33229126</c:v>
                </c:pt>
                <c:pt idx="26">
                  <c:v>-1.34313067</c:v>
                </c:pt>
                <c:pt idx="27">
                  <c:v>-1.35314449</c:v>
                </c:pt>
                <c:pt idx="28">
                  <c:v>-1.36235091</c:v>
                </c:pt>
                <c:pt idx="29">
                  <c:v>-1.37076621</c:v>
                </c:pt>
                <c:pt idx="30">
                  <c:v>-1.37840488</c:v>
                </c:pt>
                <c:pt idx="31">
                  <c:v>-1.38527976</c:v>
                </c:pt>
                <c:pt idx="32">
                  <c:v>-1.39140217</c:v>
                </c:pt>
                <c:pt idx="33">
                  <c:v>-1.39678202</c:v>
                </c:pt>
                <c:pt idx="34">
                  <c:v>-1.40142784</c:v>
                </c:pt>
                <c:pt idx="35">
                  <c:v>-1.40534693</c:v>
                </c:pt>
                <c:pt idx="36">
                  <c:v>-1.40854535</c:v>
                </c:pt>
                <c:pt idx="37">
                  <c:v>-1.41102799</c:v>
                </c:pt>
                <c:pt idx="38">
                  <c:v>-1.41279864</c:v>
                </c:pt>
                <c:pt idx="39">
                  <c:v>-1.41385996</c:v>
                </c:pt>
                <c:pt idx="40">
                  <c:v>-1.41421356</c:v>
                </c:pt>
                <c:pt idx="41">
                  <c:v>-1.41385996</c:v>
                </c:pt>
                <c:pt idx="42">
                  <c:v>-1.41279864</c:v>
                </c:pt>
                <c:pt idx="43">
                  <c:v>-1.41102799</c:v>
                </c:pt>
                <c:pt idx="44">
                  <c:v>-1.40854535</c:v>
                </c:pt>
                <c:pt idx="45">
                  <c:v>-1.40534693</c:v>
                </c:pt>
                <c:pt idx="46">
                  <c:v>-1.40142784</c:v>
                </c:pt>
                <c:pt idx="47">
                  <c:v>-1.39678202</c:v>
                </c:pt>
                <c:pt idx="48">
                  <c:v>-1.39140217</c:v>
                </c:pt>
                <c:pt idx="49">
                  <c:v>-1.38527976</c:v>
                </c:pt>
                <c:pt idx="50">
                  <c:v>-1.37840488</c:v>
                </c:pt>
                <c:pt idx="51">
                  <c:v>-1.37076621</c:v>
                </c:pt>
                <c:pt idx="52">
                  <c:v>-1.36235091</c:v>
                </c:pt>
                <c:pt idx="53">
                  <c:v>-1.35314449</c:v>
                </c:pt>
                <c:pt idx="54">
                  <c:v>-1.34313067</c:v>
                </c:pt>
                <c:pt idx="55">
                  <c:v>-1.33229126</c:v>
                </c:pt>
                <c:pt idx="56">
                  <c:v>-1.32060592</c:v>
                </c:pt>
                <c:pt idx="57">
                  <c:v>-1.30805199</c:v>
                </c:pt>
                <c:pt idx="58">
                  <c:v>-1.29460419</c:v>
                </c:pt>
                <c:pt idx="59">
                  <c:v>-1.28023435</c:v>
                </c:pt>
                <c:pt idx="60">
                  <c:v>-1.26491106</c:v>
                </c:pt>
                <c:pt idx="61">
                  <c:v>-1.24859922</c:v>
                </c:pt>
                <c:pt idx="62">
                  <c:v>-1.23125952</c:v>
                </c:pt>
                <c:pt idx="63">
                  <c:v>-1.21284789</c:v>
                </c:pt>
                <c:pt idx="64">
                  <c:v>-1.19331471</c:v>
                </c:pt>
                <c:pt idx="65">
                  <c:v>-1.17260394</c:v>
                </c:pt>
                <c:pt idx="66">
                  <c:v>-1.15065199</c:v>
                </c:pt>
                <c:pt idx="67">
                  <c:v>-1.12738636</c:v>
                </c:pt>
                <c:pt idx="68">
                  <c:v>-1.1027239</c:v>
                </c:pt>
                <c:pt idx="69">
                  <c:v>-1.07656862</c:v>
                </c:pt>
                <c:pt idx="70">
                  <c:v>-1.04880885</c:v>
                </c:pt>
                <c:pt idx="71">
                  <c:v>-1.01931349</c:v>
                </c:pt>
                <c:pt idx="72">
                  <c:v>-0.98792712</c:v>
                </c:pt>
                <c:pt idx="73">
                  <c:v>-0.9544632</c:v>
                </c:pt>
                <c:pt idx="74">
                  <c:v>-0.91869473</c:v>
                </c:pt>
                <c:pt idx="75">
                  <c:v>-0.88034084</c:v>
                </c:pt>
                <c:pt idx="76">
                  <c:v>-0.83904708</c:v>
                </c:pt>
                <c:pt idx="77">
                  <c:v>-0.79435508</c:v>
                </c:pt>
                <c:pt idx="78">
                  <c:v>-0.74565408</c:v>
                </c:pt>
                <c:pt idx="79">
                  <c:v>-0.69209826</c:v>
                </c:pt>
                <c:pt idx="80">
                  <c:v>-0.63245553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24B5-044F-81C2-236D4E99087E}"/>
            </c:ext>
          </c:extLst>
        </c:ser>
        <c:ser>
          <c:idx val="8"/>
          <c:order val="8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Data'!$Q$2:$Q$82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Data'!$R$2:$R$82</c:f>
              <c:numCache>
                <c:formatCode>0</c:formatCode>
                <c:ptCount val="81"/>
                <c:pt idx="0">
                  <c:v>1.12915898</c:v>
                </c:pt>
                <c:pt idx="1">
                  <c:v>1.16361506</c:v>
                </c:pt>
                <c:pt idx="2">
                  <c:v>1.19624412</c:v>
                </c:pt>
                <c:pt idx="3">
                  <c:v>1.22719192</c:v>
                </c:pt>
                <c:pt idx="4">
                  <c:v>1.25658267</c:v>
                </c:pt>
                <c:pt idx="5">
                  <c:v>1.28452326</c:v>
                </c:pt>
                <c:pt idx="6">
                  <c:v>1.3111064</c:v>
                </c:pt>
                <c:pt idx="7">
                  <c:v>1.33641311</c:v>
                </c:pt>
                <c:pt idx="8">
                  <c:v>1.36051461</c:v>
                </c:pt>
                <c:pt idx="9">
                  <c:v>1.38347389</c:v>
                </c:pt>
                <c:pt idx="10">
                  <c:v>1.40534693</c:v>
                </c:pt>
                <c:pt idx="11">
                  <c:v>1.42618372</c:v>
                </c:pt>
                <c:pt idx="12">
                  <c:v>1.44602905</c:v>
                </c:pt>
                <c:pt idx="13">
                  <c:v>1.46492321</c:v>
                </c:pt>
                <c:pt idx="14">
                  <c:v>1.48290256</c:v>
                </c:pt>
                <c:pt idx="15">
                  <c:v>1.5</c:v>
                </c:pt>
                <c:pt idx="16">
                  <c:v>1.51624536</c:v>
                </c:pt>
                <c:pt idx="17">
                  <c:v>1.53166576</c:v>
                </c:pt>
                <c:pt idx="18">
                  <c:v>1.54628587</c:v>
                </c:pt>
                <c:pt idx="19">
                  <c:v>1.5601282</c:v>
                </c:pt>
                <c:pt idx="20">
                  <c:v>1.57321327</c:v>
                </c:pt>
                <c:pt idx="21">
                  <c:v>1.58555984</c:v>
                </c:pt>
                <c:pt idx="22">
                  <c:v>1.59718502</c:v>
                </c:pt>
                <c:pt idx="23">
                  <c:v>1.60810447</c:v>
                </c:pt>
                <c:pt idx="24">
                  <c:v>1.61833248</c:v>
                </c:pt>
                <c:pt idx="25">
                  <c:v>1.62788206</c:v>
                </c:pt>
                <c:pt idx="26">
                  <c:v>1.6367651</c:v>
                </c:pt>
                <c:pt idx="27">
                  <c:v>1.6449924</c:v>
                </c:pt>
                <c:pt idx="28">
                  <c:v>1.65257375</c:v>
                </c:pt>
                <c:pt idx="29">
                  <c:v>1.659518</c:v>
                </c:pt>
                <c:pt idx="30">
                  <c:v>1.66583312</c:v>
                </c:pt>
                <c:pt idx="31">
                  <c:v>1.67152625</c:v>
                </c:pt>
                <c:pt idx="32">
                  <c:v>1.67660371</c:v>
                </c:pt>
                <c:pt idx="33">
                  <c:v>1.68107109</c:v>
                </c:pt>
                <c:pt idx="34">
                  <c:v>1.68493323</c:v>
                </c:pt>
                <c:pt idx="35">
                  <c:v>1.6881943</c:v>
                </c:pt>
                <c:pt idx="36">
                  <c:v>1.69085777</c:v>
                </c:pt>
                <c:pt idx="37">
                  <c:v>1.69292646</c:v>
                </c:pt>
                <c:pt idx="38">
                  <c:v>1.69440255</c:v>
                </c:pt>
                <c:pt idx="39">
                  <c:v>1.69528759</c:v>
                </c:pt>
                <c:pt idx="40">
                  <c:v>1.6955825</c:v>
                </c:pt>
                <c:pt idx="41">
                  <c:v>1.69528759</c:v>
                </c:pt>
                <c:pt idx="42">
                  <c:v>1.69440255</c:v>
                </c:pt>
                <c:pt idx="43">
                  <c:v>1.69292646</c:v>
                </c:pt>
                <c:pt idx="44">
                  <c:v>1.69085777</c:v>
                </c:pt>
                <c:pt idx="45">
                  <c:v>1.6881943</c:v>
                </c:pt>
                <c:pt idx="46">
                  <c:v>1.68493323</c:v>
                </c:pt>
                <c:pt idx="47">
                  <c:v>1.68107109</c:v>
                </c:pt>
                <c:pt idx="48">
                  <c:v>1.67660371</c:v>
                </c:pt>
                <c:pt idx="49">
                  <c:v>1.67152625</c:v>
                </c:pt>
                <c:pt idx="50">
                  <c:v>1.66583312</c:v>
                </c:pt>
                <c:pt idx="51">
                  <c:v>1.659518</c:v>
                </c:pt>
                <c:pt idx="52">
                  <c:v>1.65257375</c:v>
                </c:pt>
                <c:pt idx="53">
                  <c:v>1.6449924</c:v>
                </c:pt>
                <c:pt idx="54">
                  <c:v>1.6367651</c:v>
                </c:pt>
                <c:pt idx="55">
                  <c:v>1.62788206</c:v>
                </c:pt>
                <c:pt idx="56">
                  <c:v>1.61833248</c:v>
                </c:pt>
                <c:pt idx="57">
                  <c:v>1.60810447</c:v>
                </c:pt>
                <c:pt idx="58">
                  <c:v>1.59718502</c:v>
                </c:pt>
                <c:pt idx="59">
                  <c:v>1.58555984</c:v>
                </c:pt>
                <c:pt idx="60">
                  <c:v>1.57321327</c:v>
                </c:pt>
                <c:pt idx="61">
                  <c:v>1.5601282</c:v>
                </c:pt>
                <c:pt idx="62">
                  <c:v>1.54628587</c:v>
                </c:pt>
                <c:pt idx="63">
                  <c:v>1.53166576</c:v>
                </c:pt>
                <c:pt idx="64">
                  <c:v>1.51624536</c:v>
                </c:pt>
                <c:pt idx="65">
                  <c:v>1.5</c:v>
                </c:pt>
                <c:pt idx="66">
                  <c:v>1.48290256</c:v>
                </c:pt>
                <c:pt idx="67">
                  <c:v>1.46492321</c:v>
                </c:pt>
                <c:pt idx="68">
                  <c:v>1.44602905</c:v>
                </c:pt>
                <c:pt idx="69">
                  <c:v>1.42618372</c:v>
                </c:pt>
                <c:pt idx="70">
                  <c:v>1.40534693</c:v>
                </c:pt>
                <c:pt idx="71">
                  <c:v>1.38347389</c:v>
                </c:pt>
                <c:pt idx="72">
                  <c:v>1.36051461</c:v>
                </c:pt>
                <c:pt idx="73">
                  <c:v>1.33641311</c:v>
                </c:pt>
                <c:pt idx="74">
                  <c:v>1.3111064</c:v>
                </c:pt>
                <c:pt idx="75">
                  <c:v>1.28452326</c:v>
                </c:pt>
                <c:pt idx="76">
                  <c:v>1.25658267</c:v>
                </c:pt>
                <c:pt idx="77">
                  <c:v>1.22719192</c:v>
                </c:pt>
                <c:pt idx="78">
                  <c:v>1.19624412</c:v>
                </c:pt>
                <c:pt idx="79">
                  <c:v>1.16361506</c:v>
                </c:pt>
                <c:pt idx="80">
                  <c:v>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24B5-044F-81C2-236D4E99087E}"/>
            </c:ext>
          </c:extLst>
        </c:ser>
        <c:ser>
          <c:idx val="9"/>
          <c:order val="9"/>
          <c:tx>
            <c:v>Уровень ошибки</c:v>
          </c:tx>
          <c:spPr>
            <a:ln w="28575">
              <a:solidFill>
                <a:srgbClr val="CED7E5"/>
              </a:solidFill>
            </a:ln>
          </c:spPr>
          <c:marker>
            <c:symbol val="none"/>
          </c:marker>
          <c:xVal>
            <c:numRef>
              <c:f>'Chart Data'!$S$2:$S$82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Data'!$T$2:$T$82</c:f>
              <c:numCache>
                <c:formatCode>0</c:formatCode>
                <c:ptCount val="81"/>
                <c:pt idx="0">
                  <c:v>-1.12915898</c:v>
                </c:pt>
                <c:pt idx="1">
                  <c:v>-1.16361506</c:v>
                </c:pt>
                <c:pt idx="2">
                  <c:v>-1.19624412</c:v>
                </c:pt>
                <c:pt idx="3">
                  <c:v>-1.22719192</c:v>
                </c:pt>
                <c:pt idx="4">
                  <c:v>-1.25658267</c:v>
                </c:pt>
                <c:pt idx="5">
                  <c:v>-1.28452326</c:v>
                </c:pt>
                <c:pt idx="6">
                  <c:v>-1.3111064</c:v>
                </c:pt>
                <c:pt idx="7">
                  <c:v>-1.33641311</c:v>
                </c:pt>
                <c:pt idx="8">
                  <c:v>-1.36051461</c:v>
                </c:pt>
                <c:pt idx="9">
                  <c:v>-1.38347389</c:v>
                </c:pt>
                <c:pt idx="10">
                  <c:v>-1.40534693</c:v>
                </c:pt>
                <c:pt idx="11">
                  <c:v>-1.42618372</c:v>
                </c:pt>
                <c:pt idx="12">
                  <c:v>-1.44602905</c:v>
                </c:pt>
                <c:pt idx="13">
                  <c:v>-1.46492321</c:v>
                </c:pt>
                <c:pt idx="14">
                  <c:v>-1.48290256</c:v>
                </c:pt>
                <c:pt idx="15">
                  <c:v>-1.5</c:v>
                </c:pt>
                <c:pt idx="16">
                  <c:v>-1.51624536</c:v>
                </c:pt>
                <c:pt idx="17">
                  <c:v>-1.53166576</c:v>
                </c:pt>
                <c:pt idx="18">
                  <c:v>-1.54628587</c:v>
                </c:pt>
                <c:pt idx="19">
                  <c:v>-1.5601282</c:v>
                </c:pt>
                <c:pt idx="20">
                  <c:v>-1.57321327</c:v>
                </c:pt>
                <c:pt idx="21">
                  <c:v>-1.58555984</c:v>
                </c:pt>
                <c:pt idx="22">
                  <c:v>-1.59718502</c:v>
                </c:pt>
                <c:pt idx="23">
                  <c:v>-1.60810447</c:v>
                </c:pt>
                <c:pt idx="24">
                  <c:v>-1.61833248</c:v>
                </c:pt>
                <c:pt idx="25">
                  <c:v>-1.62788206</c:v>
                </c:pt>
                <c:pt idx="26">
                  <c:v>-1.6367651</c:v>
                </c:pt>
                <c:pt idx="27">
                  <c:v>-1.6449924</c:v>
                </c:pt>
                <c:pt idx="28">
                  <c:v>-1.65257375</c:v>
                </c:pt>
                <c:pt idx="29">
                  <c:v>-1.659518</c:v>
                </c:pt>
                <c:pt idx="30">
                  <c:v>-1.66583312</c:v>
                </c:pt>
                <c:pt idx="31">
                  <c:v>-1.67152625</c:v>
                </c:pt>
                <c:pt idx="32">
                  <c:v>-1.67660371</c:v>
                </c:pt>
                <c:pt idx="33">
                  <c:v>-1.68107109</c:v>
                </c:pt>
                <c:pt idx="34">
                  <c:v>-1.68493323</c:v>
                </c:pt>
                <c:pt idx="35">
                  <c:v>-1.6881943</c:v>
                </c:pt>
                <c:pt idx="36">
                  <c:v>-1.69085777</c:v>
                </c:pt>
                <c:pt idx="37">
                  <c:v>-1.69292646</c:v>
                </c:pt>
                <c:pt idx="38">
                  <c:v>-1.69440255</c:v>
                </c:pt>
                <c:pt idx="39">
                  <c:v>-1.69528759</c:v>
                </c:pt>
                <c:pt idx="40">
                  <c:v>-1.6955825</c:v>
                </c:pt>
                <c:pt idx="41">
                  <c:v>-1.69528759</c:v>
                </c:pt>
                <c:pt idx="42">
                  <c:v>-1.69440255</c:v>
                </c:pt>
                <c:pt idx="43">
                  <c:v>-1.69292646</c:v>
                </c:pt>
                <c:pt idx="44">
                  <c:v>-1.69085777</c:v>
                </c:pt>
                <c:pt idx="45">
                  <c:v>-1.6881943</c:v>
                </c:pt>
                <c:pt idx="46">
                  <c:v>-1.68493323</c:v>
                </c:pt>
                <c:pt idx="47">
                  <c:v>-1.68107109</c:v>
                </c:pt>
                <c:pt idx="48">
                  <c:v>-1.67660371</c:v>
                </c:pt>
                <c:pt idx="49">
                  <c:v>-1.67152625</c:v>
                </c:pt>
                <c:pt idx="50">
                  <c:v>-1.66583312</c:v>
                </c:pt>
                <c:pt idx="51">
                  <c:v>-1.659518</c:v>
                </c:pt>
                <c:pt idx="52">
                  <c:v>-1.65257375</c:v>
                </c:pt>
                <c:pt idx="53">
                  <c:v>-1.6449924</c:v>
                </c:pt>
                <c:pt idx="54">
                  <c:v>-1.6367651</c:v>
                </c:pt>
                <c:pt idx="55">
                  <c:v>-1.62788206</c:v>
                </c:pt>
                <c:pt idx="56">
                  <c:v>-1.61833248</c:v>
                </c:pt>
                <c:pt idx="57">
                  <c:v>-1.60810447</c:v>
                </c:pt>
                <c:pt idx="58">
                  <c:v>-1.59718502</c:v>
                </c:pt>
                <c:pt idx="59">
                  <c:v>-1.58555984</c:v>
                </c:pt>
                <c:pt idx="60">
                  <c:v>-1.57321327</c:v>
                </c:pt>
                <c:pt idx="61">
                  <c:v>-1.5601282</c:v>
                </c:pt>
                <c:pt idx="62">
                  <c:v>-1.54628587</c:v>
                </c:pt>
                <c:pt idx="63">
                  <c:v>-1.53166576</c:v>
                </c:pt>
                <c:pt idx="64">
                  <c:v>-1.51624536</c:v>
                </c:pt>
                <c:pt idx="65">
                  <c:v>-1.5</c:v>
                </c:pt>
                <c:pt idx="66">
                  <c:v>-1.48290256</c:v>
                </c:pt>
                <c:pt idx="67">
                  <c:v>-1.46492321</c:v>
                </c:pt>
                <c:pt idx="68">
                  <c:v>-1.44602905</c:v>
                </c:pt>
                <c:pt idx="69">
                  <c:v>-1.42618372</c:v>
                </c:pt>
                <c:pt idx="70">
                  <c:v>-1.40534693</c:v>
                </c:pt>
                <c:pt idx="71">
                  <c:v>-1.38347389</c:v>
                </c:pt>
                <c:pt idx="72">
                  <c:v>-1.36051461</c:v>
                </c:pt>
                <c:pt idx="73">
                  <c:v>-1.33641311</c:v>
                </c:pt>
                <c:pt idx="74">
                  <c:v>-1.3111064</c:v>
                </c:pt>
                <c:pt idx="75">
                  <c:v>-1.28452326</c:v>
                </c:pt>
                <c:pt idx="76">
                  <c:v>-1.25658267</c:v>
                </c:pt>
                <c:pt idx="77">
                  <c:v>-1.22719192</c:v>
                </c:pt>
                <c:pt idx="78">
                  <c:v>-1.19624412</c:v>
                </c:pt>
                <c:pt idx="79">
                  <c:v>-1.16361506</c:v>
                </c:pt>
                <c:pt idx="80">
                  <c:v>-1.12915898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24B5-044F-81C2-236D4E99087E}"/>
            </c:ext>
          </c:extLst>
        </c:ser>
        <c:ser>
          <c:idx val="10"/>
          <c:order val="10"/>
          <c:tx>
            <c:v>Momentum</c:v>
          </c:tx>
          <c:spPr>
            <a:ln w="28575">
              <a:solidFill>
                <a:srgbClr val="EB681F"/>
              </a:solidFill>
            </a:ln>
          </c:spPr>
          <c:marker>
            <c:symbol val="circle"/>
            <c:size val="7"/>
            <c:spPr>
              <a:solidFill>
                <a:srgbClr val="EB681F"/>
              </a:solidFill>
            </c:spPr>
          </c:marker>
          <c:xVal>
            <c:numRef>
              <c:f>'Chart Data'!$U$2:$U$14</c:f>
              <c:numCache>
                <c:formatCode>General</c:formatCode>
                <c:ptCount val="13"/>
                <c:pt idx="0">
                  <c:v>-2.5</c:v>
                </c:pt>
                <c:pt idx="1">
                  <c:v>-2.075</c:v>
                </c:pt>
                <c:pt idx="2">
                  <c:v>-1.50975</c:v>
                </c:pt>
                <c:pt idx="3">
                  <c:v>-0.9704675</c:v>
                </c:pt>
                <c:pt idx="4">
                  <c:v>-0.53584677</c:v>
                </c:pt>
                <c:pt idx="5">
                  <c:v>-0.22744246</c:v>
                </c:pt>
                <c:pt idx="6">
                  <c:v>-0.03457509</c:v>
                </c:pt>
                <c:pt idx="7">
                  <c:v>0.06773637</c:v>
                </c:pt>
                <c:pt idx="8">
                  <c:v>0.10737691</c:v>
                </c:pt>
                <c:pt idx="9">
                  <c:v>0.10894311</c:v>
                </c:pt>
                <c:pt idx="10">
                  <c:v>0.09120588</c:v>
                </c:pt>
                <c:pt idx="11">
                  <c:v>0.06683226</c:v>
                </c:pt>
                <c:pt idx="12">
                  <c:v>0.04328397</c:v>
                </c:pt>
              </c:numCache>
            </c:numRef>
          </c:xVal>
          <c:yVal>
            <c:numRef>
              <c:f>'Chart Data'!$V$2:$V$14</c:f>
              <c:numCache>
                <c:formatCode>0</c:formatCode>
                <c:ptCount val="13"/>
                <c:pt idx="0">
                  <c:v>1.5</c:v>
                </c:pt>
                <c:pt idx="1">
                  <c:v>-1.05</c:v>
                </c:pt>
                <c:pt idx="2">
                  <c:v>-0.54</c:v>
                </c:pt>
                <c:pt idx="3">
                  <c:v>0.633</c:v>
                </c:pt>
                <c:pt idx="4">
                  <c:v>0.1434</c:v>
                </c:pt>
                <c:pt idx="5">
                  <c:v>-0.34518</c:v>
                </c:pt>
                <c:pt idx="6">
                  <c:v>-0.002664</c:v>
                </c:pt>
                <c:pt idx="7">
                  <c:v>0.1731228</c:v>
                </c:pt>
                <c:pt idx="8">
                  <c:v>-0.03329256</c:v>
                </c:pt>
                <c:pt idx="9">
                  <c:v>-0.07990289</c:v>
                </c:pt>
                <c:pt idx="10">
                  <c:v>0.03262686</c:v>
                </c:pt>
                <c:pt idx="11">
                  <c:v>0.03342607</c:v>
                </c:pt>
                <c:pt idx="12">
                  <c:v>-0.02299864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24B5-044F-81C2-236D4E99087E}"/>
            </c:ext>
          </c:extLst>
        </c:ser>
        <c:ser>
          <c:idx val="11"/>
          <c:order val="11"/>
          <c:tx>
            <c:v>Старт</c:v>
          </c:tx>
          <c:spPr>
            <a:solidFill>
              <a:srgbClr val="202020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02020"/>
              </a:solidFill>
              <a:ln w="19050">
                <a:solidFill>
                  <a:srgbClr val="202020"/>
                </a:solidFill>
              </a:ln>
            </c:spPr>
          </c:marker>
          <c:xVal>
            <c:numRef>
              <c:f>'Chart Data'!$W$2:$W$2</c:f>
              <c:numCache>
                <c:formatCode>General</c:formatCode>
                <c:ptCount val="1"/>
                <c:pt idx="0">
                  <c:v>-2.5</c:v>
                </c:pt>
              </c:numCache>
            </c:numRef>
          </c:xVal>
          <c:yVal>
            <c:numRef>
              <c:f>'Chart Data'!$X$2:$X$2</c:f>
              <c:numCache>
                <c:formatCode>0</c:formatCode>
                <c:ptCount val="1"/>
                <c:pt idx="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24B5-044F-81C2-236D4E99087E}"/>
            </c:ext>
          </c:extLst>
        </c:ser>
        <c:ser>
          <c:idx val="12"/>
          <c:order val="12"/>
          <c:tx>
            <c:v>Минимум</c:v>
          </c:tx>
          <c:spPr>
            <a:solidFill>
              <a:srgbClr val="2F8B64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2F8B64"/>
              </a:solidFill>
              <a:ln w="19050">
                <a:solidFill>
                  <a:srgbClr val="2F8B64"/>
                </a:solidFill>
              </a:ln>
            </c:spPr>
          </c:marker>
          <c:xVal>
            <c:numRef>
              <c:f>'Chart Data'!$Y$2:$Y$2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Data'!$Z$2:$Z$2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4B5-044F-81C2-236D4E990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w₂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w₁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AdaGrad</c:v>
          </c:tx>
          <c:spPr>
            <a:ln w="28575">
              <a:solidFill>
                <a:srgbClr val="102D69"/>
              </a:solidFill>
            </a:ln>
          </c:spPr>
          <c:marker>
            <c:symbol val="circle"/>
            <c:size val="7"/>
            <c:spPr>
              <a:solidFill>
                <a:srgbClr val="102D69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'Chart Data'!$B$2:$B$11</c:f>
              <c:numCache>
                <c:formatCode>0</c:formatCode>
                <c:ptCount val="10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A57-6941-82BA-71773E05CFB3}"/>
            </c:ext>
          </c:extLst>
        </c:ser>
        <c:ser>
          <c:idx val="1"/>
          <c:order val="1"/>
          <c:tx>
            <c:v>RMSprop</c:v>
          </c:tx>
          <c:spPr>
            <a:ln w="28575">
              <a:solidFill>
                <a:srgbClr val="EB681F"/>
              </a:solidFill>
            </a:ln>
          </c:spPr>
          <c:marker>
            <c:symbol val="diamond"/>
            <c:size val="7"/>
            <c:spPr>
              <a:solidFill>
                <a:srgbClr val="EB681F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'Chart Data'!$D$2:$D$11</c:f>
              <c:numCache>
                <c:formatCode>0</c:formatCode>
                <c:ptCount val="10"/>
                <c:pt idx="0">
                  <c:v>8</c:v>
                </c:pt>
                <c:pt idx="1">
                  <c:v>4.5</c:v>
                </c:pt>
                <c:pt idx="2">
                  <c:v>2.75</c:v>
                </c:pt>
                <c:pt idx="3">
                  <c:v>1.875</c:v>
                </c:pt>
                <c:pt idx="4">
                  <c:v>1.4375</c:v>
                </c:pt>
                <c:pt idx="5">
                  <c:v>1.21875</c:v>
                </c:pt>
                <c:pt idx="6">
                  <c:v>1.109375</c:v>
                </c:pt>
                <c:pt idx="7">
                  <c:v>1.0546875</c:v>
                </c:pt>
                <c:pt idx="8">
                  <c:v>1.02734375</c:v>
                </c:pt>
                <c:pt idx="9">
                  <c:v>1.01367188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A57-6941-82BA-71773E05C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6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G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5"/>
      </c:valAx>
      <c:valAx>
        <c:axId val="48650112"/>
        <c:scaling>
          <c:orientation val="minMax"/>
          <c:max val="10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Номер шага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AdaGrad</c:v>
          </c:tx>
          <c:spPr>
            <a:ln w="28575">
              <a:solidFill>
                <a:srgbClr val="102D69"/>
              </a:solidFill>
            </a:ln>
          </c:spPr>
          <c:marker>
            <c:symbol val="circle"/>
            <c:size val="7"/>
            <c:spPr>
              <a:solidFill>
                <a:srgbClr val="102D69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'Chart Data'!$B$2:$B$11</c:f>
              <c:numCache>
                <c:formatCode>0.0</c:formatCode>
                <c:ptCount val="10"/>
                <c:pt idx="0">
                  <c:v>0.25</c:v>
                </c:pt>
                <c:pt idx="1">
                  <c:v>0.24253563</c:v>
                </c:pt>
                <c:pt idx="2">
                  <c:v>0.23570226</c:v>
                </c:pt>
                <c:pt idx="3">
                  <c:v>0.22941573</c:v>
                </c:pt>
                <c:pt idx="4">
                  <c:v>0.2236068</c:v>
                </c:pt>
                <c:pt idx="5">
                  <c:v>0.21821789</c:v>
                </c:pt>
                <c:pt idx="6">
                  <c:v>0.21320072</c:v>
                </c:pt>
                <c:pt idx="7">
                  <c:v>0.20851441</c:v>
                </c:pt>
                <c:pt idx="8">
                  <c:v>0.20412415</c:v>
                </c:pt>
                <c:pt idx="9">
                  <c:v>0.2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0A-A045-968C-EBCE7D86000F}"/>
            </c:ext>
          </c:extLst>
        </c:ser>
        <c:ser>
          <c:idx val="1"/>
          <c:order val="1"/>
          <c:tx>
            <c:v>RMSprop</c:v>
          </c:tx>
          <c:spPr>
            <a:ln w="28575">
              <a:solidFill>
                <a:srgbClr val="EB681F"/>
              </a:solidFill>
            </a:ln>
          </c:spPr>
          <c:marker>
            <c:symbol val="diamond"/>
            <c:size val="7"/>
            <c:spPr>
              <a:solidFill>
                <a:srgbClr val="EB681F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0.35355339</c:v>
                </c:pt>
                <c:pt idx="1">
                  <c:v>0.47140452</c:v>
                </c:pt>
                <c:pt idx="2">
                  <c:v>0.60302269</c:v>
                </c:pt>
                <c:pt idx="3">
                  <c:v>0.73029674</c:v>
                </c:pt>
                <c:pt idx="4">
                  <c:v>0.83405766</c:v>
                </c:pt>
                <c:pt idx="5">
                  <c:v>0.90582163</c:v>
                </c:pt>
                <c:pt idx="6">
                  <c:v>0.94942533</c:v>
                </c:pt>
                <c:pt idx="7">
                  <c:v>0.97372899</c:v>
                </c:pt>
                <c:pt idx="8">
                  <c:v>0.98660227</c:v>
                </c:pt>
                <c:pt idx="9">
                  <c:v>0.99323337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90A-A045-968C-EBCE7D8600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1 / √G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10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Номер шага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Опоздала: +1</c:v>
          </c:tx>
          <c:spPr>
            <a:solidFill>
              <a:srgbClr val="EB681F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EB681F"/>
              </a:solidFill>
              <a:ln w="19050">
                <a:solidFill>
                  <a:srgbClr val="EB681F"/>
                </a:solidFill>
              </a:ln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1.7</c:v>
                </c:pt>
                <c:pt idx="1">
                  <c:v>2.8</c:v>
                </c:pt>
                <c:pt idx="2">
                  <c:v>4.1</c:v>
                </c:pt>
                <c:pt idx="3">
                  <c:v>5.8</c:v>
                </c:pt>
                <c:pt idx="4">
                  <c:v>6.4</c:v>
                </c:pt>
                <c:pt idx="5">
                  <c:v>4.7</c:v>
                </c:pt>
                <c:pt idx="6">
                  <c:v>3.8</c:v>
                </c:pt>
                <c:pt idx="7">
                  <c:v>6.1</c:v>
                </c:pt>
                <c:pt idx="8">
                  <c:v>3.1</c:v>
                </c:pt>
                <c:pt idx="9">
                  <c:v>5.2</c:v>
                </c:pt>
                <c:pt idx="10">
                  <c:v>6.6</c:v>
                </c:pt>
                <c:pt idx="11">
                  <c:v>2.4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6.4</c:v>
                </c:pt>
                <c:pt idx="1">
                  <c:v>5.5</c:v>
                </c:pt>
                <c:pt idx="2">
                  <c:v>4.6</c:v>
                </c:pt>
                <c:pt idx="3">
                  <c:v>3.8</c:v>
                </c:pt>
                <c:pt idx="4">
                  <c:v>5.7</c:v>
                </c:pt>
                <c:pt idx="5">
                  <c:v>6.2</c:v>
                </c:pt>
                <c:pt idx="6">
                  <c:v>5.9</c:v>
                </c:pt>
                <c:pt idx="7">
                  <c:v>2.1</c:v>
                </c:pt>
                <c:pt idx="8">
                  <c:v>3.6</c:v>
                </c:pt>
                <c:pt idx="9">
                  <c:v>2.4</c:v>
                </c:pt>
                <c:pt idx="10">
                  <c:v>0.8</c:v>
                </c:pt>
                <c:pt idx="11">
                  <c:v>6.4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C4-5D4B-ADAF-04ED2FF2E2C4}"/>
            </c:ext>
          </c:extLst>
        </c:ser>
        <c:ser>
          <c:idx val="1"/>
          <c:order val="1"/>
          <c:tx>
            <c:v>Вовремя: −1</c:v>
          </c:tx>
          <c:spPr>
            <a:solidFill>
              <a:srgbClr val="102D69"/>
            </a:solidFill>
            <a:ln w="0">
              <a:noFill/>
            </a:ln>
          </c:spPr>
          <c:marker>
            <c:symbol val="circle"/>
            <c:size val="10"/>
            <c:spPr>
              <a:solidFill>
                <a:srgbClr val="102D69"/>
              </a:solidFill>
              <a:ln w="19050">
                <a:solidFill>
                  <a:srgbClr val="102D69"/>
                </a:solidFill>
              </a:ln>
            </c:spPr>
          </c:marker>
          <c:xVal>
            <c:numRef>
              <c:f>Sheet1!$C$2:$C$13</c:f>
              <c:numCache>
                <c:formatCode>General</c:formatCode>
                <c:ptCount val="12"/>
                <c:pt idx="0">
                  <c:v>0.8</c:v>
                </c:pt>
                <c:pt idx="1">
                  <c:v>1.2</c:v>
                </c:pt>
                <c:pt idx="2">
                  <c:v>2.1</c:v>
                </c:pt>
                <c:pt idx="3">
                  <c:v>2.5</c:v>
                </c:pt>
                <c:pt idx="4">
                  <c:v>3.2</c:v>
                </c:pt>
                <c:pt idx="5">
                  <c:v>4.3</c:v>
                </c:pt>
                <c:pt idx="6">
                  <c:v>5.4</c:v>
                </c:pt>
                <c:pt idx="7">
                  <c:v>1.2</c:v>
                </c:pt>
                <c:pt idx="8">
                  <c:v>3.4</c:v>
                </c:pt>
                <c:pt idx="9">
                  <c:v>4.8</c:v>
                </c:pt>
                <c:pt idx="10">
                  <c:v>5.7</c:v>
                </c:pt>
                <c:pt idx="11">
                  <c:v>0.6</c:v>
                </c:pt>
              </c:numCache>
            </c:numRef>
          </c:xVal>
          <c:y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2.8</c:v>
                </c:pt>
                <c:pt idx="2">
                  <c:v>1.1</c:v>
                </c:pt>
                <c:pt idx="3">
                  <c:v>3.7</c:v>
                </c:pt>
                <c:pt idx="4">
                  <c:v>2</c:v>
                </c:pt>
                <c:pt idx="5">
                  <c:v>1.1</c:v>
                </c:pt>
                <c:pt idx="6">
                  <c:v>0.6</c:v>
                </c:pt>
                <c:pt idx="7">
                  <c:v>5.3</c:v>
                </c:pt>
                <c:pt idx="8">
                  <c:v>3.1</c:v>
                </c:pt>
                <c:pt idx="9">
                  <c:v>1.8</c:v>
                </c:pt>
                <c:pt idx="10">
                  <c:v>1.9</c:v>
                </c:pt>
                <c:pt idx="11">
                  <c:v>4.1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C4-5D4B-ADAF-04ED2FF2E2C4}"/>
            </c:ext>
          </c:extLst>
        </c:ser>
        <c:ser>
          <c:idx val="2"/>
          <c:order val="2"/>
          <c:tx>
            <c:v>Граница f(x)=0</c:v>
          </c:tx>
          <c:spPr>
            <a:ln w="28575">
              <a:solidFill>
                <a:srgbClr val="202020"/>
              </a:solidFill>
            </a:ln>
          </c:spPr>
          <c:marker>
            <c:symbol val="none"/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C4-5D4B-ADAF-04ED2FF2E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Нагрузка, усл. ед.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7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0–1, M ≤ 0</c:v>
          </c:tx>
          <c:spPr>
            <a:solidFill>
              <a:srgbClr val="444444"/>
            </a:solidFill>
            <a:ln w="28575">
              <a:solidFill>
                <a:srgbClr val="EB681F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-2</c:v>
                </c:pt>
                <c:pt idx="1">
                  <c:v>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39-BF47-8B54-6A4318FDA025}"/>
            </c:ext>
          </c:extLst>
        </c:ser>
        <c:ser>
          <c:idx val="1"/>
          <c:order val="1"/>
          <c:tx>
            <c:v>0–1, M &gt; 0</c:v>
          </c:tx>
          <c:spPr>
            <a:solidFill>
              <a:srgbClr val="444444"/>
            </a:solidFill>
            <a:ln w="28575">
              <a:solidFill>
                <a:srgbClr val="EB681F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39-BF47-8B54-6A4318FDA025}"/>
            </c:ext>
          </c:extLst>
        </c:ser>
        <c:ser>
          <c:idx val="2"/>
          <c:order val="2"/>
          <c:tx>
            <c:v>Скачок в нуле</c:v>
          </c:tx>
          <c:spPr>
            <a:solidFill>
              <a:srgbClr val="444444"/>
            </a:solidFill>
            <a:ln w="28575">
              <a:solidFill>
                <a:srgbClr val="EB681F"/>
              </a:solidFill>
              <a:prstDash val="dash"/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39-BF47-8B54-6A4318FDA025}"/>
            </c:ext>
          </c:extLst>
        </c:ser>
        <c:ser>
          <c:idx val="3"/>
          <c:order val="3"/>
          <c:tx>
            <c:v>Точка в нуле 0</c:v>
          </c:tx>
          <c:spPr>
            <a:solidFill>
              <a:srgbClr val="FFFFF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EB681F"/>
                </a:solidFill>
              </a:ln>
            </c:spPr>
          </c:marker>
          <c:xVal>
            <c:numRef>
              <c:f>Sheet1!$G$2:$G$2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39-BF47-8B54-6A4318FDA025}"/>
            </c:ext>
          </c:extLst>
        </c:ser>
        <c:ser>
          <c:idx val="4"/>
          <c:order val="4"/>
          <c:tx>
            <c:v>Точка в нуле 1</c:v>
          </c:tx>
          <c:spPr>
            <a:solidFill>
              <a:srgbClr val="EB681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EB681F"/>
              </a:solidFill>
              <a:ln w="19050">
                <a:solidFill>
                  <a:srgbClr val="EB681F"/>
                </a:solidFill>
              </a:ln>
            </c:spPr>
          </c:marker>
          <c:xVal>
            <c:numRef>
              <c:f>Sheet1!$I$2:$I$2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39-BF47-8B54-6A4318FDA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L(M)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2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M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0.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0–1, M ≤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-2</c:v>
                </c:pt>
                <c:pt idx="1">
                  <c:v>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4-9E43-9C75-E04BFA8B3358}"/>
            </c:ext>
          </c:extLst>
        </c:ser>
        <c:ser>
          <c:idx val="1"/>
          <c:order val="1"/>
          <c:tx>
            <c:v>0–1, M &gt;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4-9E43-9C75-E04BFA8B3358}"/>
            </c:ext>
          </c:extLst>
        </c:ser>
        <c:ser>
          <c:idx val="2"/>
          <c:order val="2"/>
          <c:tx>
            <c:v>Скачок в нуле</c:v>
          </c:tx>
          <c:spPr>
            <a:solidFill>
              <a:srgbClr val="444444"/>
            </a:solidFill>
            <a:ln w="28575">
              <a:solidFill>
                <a:srgbClr val="44444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4-9E43-9C75-E04BFA8B3358}"/>
            </c:ext>
          </c:extLst>
        </c:ser>
        <c:ser>
          <c:idx val="3"/>
          <c:order val="3"/>
          <c:tx>
            <c:v>Точка в нуле 0</c:v>
          </c:tx>
          <c:spPr>
            <a:solidFill>
              <a:srgbClr val="FFFFF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4-9E43-9C75-E04BFA8B3358}"/>
            </c:ext>
          </c:extLst>
        </c:ser>
        <c:ser>
          <c:idx val="4"/>
          <c:order val="4"/>
          <c:tx>
            <c:v>Точка в нуле 1</c:v>
          </c:tx>
          <c:spPr>
            <a:solidFill>
              <a:srgbClr val="444444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Sheet1!$I$2:$I$2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4-9E43-9C75-E04BFA8B3358}"/>
            </c:ext>
          </c:extLst>
        </c:ser>
        <c:ser>
          <c:idx val="5"/>
          <c:order val="5"/>
          <c:tx>
            <c:v>Логистическая</c:v>
          </c:tx>
          <c:spPr>
            <a:ln w="28575">
              <a:solidFill>
                <a:srgbClr val="102D69"/>
              </a:solidFill>
            </a:ln>
          </c:spPr>
          <c:marker>
            <c:symbol val="none"/>
          </c:marker>
          <c:xVal>
            <c:numRef>
              <c:f>Sheet1!$K$2:$K$102</c:f>
              <c:numCache>
                <c:formatCode>General</c:formatCode>
                <c:ptCount val="101"/>
                <c:pt idx="0">
                  <c:v>-2</c:v>
                </c:pt>
                <c:pt idx="1">
                  <c:v>-1.95</c:v>
                </c:pt>
                <c:pt idx="2">
                  <c:v>-1.9</c:v>
                </c:pt>
                <c:pt idx="3">
                  <c:v>-1.85</c:v>
                </c:pt>
                <c:pt idx="4">
                  <c:v>-1.8</c:v>
                </c:pt>
                <c:pt idx="5">
                  <c:v>-1.75</c:v>
                </c:pt>
                <c:pt idx="6">
                  <c:v>-1.7</c:v>
                </c:pt>
                <c:pt idx="7">
                  <c:v>-1.65</c:v>
                </c:pt>
                <c:pt idx="8">
                  <c:v>-1.6</c:v>
                </c:pt>
                <c:pt idx="9">
                  <c:v>-1.55</c:v>
                </c:pt>
                <c:pt idx="10">
                  <c:v>-1.5</c:v>
                </c:pt>
                <c:pt idx="11">
                  <c:v>-1.45</c:v>
                </c:pt>
                <c:pt idx="12">
                  <c:v>-1.4</c:v>
                </c:pt>
                <c:pt idx="13">
                  <c:v>-1.35</c:v>
                </c:pt>
                <c:pt idx="14">
                  <c:v>-1.3</c:v>
                </c:pt>
                <c:pt idx="15">
                  <c:v>-1.25</c:v>
                </c:pt>
                <c:pt idx="16">
                  <c:v>-1.2</c:v>
                </c:pt>
                <c:pt idx="17">
                  <c:v>-1.15</c:v>
                </c:pt>
                <c:pt idx="18">
                  <c:v>-1.1</c:v>
                </c:pt>
                <c:pt idx="19">
                  <c:v>-1.05</c:v>
                </c:pt>
                <c:pt idx="20">
                  <c:v>-1</c:v>
                </c:pt>
                <c:pt idx="21">
                  <c:v>-0.95</c:v>
                </c:pt>
                <c:pt idx="22">
                  <c:v>-0.9</c:v>
                </c:pt>
                <c:pt idx="23">
                  <c:v>-0.85</c:v>
                </c:pt>
                <c:pt idx="24">
                  <c:v>-0.8</c:v>
                </c:pt>
                <c:pt idx="25">
                  <c:v>-0.75</c:v>
                </c:pt>
                <c:pt idx="26">
                  <c:v>-0.7</c:v>
                </c:pt>
                <c:pt idx="27">
                  <c:v>-0.65</c:v>
                </c:pt>
                <c:pt idx="28">
                  <c:v>-0.6</c:v>
                </c:pt>
                <c:pt idx="29">
                  <c:v>-0.55</c:v>
                </c:pt>
                <c:pt idx="30">
                  <c:v>-0.5</c:v>
                </c:pt>
                <c:pt idx="31">
                  <c:v>-0.45</c:v>
                </c:pt>
                <c:pt idx="32">
                  <c:v>-0.4</c:v>
                </c:pt>
                <c:pt idx="33">
                  <c:v>-0.35</c:v>
                </c:pt>
                <c:pt idx="34">
                  <c:v>-0.3</c:v>
                </c:pt>
                <c:pt idx="35">
                  <c:v>-0.25</c:v>
                </c:pt>
                <c:pt idx="36">
                  <c:v>-0.2</c:v>
                </c:pt>
                <c:pt idx="37">
                  <c:v>-0.15</c:v>
                </c:pt>
                <c:pt idx="38">
                  <c:v>-0.1</c:v>
                </c:pt>
                <c:pt idx="39">
                  <c:v>-0.05</c:v>
                </c:pt>
                <c:pt idx="40">
                  <c:v>0</c:v>
                </c:pt>
                <c:pt idx="41">
                  <c:v>0.05</c:v>
                </c:pt>
                <c:pt idx="42">
                  <c:v>0.1</c:v>
                </c:pt>
                <c:pt idx="43">
                  <c:v>0.15</c:v>
                </c:pt>
                <c:pt idx="44">
                  <c:v>0.2</c:v>
                </c:pt>
                <c:pt idx="45">
                  <c:v>0.25</c:v>
                </c:pt>
                <c:pt idx="46">
                  <c:v>0.3</c:v>
                </c:pt>
                <c:pt idx="47">
                  <c:v>0.35</c:v>
                </c:pt>
                <c:pt idx="48">
                  <c:v>0.4</c:v>
                </c:pt>
                <c:pt idx="49">
                  <c:v>0.45</c:v>
                </c:pt>
                <c:pt idx="50">
                  <c:v>0.5</c:v>
                </c:pt>
                <c:pt idx="51">
                  <c:v>0.55</c:v>
                </c:pt>
                <c:pt idx="52">
                  <c:v>0.6</c:v>
                </c:pt>
                <c:pt idx="53">
                  <c:v>0.65</c:v>
                </c:pt>
                <c:pt idx="54">
                  <c:v>0.7</c:v>
                </c:pt>
                <c:pt idx="55">
                  <c:v>0.75</c:v>
                </c:pt>
                <c:pt idx="56">
                  <c:v>0.8</c:v>
                </c:pt>
                <c:pt idx="57">
                  <c:v>0.85</c:v>
                </c:pt>
                <c:pt idx="58">
                  <c:v>0.9</c:v>
                </c:pt>
                <c:pt idx="59">
                  <c:v>0.95</c:v>
                </c:pt>
                <c:pt idx="60">
                  <c:v>1</c:v>
                </c:pt>
                <c:pt idx="61">
                  <c:v>1.05</c:v>
                </c:pt>
                <c:pt idx="62">
                  <c:v>1.1</c:v>
                </c:pt>
                <c:pt idx="63">
                  <c:v>1.15</c:v>
                </c:pt>
                <c:pt idx="64">
                  <c:v>1.2</c:v>
                </c:pt>
                <c:pt idx="65">
                  <c:v>1.25</c:v>
                </c:pt>
                <c:pt idx="66">
                  <c:v>1.3</c:v>
                </c:pt>
                <c:pt idx="67">
                  <c:v>1.35</c:v>
                </c:pt>
                <c:pt idx="68">
                  <c:v>1.4</c:v>
                </c:pt>
                <c:pt idx="69">
                  <c:v>1.45</c:v>
                </c:pt>
                <c:pt idx="70">
                  <c:v>1.5</c:v>
                </c:pt>
                <c:pt idx="71">
                  <c:v>1.55</c:v>
                </c:pt>
                <c:pt idx="72">
                  <c:v>1.6</c:v>
                </c:pt>
                <c:pt idx="73">
                  <c:v>1.65</c:v>
                </c:pt>
                <c:pt idx="74">
                  <c:v>1.7</c:v>
                </c:pt>
                <c:pt idx="75">
                  <c:v>1.75</c:v>
                </c:pt>
                <c:pt idx="76">
                  <c:v>1.8</c:v>
                </c:pt>
                <c:pt idx="77">
                  <c:v>1.85</c:v>
                </c:pt>
                <c:pt idx="78">
                  <c:v>1.9</c:v>
                </c:pt>
                <c:pt idx="79">
                  <c:v>1.95</c:v>
                </c:pt>
                <c:pt idx="80">
                  <c:v>2</c:v>
                </c:pt>
                <c:pt idx="81">
                  <c:v>2.05</c:v>
                </c:pt>
                <c:pt idx="82">
                  <c:v>2.1</c:v>
                </c:pt>
                <c:pt idx="83">
                  <c:v>2.15</c:v>
                </c:pt>
                <c:pt idx="84">
                  <c:v>2.2</c:v>
                </c:pt>
                <c:pt idx="85">
                  <c:v>2.25</c:v>
                </c:pt>
                <c:pt idx="86">
                  <c:v>2.3</c:v>
                </c:pt>
                <c:pt idx="87">
                  <c:v>2.35</c:v>
                </c:pt>
                <c:pt idx="88">
                  <c:v>2.4</c:v>
                </c:pt>
                <c:pt idx="89">
                  <c:v>2.45</c:v>
                </c:pt>
                <c:pt idx="90">
                  <c:v>2.5</c:v>
                </c:pt>
                <c:pt idx="91">
                  <c:v>2.55</c:v>
                </c:pt>
                <c:pt idx="92">
                  <c:v>2.6</c:v>
                </c:pt>
                <c:pt idx="93">
                  <c:v>2.65</c:v>
                </c:pt>
                <c:pt idx="94">
                  <c:v>2.7</c:v>
                </c:pt>
                <c:pt idx="95">
                  <c:v>2.75</c:v>
                </c:pt>
                <c:pt idx="96">
                  <c:v>2.8</c:v>
                </c:pt>
                <c:pt idx="97">
                  <c:v>2.85</c:v>
                </c:pt>
                <c:pt idx="98">
                  <c:v>2.9</c:v>
                </c:pt>
                <c:pt idx="99">
                  <c:v>2.95</c:v>
                </c:pt>
                <c:pt idx="100">
                  <c:v>3</c:v>
                </c:pt>
              </c:numCache>
            </c:numRef>
          </c:xVal>
          <c:yVal>
            <c:numRef>
              <c:f>Sheet1!$L$2:$L$102</c:f>
              <c:numCache>
                <c:formatCode>General</c:formatCode>
                <c:ptCount val="101"/>
                <c:pt idx="0">
                  <c:v>2.12692801</c:v>
                </c:pt>
                <c:pt idx="1">
                  <c:v>2.08302108</c:v>
                </c:pt>
                <c:pt idx="2">
                  <c:v>2.03938676</c:v>
                </c:pt>
                <c:pt idx="3">
                  <c:v>1.99603541</c:v>
                </c:pt>
                <c:pt idx="4">
                  <c:v>1.95297761</c:v>
                </c:pt>
                <c:pt idx="5">
                  <c:v>1.91022415</c:v>
                </c:pt>
                <c:pt idx="6">
                  <c:v>1.86778603</c:v>
                </c:pt>
                <c:pt idx="7">
                  <c:v>1.82567444</c:v>
                </c:pt>
                <c:pt idx="8">
                  <c:v>1.78390074</c:v>
                </c:pt>
                <c:pt idx="9">
                  <c:v>1.74247647</c:v>
                </c:pt>
                <c:pt idx="10">
                  <c:v>1.70141328</c:v>
                </c:pt>
                <c:pt idx="11">
                  <c:v>1.66072296</c:v>
                </c:pt>
                <c:pt idx="12">
                  <c:v>1.62041741</c:v>
                </c:pt>
                <c:pt idx="13">
                  <c:v>1.58050857</c:v>
                </c:pt>
                <c:pt idx="14">
                  <c:v>1.54100845</c:v>
                </c:pt>
                <c:pt idx="15">
                  <c:v>1.50192908</c:v>
                </c:pt>
                <c:pt idx="16">
                  <c:v>1.46328247</c:v>
                </c:pt>
                <c:pt idx="17">
                  <c:v>1.42508058</c:v>
                </c:pt>
                <c:pt idx="18">
                  <c:v>1.38733533</c:v>
                </c:pt>
                <c:pt idx="19">
                  <c:v>1.35005848</c:v>
                </c:pt>
                <c:pt idx="20">
                  <c:v>1.31326169</c:v>
                </c:pt>
                <c:pt idx="21">
                  <c:v>1.27695641</c:v>
                </c:pt>
                <c:pt idx="22">
                  <c:v>1.24115387</c:v>
                </c:pt>
                <c:pt idx="23">
                  <c:v>1.20586507</c:v>
                </c:pt>
                <c:pt idx="24">
                  <c:v>1.17110067</c:v>
                </c:pt>
                <c:pt idx="25">
                  <c:v>1.13687101</c:v>
                </c:pt>
                <c:pt idx="26">
                  <c:v>1.10318605</c:v>
                </c:pt>
                <c:pt idx="27">
                  <c:v>1.07005534</c:v>
                </c:pt>
                <c:pt idx="28">
                  <c:v>1.03748795</c:v>
                </c:pt>
                <c:pt idx="29">
                  <c:v>1.00549248</c:v>
                </c:pt>
                <c:pt idx="30">
                  <c:v>0.97407698</c:v>
                </c:pt>
                <c:pt idx="31">
                  <c:v>0.94324895</c:v>
                </c:pt>
                <c:pt idx="32">
                  <c:v>0.9130152499999999</c:v>
                </c:pt>
                <c:pt idx="33">
                  <c:v>0.88338216</c:v>
                </c:pt>
                <c:pt idx="34">
                  <c:v>0.85435524</c:v>
                </c:pt>
                <c:pt idx="35">
                  <c:v>0.82593942</c:v>
                </c:pt>
                <c:pt idx="36">
                  <c:v>0.7981388699999999</c:v>
                </c:pt>
                <c:pt idx="37">
                  <c:v>0.77095705</c:v>
                </c:pt>
                <c:pt idx="38">
                  <c:v>0.74439666</c:v>
                </c:pt>
                <c:pt idx="39">
                  <c:v>0.71845965</c:v>
                </c:pt>
                <c:pt idx="40">
                  <c:v>0.69314718</c:v>
                </c:pt>
                <c:pt idx="41">
                  <c:v>0.66845965</c:v>
                </c:pt>
                <c:pt idx="42">
                  <c:v>0.64439666</c:v>
                </c:pt>
                <c:pt idx="43">
                  <c:v>0.62095705</c:v>
                </c:pt>
                <c:pt idx="44">
                  <c:v>0.59813887</c:v>
                </c:pt>
                <c:pt idx="45">
                  <c:v>0.57593942</c:v>
                </c:pt>
                <c:pt idx="46">
                  <c:v>0.55435524</c:v>
                </c:pt>
                <c:pt idx="47">
                  <c:v>0.53338216</c:v>
                </c:pt>
                <c:pt idx="48">
                  <c:v>0.51301525</c:v>
                </c:pt>
                <c:pt idx="49">
                  <c:v>0.49324895</c:v>
                </c:pt>
                <c:pt idx="50">
                  <c:v>0.47407698</c:v>
                </c:pt>
                <c:pt idx="51">
                  <c:v>0.45549248</c:v>
                </c:pt>
                <c:pt idx="52">
                  <c:v>0.43748795</c:v>
                </c:pt>
                <c:pt idx="53">
                  <c:v>0.42005534</c:v>
                </c:pt>
                <c:pt idx="54">
                  <c:v>0.40318605</c:v>
                </c:pt>
                <c:pt idx="55">
                  <c:v>0.38687101</c:v>
                </c:pt>
                <c:pt idx="56">
                  <c:v>0.37110067</c:v>
                </c:pt>
                <c:pt idx="57">
                  <c:v>0.35586507</c:v>
                </c:pt>
                <c:pt idx="58">
                  <c:v>0.34115387</c:v>
                </c:pt>
                <c:pt idx="59">
                  <c:v>0.32695641</c:v>
                </c:pt>
                <c:pt idx="60">
                  <c:v>0.31326169</c:v>
                </c:pt>
                <c:pt idx="61">
                  <c:v>0.30005848</c:v>
                </c:pt>
                <c:pt idx="62">
                  <c:v>0.28733533</c:v>
                </c:pt>
                <c:pt idx="63">
                  <c:v>0.27508058</c:v>
                </c:pt>
                <c:pt idx="64">
                  <c:v>0.26328247</c:v>
                </c:pt>
                <c:pt idx="65">
                  <c:v>0.25192908</c:v>
                </c:pt>
                <c:pt idx="66">
                  <c:v>0.24100845</c:v>
                </c:pt>
                <c:pt idx="67">
                  <c:v>0.23050857</c:v>
                </c:pt>
                <c:pt idx="68">
                  <c:v>0.22041741</c:v>
                </c:pt>
                <c:pt idx="69">
                  <c:v>0.21072296</c:v>
                </c:pt>
                <c:pt idx="70">
                  <c:v>0.20141328</c:v>
                </c:pt>
                <c:pt idx="71">
                  <c:v>0.19247647</c:v>
                </c:pt>
                <c:pt idx="72">
                  <c:v>0.18390074</c:v>
                </c:pt>
                <c:pt idx="73">
                  <c:v>0.17567444</c:v>
                </c:pt>
                <c:pt idx="74">
                  <c:v>0.16778603</c:v>
                </c:pt>
                <c:pt idx="75">
                  <c:v>0.16022415</c:v>
                </c:pt>
                <c:pt idx="76">
                  <c:v>0.15297761</c:v>
                </c:pt>
                <c:pt idx="77">
                  <c:v>0.14603541</c:v>
                </c:pt>
                <c:pt idx="78">
                  <c:v>0.13938676</c:v>
                </c:pt>
                <c:pt idx="79">
                  <c:v>0.13302108</c:v>
                </c:pt>
                <c:pt idx="80">
                  <c:v>0.12692801</c:v>
                </c:pt>
                <c:pt idx="81">
                  <c:v>0.12109745</c:v>
                </c:pt>
                <c:pt idx="82">
                  <c:v>0.11551952</c:v>
                </c:pt>
                <c:pt idx="83">
                  <c:v>0.1101846</c:v>
                </c:pt>
                <c:pt idx="84">
                  <c:v>0.10508332</c:v>
                </c:pt>
                <c:pt idx="85">
                  <c:v>0.10020656</c:v>
                </c:pt>
                <c:pt idx="86">
                  <c:v>0.09554546</c:v>
                </c:pt>
                <c:pt idx="87">
                  <c:v>0.09109144</c:v>
                </c:pt>
                <c:pt idx="88">
                  <c:v>0.08683615</c:v>
                </c:pt>
                <c:pt idx="89">
                  <c:v>0.08277152</c:v>
                </c:pt>
                <c:pt idx="90">
                  <c:v>0.07888973000000001</c:v>
                </c:pt>
                <c:pt idx="91">
                  <c:v>0.07518323</c:v>
                </c:pt>
                <c:pt idx="92">
                  <c:v>0.07164469</c:v>
                </c:pt>
                <c:pt idx="93">
                  <c:v>0.06826707</c:v>
                </c:pt>
                <c:pt idx="94">
                  <c:v>0.06504356</c:v>
                </c:pt>
                <c:pt idx="95">
                  <c:v>0.06196759</c:v>
                </c:pt>
                <c:pt idx="96">
                  <c:v>0.05903283</c:v>
                </c:pt>
                <c:pt idx="97">
                  <c:v>0.05623318</c:v>
                </c:pt>
                <c:pt idx="98">
                  <c:v>0.05356278</c:v>
                </c:pt>
                <c:pt idx="99">
                  <c:v>0.05101598</c:v>
                </c:pt>
                <c:pt idx="100">
                  <c:v>0.04858735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924-9E43-9C75-E04BFA8B3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L(M)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3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M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0–1, M ≤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-2</c:v>
                </c:pt>
                <c:pt idx="1">
                  <c:v>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40-0C4A-9DC9-83162F159458}"/>
            </c:ext>
          </c:extLst>
        </c:ser>
        <c:ser>
          <c:idx val="1"/>
          <c:order val="1"/>
          <c:tx>
            <c:v>0–1, M &gt;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40-0C4A-9DC9-83162F159458}"/>
            </c:ext>
          </c:extLst>
        </c:ser>
        <c:ser>
          <c:idx val="2"/>
          <c:order val="2"/>
          <c:tx>
            <c:v>Скачок в нуле</c:v>
          </c:tx>
          <c:spPr>
            <a:solidFill>
              <a:srgbClr val="444444"/>
            </a:solidFill>
            <a:ln w="28575">
              <a:solidFill>
                <a:srgbClr val="44444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40-0C4A-9DC9-83162F159458}"/>
            </c:ext>
          </c:extLst>
        </c:ser>
        <c:ser>
          <c:idx val="3"/>
          <c:order val="3"/>
          <c:tx>
            <c:v>Точка в нуле 0</c:v>
          </c:tx>
          <c:spPr>
            <a:solidFill>
              <a:srgbClr val="FFFFF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40-0C4A-9DC9-83162F159458}"/>
            </c:ext>
          </c:extLst>
        </c:ser>
        <c:ser>
          <c:idx val="4"/>
          <c:order val="4"/>
          <c:tx>
            <c:v>Точка в нуле 1</c:v>
          </c:tx>
          <c:spPr>
            <a:solidFill>
              <a:srgbClr val="444444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Sheet1!$I$2:$I$2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40-0C4A-9DC9-83162F159458}"/>
            </c:ext>
          </c:extLst>
        </c:ser>
        <c:ser>
          <c:idx val="5"/>
          <c:order val="5"/>
          <c:tx>
            <c:v>Hinge</c:v>
          </c:tx>
          <c:spPr>
            <a:ln w="28575">
              <a:solidFill>
                <a:srgbClr val="EB681F"/>
              </a:solidFill>
            </a:ln>
          </c:spPr>
          <c:marker>
            <c:symbol val="none"/>
          </c:marker>
          <c:xVal>
            <c:numRef>
              <c:f>Sheet1!$K$2:$K$102</c:f>
              <c:numCache>
                <c:formatCode>General</c:formatCode>
                <c:ptCount val="101"/>
                <c:pt idx="0">
                  <c:v>-2</c:v>
                </c:pt>
                <c:pt idx="1">
                  <c:v>-1.95</c:v>
                </c:pt>
                <c:pt idx="2">
                  <c:v>-1.9</c:v>
                </c:pt>
                <c:pt idx="3">
                  <c:v>-1.85</c:v>
                </c:pt>
                <c:pt idx="4">
                  <c:v>-1.8</c:v>
                </c:pt>
                <c:pt idx="5">
                  <c:v>-1.75</c:v>
                </c:pt>
                <c:pt idx="6">
                  <c:v>-1.7</c:v>
                </c:pt>
                <c:pt idx="7">
                  <c:v>-1.65</c:v>
                </c:pt>
                <c:pt idx="8">
                  <c:v>-1.6</c:v>
                </c:pt>
                <c:pt idx="9">
                  <c:v>-1.55</c:v>
                </c:pt>
                <c:pt idx="10">
                  <c:v>-1.5</c:v>
                </c:pt>
                <c:pt idx="11">
                  <c:v>-1.45</c:v>
                </c:pt>
                <c:pt idx="12">
                  <c:v>-1.4</c:v>
                </c:pt>
                <c:pt idx="13">
                  <c:v>-1.35</c:v>
                </c:pt>
                <c:pt idx="14">
                  <c:v>-1.3</c:v>
                </c:pt>
                <c:pt idx="15">
                  <c:v>-1.25</c:v>
                </c:pt>
                <c:pt idx="16">
                  <c:v>-1.2</c:v>
                </c:pt>
                <c:pt idx="17">
                  <c:v>-1.15</c:v>
                </c:pt>
                <c:pt idx="18">
                  <c:v>-1.1</c:v>
                </c:pt>
                <c:pt idx="19">
                  <c:v>-1.05</c:v>
                </c:pt>
                <c:pt idx="20">
                  <c:v>-1</c:v>
                </c:pt>
                <c:pt idx="21">
                  <c:v>-0.95</c:v>
                </c:pt>
                <c:pt idx="22">
                  <c:v>-0.9</c:v>
                </c:pt>
                <c:pt idx="23">
                  <c:v>-0.85</c:v>
                </c:pt>
                <c:pt idx="24">
                  <c:v>-0.8</c:v>
                </c:pt>
                <c:pt idx="25">
                  <c:v>-0.75</c:v>
                </c:pt>
                <c:pt idx="26">
                  <c:v>-0.7</c:v>
                </c:pt>
                <c:pt idx="27">
                  <c:v>-0.65</c:v>
                </c:pt>
                <c:pt idx="28">
                  <c:v>-0.6</c:v>
                </c:pt>
                <c:pt idx="29">
                  <c:v>-0.55</c:v>
                </c:pt>
                <c:pt idx="30">
                  <c:v>-0.5</c:v>
                </c:pt>
                <c:pt idx="31">
                  <c:v>-0.45</c:v>
                </c:pt>
                <c:pt idx="32">
                  <c:v>-0.4</c:v>
                </c:pt>
                <c:pt idx="33">
                  <c:v>-0.35</c:v>
                </c:pt>
                <c:pt idx="34">
                  <c:v>-0.3</c:v>
                </c:pt>
                <c:pt idx="35">
                  <c:v>-0.25</c:v>
                </c:pt>
                <c:pt idx="36">
                  <c:v>-0.2</c:v>
                </c:pt>
                <c:pt idx="37">
                  <c:v>-0.15</c:v>
                </c:pt>
                <c:pt idx="38">
                  <c:v>-0.1</c:v>
                </c:pt>
                <c:pt idx="39">
                  <c:v>-0.05</c:v>
                </c:pt>
                <c:pt idx="40">
                  <c:v>0</c:v>
                </c:pt>
                <c:pt idx="41">
                  <c:v>0.05</c:v>
                </c:pt>
                <c:pt idx="42">
                  <c:v>0.1</c:v>
                </c:pt>
                <c:pt idx="43">
                  <c:v>0.15</c:v>
                </c:pt>
                <c:pt idx="44">
                  <c:v>0.2</c:v>
                </c:pt>
                <c:pt idx="45">
                  <c:v>0.25</c:v>
                </c:pt>
                <c:pt idx="46">
                  <c:v>0.3</c:v>
                </c:pt>
                <c:pt idx="47">
                  <c:v>0.35</c:v>
                </c:pt>
                <c:pt idx="48">
                  <c:v>0.4</c:v>
                </c:pt>
                <c:pt idx="49">
                  <c:v>0.45</c:v>
                </c:pt>
                <c:pt idx="50">
                  <c:v>0.5</c:v>
                </c:pt>
                <c:pt idx="51">
                  <c:v>0.55</c:v>
                </c:pt>
                <c:pt idx="52">
                  <c:v>0.6</c:v>
                </c:pt>
                <c:pt idx="53">
                  <c:v>0.65</c:v>
                </c:pt>
                <c:pt idx="54">
                  <c:v>0.7</c:v>
                </c:pt>
                <c:pt idx="55">
                  <c:v>0.75</c:v>
                </c:pt>
                <c:pt idx="56">
                  <c:v>0.8</c:v>
                </c:pt>
                <c:pt idx="57">
                  <c:v>0.85</c:v>
                </c:pt>
                <c:pt idx="58">
                  <c:v>0.9</c:v>
                </c:pt>
                <c:pt idx="59">
                  <c:v>0.95</c:v>
                </c:pt>
                <c:pt idx="60">
                  <c:v>1</c:v>
                </c:pt>
                <c:pt idx="61">
                  <c:v>1.05</c:v>
                </c:pt>
                <c:pt idx="62">
                  <c:v>1.1</c:v>
                </c:pt>
                <c:pt idx="63">
                  <c:v>1.15</c:v>
                </c:pt>
                <c:pt idx="64">
                  <c:v>1.2</c:v>
                </c:pt>
                <c:pt idx="65">
                  <c:v>1.25</c:v>
                </c:pt>
                <c:pt idx="66">
                  <c:v>1.3</c:v>
                </c:pt>
                <c:pt idx="67">
                  <c:v>1.35</c:v>
                </c:pt>
                <c:pt idx="68">
                  <c:v>1.4</c:v>
                </c:pt>
                <c:pt idx="69">
                  <c:v>1.45</c:v>
                </c:pt>
                <c:pt idx="70">
                  <c:v>1.5</c:v>
                </c:pt>
                <c:pt idx="71">
                  <c:v>1.55</c:v>
                </c:pt>
                <c:pt idx="72">
                  <c:v>1.6</c:v>
                </c:pt>
                <c:pt idx="73">
                  <c:v>1.65</c:v>
                </c:pt>
                <c:pt idx="74">
                  <c:v>1.7</c:v>
                </c:pt>
                <c:pt idx="75">
                  <c:v>1.75</c:v>
                </c:pt>
                <c:pt idx="76">
                  <c:v>1.8</c:v>
                </c:pt>
                <c:pt idx="77">
                  <c:v>1.85</c:v>
                </c:pt>
                <c:pt idx="78">
                  <c:v>1.9</c:v>
                </c:pt>
                <c:pt idx="79">
                  <c:v>1.95</c:v>
                </c:pt>
                <c:pt idx="80">
                  <c:v>2</c:v>
                </c:pt>
                <c:pt idx="81">
                  <c:v>2.05</c:v>
                </c:pt>
                <c:pt idx="82">
                  <c:v>2.1</c:v>
                </c:pt>
                <c:pt idx="83">
                  <c:v>2.15</c:v>
                </c:pt>
                <c:pt idx="84">
                  <c:v>2.2</c:v>
                </c:pt>
                <c:pt idx="85">
                  <c:v>2.25</c:v>
                </c:pt>
                <c:pt idx="86">
                  <c:v>2.3</c:v>
                </c:pt>
                <c:pt idx="87">
                  <c:v>2.35</c:v>
                </c:pt>
                <c:pt idx="88">
                  <c:v>2.4</c:v>
                </c:pt>
                <c:pt idx="89">
                  <c:v>2.45</c:v>
                </c:pt>
                <c:pt idx="90">
                  <c:v>2.5</c:v>
                </c:pt>
                <c:pt idx="91">
                  <c:v>2.55</c:v>
                </c:pt>
                <c:pt idx="92">
                  <c:v>2.6</c:v>
                </c:pt>
                <c:pt idx="93">
                  <c:v>2.65</c:v>
                </c:pt>
                <c:pt idx="94">
                  <c:v>2.7</c:v>
                </c:pt>
                <c:pt idx="95">
                  <c:v>2.75</c:v>
                </c:pt>
                <c:pt idx="96">
                  <c:v>2.8</c:v>
                </c:pt>
                <c:pt idx="97">
                  <c:v>2.85</c:v>
                </c:pt>
                <c:pt idx="98">
                  <c:v>2.9</c:v>
                </c:pt>
                <c:pt idx="99">
                  <c:v>2.95</c:v>
                </c:pt>
                <c:pt idx="100">
                  <c:v>3</c:v>
                </c:pt>
              </c:numCache>
            </c:numRef>
          </c:xVal>
          <c:yVal>
            <c:numRef>
              <c:f>Sheet1!$L$2:$L$102</c:f>
              <c:numCache>
                <c:formatCode>General</c:formatCode>
                <c:ptCount val="101"/>
                <c:pt idx="0">
                  <c:v>3</c:v>
                </c:pt>
                <c:pt idx="1">
                  <c:v>2.95</c:v>
                </c:pt>
                <c:pt idx="2">
                  <c:v>2.9</c:v>
                </c:pt>
                <c:pt idx="3">
                  <c:v>2.85</c:v>
                </c:pt>
                <c:pt idx="4">
                  <c:v>2.8</c:v>
                </c:pt>
                <c:pt idx="5">
                  <c:v>2.75</c:v>
                </c:pt>
                <c:pt idx="6">
                  <c:v>2.7</c:v>
                </c:pt>
                <c:pt idx="7">
                  <c:v>2.65</c:v>
                </c:pt>
                <c:pt idx="8">
                  <c:v>2.6</c:v>
                </c:pt>
                <c:pt idx="9">
                  <c:v>2.55</c:v>
                </c:pt>
                <c:pt idx="10">
                  <c:v>2.5</c:v>
                </c:pt>
                <c:pt idx="11">
                  <c:v>2.45</c:v>
                </c:pt>
                <c:pt idx="12">
                  <c:v>2.4</c:v>
                </c:pt>
                <c:pt idx="13">
                  <c:v>2.35</c:v>
                </c:pt>
                <c:pt idx="14">
                  <c:v>2.3</c:v>
                </c:pt>
                <c:pt idx="15">
                  <c:v>2.25</c:v>
                </c:pt>
                <c:pt idx="16">
                  <c:v>2.2</c:v>
                </c:pt>
                <c:pt idx="17">
                  <c:v>2.15</c:v>
                </c:pt>
                <c:pt idx="18">
                  <c:v>2.1</c:v>
                </c:pt>
                <c:pt idx="19">
                  <c:v>2.05</c:v>
                </c:pt>
                <c:pt idx="20">
                  <c:v>2</c:v>
                </c:pt>
                <c:pt idx="21">
                  <c:v>1.95</c:v>
                </c:pt>
                <c:pt idx="22">
                  <c:v>1.9</c:v>
                </c:pt>
                <c:pt idx="23">
                  <c:v>1.85</c:v>
                </c:pt>
                <c:pt idx="24">
                  <c:v>1.8</c:v>
                </c:pt>
                <c:pt idx="25">
                  <c:v>1.75</c:v>
                </c:pt>
                <c:pt idx="26">
                  <c:v>1.7</c:v>
                </c:pt>
                <c:pt idx="27">
                  <c:v>1.65</c:v>
                </c:pt>
                <c:pt idx="28">
                  <c:v>1.6</c:v>
                </c:pt>
                <c:pt idx="29">
                  <c:v>1.55</c:v>
                </c:pt>
                <c:pt idx="30">
                  <c:v>1.5</c:v>
                </c:pt>
                <c:pt idx="31">
                  <c:v>1.45</c:v>
                </c:pt>
                <c:pt idx="32">
                  <c:v>1.4</c:v>
                </c:pt>
                <c:pt idx="33">
                  <c:v>1.35</c:v>
                </c:pt>
                <c:pt idx="34">
                  <c:v>1.3</c:v>
                </c:pt>
                <c:pt idx="35">
                  <c:v>1.25</c:v>
                </c:pt>
                <c:pt idx="36">
                  <c:v>1.2</c:v>
                </c:pt>
                <c:pt idx="37">
                  <c:v>1.15</c:v>
                </c:pt>
                <c:pt idx="38">
                  <c:v>1.1</c:v>
                </c:pt>
                <c:pt idx="39">
                  <c:v>1.05</c:v>
                </c:pt>
                <c:pt idx="40">
                  <c:v>1</c:v>
                </c:pt>
                <c:pt idx="41">
                  <c:v>0.95</c:v>
                </c:pt>
                <c:pt idx="42">
                  <c:v>0.9</c:v>
                </c:pt>
                <c:pt idx="43">
                  <c:v>0.85</c:v>
                </c:pt>
                <c:pt idx="44">
                  <c:v>0.8</c:v>
                </c:pt>
                <c:pt idx="45">
                  <c:v>0.75</c:v>
                </c:pt>
                <c:pt idx="46">
                  <c:v>0.7</c:v>
                </c:pt>
                <c:pt idx="47">
                  <c:v>0.65</c:v>
                </c:pt>
                <c:pt idx="48">
                  <c:v>0.6</c:v>
                </c:pt>
                <c:pt idx="49">
                  <c:v>0.55</c:v>
                </c:pt>
                <c:pt idx="50">
                  <c:v>0.5</c:v>
                </c:pt>
                <c:pt idx="51">
                  <c:v>0.45</c:v>
                </c:pt>
                <c:pt idx="52">
                  <c:v>0.4</c:v>
                </c:pt>
                <c:pt idx="53">
                  <c:v>0.35</c:v>
                </c:pt>
                <c:pt idx="54">
                  <c:v>0.3</c:v>
                </c:pt>
                <c:pt idx="55">
                  <c:v>0.25</c:v>
                </c:pt>
                <c:pt idx="56">
                  <c:v>0.2</c:v>
                </c:pt>
                <c:pt idx="57">
                  <c:v>0.15</c:v>
                </c:pt>
                <c:pt idx="58">
                  <c:v>0.1</c:v>
                </c:pt>
                <c:pt idx="59">
                  <c:v>0.05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940-0C4A-9DC9-83162F159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L(M)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3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M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0–1, M ≤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-2</c:v>
                </c:pt>
                <c:pt idx="1">
                  <c:v>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D-134E-8291-CB38D27DA69E}"/>
            </c:ext>
          </c:extLst>
        </c:ser>
        <c:ser>
          <c:idx val="1"/>
          <c:order val="1"/>
          <c:tx>
            <c:v>0–1, M &gt;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D-134E-8291-CB38D27DA69E}"/>
            </c:ext>
          </c:extLst>
        </c:ser>
        <c:ser>
          <c:idx val="2"/>
          <c:order val="2"/>
          <c:tx>
            <c:v>Скачок в нуле</c:v>
          </c:tx>
          <c:spPr>
            <a:solidFill>
              <a:srgbClr val="444444"/>
            </a:solidFill>
            <a:ln w="28575">
              <a:solidFill>
                <a:srgbClr val="44444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D-134E-8291-CB38D27DA69E}"/>
            </c:ext>
          </c:extLst>
        </c:ser>
        <c:ser>
          <c:idx val="3"/>
          <c:order val="3"/>
          <c:tx>
            <c:v>Точка в нуле 0</c:v>
          </c:tx>
          <c:spPr>
            <a:solidFill>
              <a:srgbClr val="FFFFF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D-134E-8291-CB38D27DA69E}"/>
            </c:ext>
          </c:extLst>
        </c:ser>
        <c:ser>
          <c:idx val="4"/>
          <c:order val="4"/>
          <c:tx>
            <c:v>Точка в нуле 1</c:v>
          </c:tx>
          <c:spPr>
            <a:solidFill>
              <a:srgbClr val="444444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Sheet1!$I$2:$I$2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D-134E-8291-CB38D27DA69E}"/>
            </c:ext>
          </c:extLst>
        </c:ser>
        <c:ser>
          <c:idx val="5"/>
          <c:order val="5"/>
          <c:tx>
            <c:v>exp(−M)</c:v>
          </c:tx>
          <c:spPr>
            <a:ln w="28575">
              <a:solidFill>
                <a:srgbClr val="102D69"/>
              </a:solidFill>
            </a:ln>
          </c:spPr>
          <c:marker>
            <c:symbol val="none"/>
          </c:marker>
          <c:xVal>
            <c:numRef>
              <c:f>Sheet1!$K$2:$K$102</c:f>
              <c:numCache>
                <c:formatCode>General</c:formatCode>
                <c:ptCount val="101"/>
                <c:pt idx="0">
                  <c:v>-2</c:v>
                </c:pt>
                <c:pt idx="1">
                  <c:v>-1.95</c:v>
                </c:pt>
                <c:pt idx="2">
                  <c:v>-1.9</c:v>
                </c:pt>
                <c:pt idx="3">
                  <c:v>-1.85</c:v>
                </c:pt>
                <c:pt idx="4">
                  <c:v>-1.8</c:v>
                </c:pt>
                <c:pt idx="5">
                  <c:v>-1.75</c:v>
                </c:pt>
                <c:pt idx="6">
                  <c:v>-1.7</c:v>
                </c:pt>
                <c:pt idx="7">
                  <c:v>-1.65</c:v>
                </c:pt>
                <c:pt idx="8">
                  <c:v>-1.6</c:v>
                </c:pt>
                <c:pt idx="9">
                  <c:v>-1.55</c:v>
                </c:pt>
                <c:pt idx="10">
                  <c:v>-1.5</c:v>
                </c:pt>
                <c:pt idx="11">
                  <c:v>-1.45</c:v>
                </c:pt>
                <c:pt idx="12">
                  <c:v>-1.4</c:v>
                </c:pt>
                <c:pt idx="13">
                  <c:v>-1.35</c:v>
                </c:pt>
                <c:pt idx="14">
                  <c:v>-1.3</c:v>
                </c:pt>
                <c:pt idx="15">
                  <c:v>-1.25</c:v>
                </c:pt>
                <c:pt idx="16">
                  <c:v>-1.2</c:v>
                </c:pt>
                <c:pt idx="17">
                  <c:v>-1.15</c:v>
                </c:pt>
                <c:pt idx="18">
                  <c:v>-1.1</c:v>
                </c:pt>
                <c:pt idx="19">
                  <c:v>-1.05</c:v>
                </c:pt>
                <c:pt idx="20">
                  <c:v>-1</c:v>
                </c:pt>
                <c:pt idx="21">
                  <c:v>-0.95</c:v>
                </c:pt>
                <c:pt idx="22">
                  <c:v>-0.9</c:v>
                </c:pt>
                <c:pt idx="23">
                  <c:v>-0.85</c:v>
                </c:pt>
                <c:pt idx="24">
                  <c:v>-0.8</c:v>
                </c:pt>
                <c:pt idx="25">
                  <c:v>-0.75</c:v>
                </c:pt>
                <c:pt idx="26">
                  <c:v>-0.7</c:v>
                </c:pt>
                <c:pt idx="27">
                  <c:v>-0.65</c:v>
                </c:pt>
                <c:pt idx="28">
                  <c:v>-0.6</c:v>
                </c:pt>
                <c:pt idx="29">
                  <c:v>-0.55</c:v>
                </c:pt>
                <c:pt idx="30">
                  <c:v>-0.5</c:v>
                </c:pt>
                <c:pt idx="31">
                  <c:v>-0.45</c:v>
                </c:pt>
                <c:pt idx="32">
                  <c:v>-0.4</c:v>
                </c:pt>
                <c:pt idx="33">
                  <c:v>-0.35</c:v>
                </c:pt>
                <c:pt idx="34">
                  <c:v>-0.3</c:v>
                </c:pt>
                <c:pt idx="35">
                  <c:v>-0.25</c:v>
                </c:pt>
                <c:pt idx="36">
                  <c:v>-0.2</c:v>
                </c:pt>
                <c:pt idx="37">
                  <c:v>-0.15</c:v>
                </c:pt>
                <c:pt idx="38">
                  <c:v>-0.1</c:v>
                </c:pt>
                <c:pt idx="39">
                  <c:v>-0.05</c:v>
                </c:pt>
                <c:pt idx="40">
                  <c:v>0</c:v>
                </c:pt>
                <c:pt idx="41">
                  <c:v>0.05</c:v>
                </c:pt>
                <c:pt idx="42">
                  <c:v>0.1</c:v>
                </c:pt>
                <c:pt idx="43">
                  <c:v>0.15</c:v>
                </c:pt>
                <c:pt idx="44">
                  <c:v>0.2</c:v>
                </c:pt>
                <c:pt idx="45">
                  <c:v>0.25</c:v>
                </c:pt>
                <c:pt idx="46">
                  <c:v>0.3</c:v>
                </c:pt>
                <c:pt idx="47">
                  <c:v>0.35</c:v>
                </c:pt>
                <c:pt idx="48">
                  <c:v>0.4</c:v>
                </c:pt>
                <c:pt idx="49">
                  <c:v>0.45</c:v>
                </c:pt>
                <c:pt idx="50">
                  <c:v>0.5</c:v>
                </c:pt>
                <c:pt idx="51">
                  <c:v>0.55</c:v>
                </c:pt>
                <c:pt idx="52">
                  <c:v>0.6</c:v>
                </c:pt>
                <c:pt idx="53">
                  <c:v>0.65</c:v>
                </c:pt>
                <c:pt idx="54">
                  <c:v>0.7</c:v>
                </c:pt>
                <c:pt idx="55">
                  <c:v>0.75</c:v>
                </c:pt>
                <c:pt idx="56">
                  <c:v>0.8</c:v>
                </c:pt>
                <c:pt idx="57">
                  <c:v>0.85</c:v>
                </c:pt>
                <c:pt idx="58">
                  <c:v>0.9</c:v>
                </c:pt>
                <c:pt idx="59">
                  <c:v>0.95</c:v>
                </c:pt>
                <c:pt idx="60">
                  <c:v>1</c:v>
                </c:pt>
                <c:pt idx="61">
                  <c:v>1.05</c:v>
                </c:pt>
                <c:pt idx="62">
                  <c:v>1.1</c:v>
                </c:pt>
                <c:pt idx="63">
                  <c:v>1.15</c:v>
                </c:pt>
                <c:pt idx="64">
                  <c:v>1.2</c:v>
                </c:pt>
                <c:pt idx="65">
                  <c:v>1.25</c:v>
                </c:pt>
                <c:pt idx="66">
                  <c:v>1.3</c:v>
                </c:pt>
                <c:pt idx="67">
                  <c:v>1.35</c:v>
                </c:pt>
                <c:pt idx="68">
                  <c:v>1.4</c:v>
                </c:pt>
                <c:pt idx="69">
                  <c:v>1.45</c:v>
                </c:pt>
                <c:pt idx="70">
                  <c:v>1.5</c:v>
                </c:pt>
                <c:pt idx="71">
                  <c:v>1.55</c:v>
                </c:pt>
                <c:pt idx="72">
                  <c:v>1.6</c:v>
                </c:pt>
                <c:pt idx="73">
                  <c:v>1.65</c:v>
                </c:pt>
                <c:pt idx="74">
                  <c:v>1.7</c:v>
                </c:pt>
                <c:pt idx="75">
                  <c:v>1.75</c:v>
                </c:pt>
                <c:pt idx="76">
                  <c:v>1.8</c:v>
                </c:pt>
                <c:pt idx="77">
                  <c:v>1.85</c:v>
                </c:pt>
                <c:pt idx="78">
                  <c:v>1.9</c:v>
                </c:pt>
                <c:pt idx="79">
                  <c:v>1.95</c:v>
                </c:pt>
                <c:pt idx="80">
                  <c:v>2</c:v>
                </c:pt>
                <c:pt idx="81">
                  <c:v>2.05</c:v>
                </c:pt>
                <c:pt idx="82">
                  <c:v>2.1</c:v>
                </c:pt>
                <c:pt idx="83">
                  <c:v>2.15</c:v>
                </c:pt>
                <c:pt idx="84">
                  <c:v>2.2</c:v>
                </c:pt>
                <c:pt idx="85">
                  <c:v>2.25</c:v>
                </c:pt>
                <c:pt idx="86">
                  <c:v>2.3</c:v>
                </c:pt>
                <c:pt idx="87">
                  <c:v>2.35</c:v>
                </c:pt>
                <c:pt idx="88">
                  <c:v>2.4</c:v>
                </c:pt>
                <c:pt idx="89">
                  <c:v>2.45</c:v>
                </c:pt>
                <c:pt idx="90">
                  <c:v>2.5</c:v>
                </c:pt>
                <c:pt idx="91">
                  <c:v>2.55</c:v>
                </c:pt>
                <c:pt idx="92">
                  <c:v>2.6</c:v>
                </c:pt>
                <c:pt idx="93">
                  <c:v>2.65</c:v>
                </c:pt>
                <c:pt idx="94">
                  <c:v>2.7</c:v>
                </c:pt>
                <c:pt idx="95">
                  <c:v>2.75</c:v>
                </c:pt>
                <c:pt idx="96">
                  <c:v>2.8</c:v>
                </c:pt>
                <c:pt idx="97">
                  <c:v>2.85</c:v>
                </c:pt>
                <c:pt idx="98">
                  <c:v>2.9</c:v>
                </c:pt>
                <c:pt idx="99">
                  <c:v>2.95</c:v>
                </c:pt>
                <c:pt idx="100">
                  <c:v>3</c:v>
                </c:pt>
              </c:numCache>
            </c:numRef>
          </c:xVal>
          <c:yVal>
            <c:numRef>
              <c:f>Sheet1!$L$2:$L$102</c:f>
              <c:numCache>
                <c:formatCode>General</c:formatCode>
                <c:ptCount val="101"/>
                <c:pt idx="0">
                  <c:v>7.3890561</c:v>
                </c:pt>
                <c:pt idx="1">
                  <c:v>7.02868758</c:v>
                </c:pt>
                <c:pt idx="2">
                  <c:v>6.68589444</c:v>
                </c:pt>
                <c:pt idx="3">
                  <c:v>6.35981952</c:v>
                </c:pt>
                <c:pt idx="4">
                  <c:v>6.04964746</c:v>
                </c:pt>
                <c:pt idx="5">
                  <c:v>5.75460268</c:v>
                </c:pt>
                <c:pt idx="6">
                  <c:v>5.47394739</c:v>
                </c:pt>
                <c:pt idx="7">
                  <c:v>5.20697983</c:v>
                </c:pt>
                <c:pt idx="8">
                  <c:v>4.95303242</c:v>
                </c:pt>
                <c:pt idx="9">
                  <c:v>4.71147018</c:v>
                </c:pt>
                <c:pt idx="10">
                  <c:v>4.48168907</c:v>
                </c:pt>
                <c:pt idx="11">
                  <c:v>4.26311452</c:v>
                </c:pt>
                <c:pt idx="12">
                  <c:v>4.05519997</c:v>
                </c:pt>
                <c:pt idx="13">
                  <c:v>3.85742553</c:v>
                </c:pt>
                <c:pt idx="14">
                  <c:v>3.66929667</c:v>
                </c:pt>
                <c:pt idx="15">
                  <c:v>3.49034296</c:v>
                </c:pt>
                <c:pt idx="16">
                  <c:v>3.32011692</c:v>
                </c:pt>
                <c:pt idx="17">
                  <c:v>3.15819291</c:v>
                </c:pt>
                <c:pt idx="18">
                  <c:v>3.00416602</c:v>
                </c:pt>
                <c:pt idx="19">
                  <c:v>2.85765112</c:v>
                </c:pt>
                <c:pt idx="20">
                  <c:v>2.71828183</c:v>
                </c:pt>
                <c:pt idx="21">
                  <c:v>2.58570966</c:v>
                </c:pt>
                <c:pt idx="22">
                  <c:v>2.45960311</c:v>
                </c:pt>
                <c:pt idx="23">
                  <c:v>2.33964685</c:v>
                </c:pt>
                <c:pt idx="24">
                  <c:v>2.22554093</c:v>
                </c:pt>
                <c:pt idx="25">
                  <c:v>2.11700002</c:v>
                </c:pt>
                <c:pt idx="26">
                  <c:v>2.01375271</c:v>
                </c:pt>
                <c:pt idx="27">
                  <c:v>1.91554083</c:v>
                </c:pt>
                <c:pt idx="28">
                  <c:v>1.8221188</c:v>
                </c:pt>
                <c:pt idx="29">
                  <c:v>1.73325302</c:v>
                </c:pt>
                <c:pt idx="30">
                  <c:v>1.64872127</c:v>
                </c:pt>
                <c:pt idx="31">
                  <c:v>1.56831219</c:v>
                </c:pt>
                <c:pt idx="32">
                  <c:v>1.4918247</c:v>
                </c:pt>
                <c:pt idx="33">
                  <c:v>1.41906755</c:v>
                </c:pt>
                <c:pt idx="34">
                  <c:v>1.34985881</c:v>
                </c:pt>
                <c:pt idx="35">
                  <c:v>1.28402542</c:v>
                </c:pt>
                <c:pt idx="36">
                  <c:v>1.22140276</c:v>
                </c:pt>
                <c:pt idx="37">
                  <c:v>1.16183424</c:v>
                </c:pt>
                <c:pt idx="38">
                  <c:v>1.10517092</c:v>
                </c:pt>
                <c:pt idx="39">
                  <c:v>1.0512711</c:v>
                </c:pt>
                <c:pt idx="40">
                  <c:v>1</c:v>
                </c:pt>
                <c:pt idx="41">
                  <c:v>0.95122942</c:v>
                </c:pt>
                <c:pt idx="42">
                  <c:v>0.90483742</c:v>
                </c:pt>
                <c:pt idx="43">
                  <c:v>0.86070798</c:v>
                </c:pt>
                <c:pt idx="44">
                  <c:v>0.81873075</c:v>
                </c:pt>
                <c:pt idx="45">
                  <c:v>0.77880078</c:v>
                </c:pt>
                <c:pt idx="46">
                  <c:v>0.74081822</c:v>
                </c:pt>
                <c:pt idx="47">
                  <c:v>0.70468809</c:v>
                </c:pt>
                <c:pt idx="48">
                  <c:v>0.6703200499999999</c:v>
                </c:pt>
                <c:pt idx="49">
                  <c:v>0.6376281499999999</c:v>
                </c:pt>
                <c:pt idx="50">
                  <c:v>0.60653066</c:v>
                </c:pt>
                <c:pt idx="51">
                  <c:v>0.57694981</c:v>
                </c:pt>
                <c:pt idx="52">
                  <c:v>0.54881164</c:v>
                </c:pt>
                <c:pt idx="53">
                  <c:v>0.52204578</c:v>
                </c:pt>
                <c:pt idx="54">
                  <c:v>0.4965853</c:v>
                </c:pt>
                <c:pt idx="55">
                  <c:v>0.47236655</c:v>
                </c:pt>
                <c:pt idx="56">
                  <c:v>0.44932896</c:v>
                </c:pt>
                <c:pt idx="57">
                  <c:v>0.42741493</c:v>
                </c:pt>
                <c:pt idx="58">
                  <c:v>0.40656966</c:v>
                </c:pt>
                <c:pt idx="59">
                  <c:v>0.38674102</c:v>
                </c:pt>
                <c:pt idx="60">
                  <c:v>0.36787944</c:v>
                </c:pt>
                <c:pt idx="61">
                  <c:v>0.34993775</c:v>
                </c:pt>
                <c:pt idx="62">
                  <c:v>0.33287108</c:v>
                </c:pt>
                <c:pt idx="63">
                  <c:v>0.31663677</c:v>
                </c:pt>
                <c:pt idx="64">
                  <c:v>0.30119421</c:v>
                </c:pt>
                <c:pt idx="65">
                  <c:v>0.2865048</c:v>
                </c:pt>
                <c:pt idx="66">
                  <c:v>0.27253179</c:v>
                </c:pt>
                <c:pt idx="67">
                  <c:v>0.25924026</c:v>
                </c:pt>
                <c:pt idx="68">
                  <c:v>0.24659696</c:v>
                </c:pt>
                <c:pt idx="69">
                  <c:v>0.23457029</c:v>
                </c:pt>
                <c:pt idx="70">
                  <c:v>0.22313016</c:v>
                </c:pt>
                <c:pt idx="71">
                  <c:v>0.21224797</c:v>
                </c:pt>
                <c:pt idx="72">
                  <c:v>0.20189652</c:v>
                </c:pt>
                <c:pt idx="73">
                  <c:v>0.19204991</c:v>
                </c:pt>
                <c:pt idx="74">
                  <c:v>0.18268352</c:v>
                </c:pt>
                <c:pt idx="75">
                  <c:v>0.17377394</c:v>
                </c:pt>
                <c:pt idx="76">
                  <c:v>0.16529889</c:v>
                </c:pt>
                <c:pt idx="77">
                  <c:v>0.15723717</c:v>
                </c:pt>
                <c:pt idx="78">
                  <c:v>0.14956862</c:v>
                </c:pt>
                <c:pt idx="79">
                  <c:v>0.14227407</c:v>
                </c:pt>
                <c:pt idx="80">
                  <c:v>0.13533528</c:v>
                </c:pt>
                <c:pt idx="81">
                  <c:v>0.1287349</c:v>
                </c:pt>
                <c:pt idx="82">
                  <c:v>0.12245643</c:v>
                </c:pt>
                <c:pt idx="83">
                  <c:v>0.11648416</c:v>
                </c:pt>
                <c:pt idx="84">
                  <c:v>0.11080316</c:v>
                </c:pt>
                <c:pt idx="85">
                  <c:v>0.10539922</c:v>
                </c:pt>
                <c:pt idx="86">
                  <c:v>0.10025884</c:v>
                </c:pt>
                <c:pt idx="87">
                  <c:v>0.09536915999999999</c:v>
                </c:pt>
                <c:pt idx="88">
                  <c:v>0.09071795000000001</c:v>
                </c:pt>
                <c:pt idx="89">
                  <c:v>0.08629359</c:v>
                </c:pt>
                <c:pt idx="90">
                  <c:v>0.08208500000000001</c:v>
                </c:pt>
                <c:pt idx="91">
                  <c:v>0.07808167000000001</c:v>
                </c:pt>
                <c:pt idx="92">
                  <c:v>0.07427358000000001</c:v>
                </c:pt>
                <c:pt idx="93">
                  <c:v>0.07065121000000001</c:v>
                </c:pt>
                <c:pt idx="94">
                  <c:v>0.06720551</c:v>
                </c:pt>
                <c:pt idx="95">
                  <c:v>0.06392786</c:v>
                </c:pt>
                <c:pt idx="96">
                  <c:v>0.06081006</c:v>
                </c:pt>
                <c:pt idx="97">
                  <c:v>0.05784432</c:v>
                </c:pt>
                <c:pt idx="98">
                  <c:v>0.05502322</c:v>
                </c:pt>
                <c:pt idx="99">
                  <c:v>0.05233971</c:v>
                </c:pt>
                <c:pt idx="100">
                  <c:v>0.04978707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08D-134E-8291-CB38D27DA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L(M)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3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M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0–1, M ≤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-2</c:v>
                </c:pt>
                <c:pt idx="1">
                  <c:v>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6F45-8588-211C1F10CFA0}"/>
            </c:ext>
          </c:extLst>
        </c:ser>
        <c:ser>
          <c:idx val="1"/>
          <c:order val="1"/>
          <c:tx>
            <c:v>0–1, M &gt; 0</c:v>
          </c:tx>
          <c:spPr>
            <a:solidFill>
              <a:srgbClr val="444444"/>
            </a:solidFill>
            <a:ln w="28575">
              <a:solidFill>
                <a:srgbClr val="444444"/>
              </a:solidFill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6F45-8588-211C1F10CFA0}"/>
            </c:ext>
          </c:extLst>
        </c:ser>
        <c:ser>
          <c:idx val="2"/>
          <c:order val="2"/>
          <c:tx>
            <c:v>Скачок в нуле</c:v>
          </c:tx>
          <c:spPr>
            <a:solidFill>
              <a:srgbClr val="444444"/>
            </a:solidFill>
            <a:ln w="28575">
              <a:solidFill>
                <a:srgbClr val="44444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6F45-8588-211C1F10CFA0}"/>
            </c:ext>
          </c:extLst>
        </c:ser>
        <c:ser>
          <c:idx val="3"/>
          <c:order val="3"/>
          <c:tx>
            <c:v>Точка в нуле 0</c:v>
          </c:tx>
          <c:spPr>
            <a:solidFill>
              <a:srgbClr val="FFFFFF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6F45-8588-211C1F10CFA0}"/>
            </c:ext>
          </c:extLst>
        </c:ser>
        <c:ser>
          <c:idx val="4"/>
          <c:order val="4"/>
          <c:tx>
            <c:v>Точка в нуле 1</c:v>
          </c:tx>
          <c:spPr>
            <a:solidFill>
              <a:srgbClr val="444444"/>
            </a:solidFill>
            <a:ln>
              <a:noFill/>
            </a:ln>
          </c:spPr>
          <c:marker>
            <c:symbol val="circle"/>
            <c:size val="7"/>
            <c:spPr>
              <a:solidFill>
                <a:srgbClr val="444444"/>
              </a:solidFill>
              <a:ln w="19050">
                <a:solidFill>
                  <a:srgbClr val="444444"/>
                </a:solidFill>
              </a:ln>
            </c:spPr>
          </c:marker>
          <c:xVal>
            <c:numRef>
              <c:f>Sheet1!$I$2:$I$2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6F45-8588-211C1F10CFA0}"/>
            </c:ext>
          </c:extLst>
        </c:ser>
        <c:ser>
          <c:idx val="5"/>
          <c:order val="5"/>
          <c:tx>
            <c:v>Сигмоидальная</c:v>
          </c:tx>
          <c:spPr>
            <a:ln w="28575">
              <a:solidFill>
                <a:srgbClr val="EB681F"/>
              </a:solidFill>
            </a:ln>
          </c:spPr>
          <c:marker>
            <c:symbol val="none"/>
          </c:marker>
          <c:xVal>
            <c:numRef>
              <c:f>Sheet1!$K$2:$K$102</c:f>
              <c:numCache>
                <c:formatCode>General</c:formatCode>
                <c:ptCount val="101"/>
                <c:pt idx="0">
                  <c:v>-2</c:v>
                </c:pt>
                <c:pt idx="1">
                  <c:v>-1.95</c:v>
                </c:pt>
                <c:pt idx="2">
                  <c:v>-1.9</c:v>
                </c:pt>
                <c:pt idx="3">
                  <c:v>-1.85</c:v>
                </c:pt>
                <c:pt idx="4">
                  <c:v>-1.8</c:v>
                </c:pt>
                <c:pt idx="5">
                  <c:v>-1.75</c:v>
                </c:pt>
                <c:pt idx="6">
                  <c:v>-1.7</c:v>
                </c:pt>
                <c:pt idx="7">
                  <c:v>-1.65</c:v>
                </c:pt>
                <c:pt idx="8">
                  <c:v>-1.6</c:v>
                </c:pt>
                <c:pt idx="9">
                  <c:v>-1.55</c:v>
                </c:pt>
                <c:pt idx="10">
                  <c:v>-1.5</c:v>
                </c:pt>
                <c:pt idx="11">
                  <c:v>-1.45</c:v>
                </c:pt>
                <c:pt idx="12">
                  <c:v>-1.4</c:v>
                </c:pt>
                <c:pt idx="13">
                  <c:v>-1.35</c:v>
                </c:pt>
                <c:pt idx="14">
                  <c:v>-1.3</c:v>
                </c:pt>
                <c:pt idx="15">
                  <c:v>-1.25</c:v>
                </c:pt>
                <c:pt idx="16">
                  <c:v>-1.2</c:v>
                </c:pt>
                <c:pt idx="17">
                  <c:v>-1.15</c:v>
                </c:pt>
                <c:pt idx="18">
                  <c:v>-1.1</c:v>
                </c:pt>
                <c:pt idx="19">
                  <c:v>-1.05</c:v>
                </c:pt>
                <c:pt idx="20">
                  <c:v>-1</c:v>
                </c:pt>
                <c:pt idx="21">
                  <c:v>-0.95</c:v>
                </c:pt>
                <c:pt idx="22">
                  <c:v>-0.9</c:v>
                </c:pt>
                <c:pt idx="23">
                  <c:v>-0.85</c:v>
                </c:pt>
                <c:pt idx="24">
                  <c:v>-0.8</c:v>
                </c:pt>
                <c:pt idx="25">
                  <c:v>-0.75</c:v>
                </c:pt>
                <c:pt idx="26">
                  <c:v>-0.7</c:v>
                </c:pt>
                <c:pt idx="27">
                  <c:v>-0.65</c:v>
                </c:pt>
                <c:pt idx="28">
                  <c:v>-0.6</c:v>
                </c:pt>
                <c:pt idx="29">
                  <c:v>-0.55</c:v>
                </c:pt>
                <c:pt idx="30">
                  <c:v>-0.5</c:v>
                </c:pt>
                <c:pt idx="31">
                  <c:v>-0.45</c:v>
                </c:pt>
                <c:pt idx="32">
                  <c:v>-0.4</c:v>
                </c:pt>
                <c:pt idx="33">
                  <c:v>-0.35</c:v>
                </c:pt>
                <c:pt idx="34">
                  <c:v>-0.3</c:v>
                </c:pt>
                <c:pt idx="35">
                  <c:v>-0.25</c:v>
                </c:pt>
                <c:pt idx="36">
                  <c:v>-0.2</c:v>
                </c:pt>
                <c:pt idx="37">
                  <c:v>-0.15</c:v>
                </c:pt>
                <c:pt idx="38">
                  <c:v>-0.1</c:v>
                </c:pt>
                <c:pt idx="39">
                  <c:v>-0.05</c:v>
                </c:pt>
                <c:pt idx="40">
                  <c:v>0</c:v>
                </c:pt>
                <c:pt idx="41">
                  <c:v>0.05</c:v>
                </c:pt>
                <c:pt idx="42">
                  <c:v>0.1</c:v>
                </c:pt>
                <c:pt idx="43">
                  <c:v>0.15</c:v>
                </c:pt>
                <c:pt idx="44">
                  <c:v>0.2</c:v>
                </c:pt>
                <c:pt idx="45">
                  <c:v>0.25</c:v>
                </c:pt>
                <c:pt idx="46">
                  <c:v>0.3</c:v>
                </c:pt>
                <c:pt idx="47">
                  <c:v>0.35</c:v>
                </c:pt>
                <c:pt idx="48">
                  <c:v>0.4</c:v>
                </c:pt>
                <c:pt idx="49">
                  <c:v>0.45</c:v>
                </c:pt>
                <c:pt idx="50">
                  <c:v>0.5</c:v>
                </c:pt>
                <c:pt idx="51">
                  <c:v>0.55</c:v>
                </c:pt>
                <c:pt idx="52">
                  <c:v>0.6</c:v>
                </c:pt>
                <c:pt idx="53">
                  <c:v>0.65</c:v>
                </c:pt>
                <c:pt idx="54">
                  <c:v>0.7</c:v>
                </c:pt>
                <c:pt idx="55">
                  <c:v>0.75</c:v>
                </c:pt>
                <c:pt idx="56">
                  <c:v>0.8</c:v>
                </c:pt>
                <c:pt idx="57">
                  <c:v>0.85</c:v>
                </c:pt>
                <c:pt idx="58">
                  <c:v>0.9</c:v>
                </c:pt>
                <c:pt idx="59">
                  <c:v>0.95</c:v>
                </c:pt>
                <c:pt idx="60">
                  <c:v>1</c:v>
                </c:pt>
                <c:pt idx="61">
                  <c:v>1.05</c:v>
                </c:pt>
                <c:pt idx="62">
                  <c:v>1.1</c:v>
                </c:pt>
                <c:pt idx="63">
                  <c:v>1.15</c:v>
                </c:pt>
                <c:pt idx="64">
                  <c:v>1.2</c:v>
                </c:pt>
                <c:pt idx="65">
                  <c:v>1.25</c:v>
                </c:pt>
                <c:pt idx="66">
                  <c:v>1.3</c:v>
                </c:pt>
                <c:pt idx="67">
                  <c:v>1.35</c:v>
                </c:pt>
                <c:pt idx="68">
                  <c:v>1.4</c:v>
                </c:pt>
                <c:pt idx="69">
                  <c:v>1.45</c:v>
                </c:pt>
                <c:pt idx="70">
                  <c:v>1.5</c:v>
                </c:pt>
                <c:pt idx="71">
                  <c:v>1.55</c:v>
                </c:pt>
                <c:pt idx="72">
                  <c:v>1.6</c:v>
                </c:pt>
                <c:pt idx="73">
                  <c:v>1.65</c:v>
                </c:pt>
                <c:pt idx="74">
                  <c:v>1.7</c:v>
                </c:pt>
                <c:pt idx="75">
                  <c:v>1.75</c:v>
                </c:pt>
                <c:pt idx="76">
                  <c:v>1.8</c:v>
                </c:pt>
                <c:pt idx="77">
                  <c:v>1.85</c:v>
                </c:pt>
                <c:pt idx="78">
                  <c:v>1.9</c:v>
                </c:pt>
                <c:pt idx="79">
                  <c:v>1.95</c:v>
                </c:pt>
                <c:pt idx="80">
                  <c:v>2</c:v>
                </c:pt>
                <c:pt idx="81">
                  <c:v>2.05</c:v>
                </c:pt>
                <c:pt idx="82">
                  <c:v>2.1</c:v>
                </c:pt>
                <c:pt idx="83">
                  <c:v>2.15</c:v>
                </c:pt>
                <c:pt idx="84">
                  <c:v>2.2</c:v>
                </c:pt>
                <c:pt idx="85">
                  <c:v>2.25</c:v>
                </c:pt>
                <c:pt idx="86">
                  <c:v>2.3</c:v>
                </c:pt>
                <c:pt idx="87">
                  <c:v>2.35</c:v>
                </c:pt>
                <c:pt idx="88">
                  <c:v>2.4</c:v>
                </c:pt>
                <c:pt idx="89">
                  <c:v>2.45</c:v>
                </c:pt>
                <c:pt idx="90">
                  <c:v>2.5</c:v>
                </c:pt>
                <c:pt idx="91">
                  <c:v>2.55</c:v>
                </c:pt>
                <c:pt idx="92">
                  <c:v>2.6</c:v>
                </c:pt>
                <c:pt idx="93">
                  <c:v>2.65</c:v>
                </c:pt>
                <c:pt idx="94">
                  <c:v>2.7</c:v>
                </c:pt>
                <c:pt idx="95">
                  <c:v>2.75</c:v>
                </c:pt>
                <c:pt idx="96">
                  <c:v>2.8</c:v>
                </c:pt>
                <c:pt idx="97">
                  <c:v>2.85</c:v>
                </c:pt>
                <c:pt idx="98">
                  <c:v>2.9</c:v>
                </c:pt>
                <c:pt idx="99">
                  <c:v>2.95</c:v>
                </c:pt>
                <c:pt idx="100">
                  <c:v>3</c:v>
                </c:pt>
              </c:numCache>
            </c:numRef>
          </c:xVal>
          <c:yVal>
            <c:numRef>
              <c:f>Sheet1!$L$2:$L$102</c:f>
              <c:numCache>
                <c:formatCode>General</c:formatCode>
                <c:ptCount val="101"/>
                <c:pt idx="0">
                  <c:v>1.76159416</c:v>
                </c:pt>
                <c:pt idx="1">
                  <c:v>1.75089328</c:v>
                </c:pt>
                <c:pt idx="2">
                  <c:v>1.73978305</c:v>
                </c:pt>
                <c:pt idx="3">
                  <c:v>1.72825421</c:v>
                </c:pt>
                <c:pt idx="4">
                  <c:v>1.71629787</c:v>
                </c:pt>
                <c:pt idx="5">
                  <c:v>1.7039056</c:v>
                </c:pt>
                <c:pt idx="6">
                  <c:v>1.69106947</c:v>
                </c:pt>
                <c:pt idx="7">
                  <c:v>1.6777821</c:v>
                </c:pt>
                <c:pt idx="8">
                  <c:v>1.66403677</c:v>
                </c:pt>
                <c:pt idx="9">
                  <c:v>1.64982746</c:v>
                </c:pt>
                <c:pt idx="10">
                  <c:v>1.63514895</c:v>
                </c:pt>
                <c:pt idx="11">
                  <c:v>1.61999687</c:v>
                </c:pt>
                <c:pt idx="12">
                  <c:v>1.60436778</c:v>
                </c:pt>
                <c:pt idx="13">
                  <c:v>1.58825926</c:v>
                </c:pt>
                <c:pt idx="14">
                  <c:v>1.57166997</c:v>
                </c:pt>
                <c:pt idx="15">
                  <c:v>1.55459972</c:v>
                </c:pt>
                <c:pt idx="16">
                  <c:v>1.53704957</c:v>
                </c:pt>
                <c:pt idx="17">
                  <c:v>1.51902183</c:v>
                </c:pt>
                <c:pt idx="18">
                  <c:v>1.50052021</c:v>
                </c:pt>
                <c:pt idx="19">
                  <c:v>1.4815498</c:v>
                </c:pt>
                <c:pt idx="20">
                  <c:v>1.46211716</c:v>
                </c:pt>
                <c:pt idx="21">
                  <c:v>1.44223036</c:v>
                </c:pt>
                <c:pt idx="22">
                  <c:v>1.42189901</c:v>
                </c:pt>
                <c:pt idx="23">
                  <c:v>1.40113428</c:v>
                </c:pt>
                <c:pt idx="24">
                  <c:v>1.37994896</c:v>
                </c:pt>
                <c:pt idx="25">
                  <c:v>1.3583574</c:v>
                </c:pt>
                <c:pt idx="26">
                  <c:v>1.33637554</c:v>
                </c:pt>
                <c:pt idx="27">
                  <c:v>1.31402093</c:v>
                </c:pt>
                <c:pt idx="28">
                  <c:v>1.29131261</c:v>
                </c:pt>
                <c:pt idx="29">
                  <c:v>1.26827118</c:v>
                </c:pt>
                <c:pt idx="30">
                  <c:v>1.24491866</c:v>
                </c:pt>
                <c:pt idx="31">
                  <c:v>1.22127847</c:v>
                </c:pt>
                <c:pt idx="32">
                  <c:v>1.19737532</c:v>
                </c:pt>
                <c:pt idx="33">
                  <c:v>1.17323516</c:v>
                </c:pt>
                <c:pt idx="34">
                  <c:v>1.14888503</c:v>
                </c:pt>
                <c:pt idx="35">
                  <c:v>1.124353</c:v>
                </c:pt>
                <c:pt idx="36">
                  <c:v>1.09966799</c:v>
                </c:pt>
                <c:pt idx="37">
                  <c:v>1.07485969</c:v>
                </c:pt>
                <c:pt idx="38">
                  <c:v>1.04995837</c:v>
                </c:pt>
                <c:pt idx="39">
                  <c:v>1.02499479</c:v>
                </c:pt>
                <c:pt idx="40">
                  <c:v>1</c:v>
                </c:pt>
                <c:pt idx="41">
                  <c:v>0.97500521</c:v>
                </c:pt>
                <c:pt idx="42">
                  <c:v>0.95004163</c:v>
                </c:pt>
                <c:pt idx="43">
                  <c:v>0.92514031</c:v>
                </c:pt>
                <c:pt idx="44">
                  <c:v>0.90033201</c:v>
                </c:pt>
                <c:pt idx="45">
                  <c:v>0.875647</c:v>
                </c:pt>
                <c:pt idx="46">
                  <c:v>0.85111497</c:v>
                </c:pt>
                <c:pt idx="47">
                  <c:v>0.8267648399999999</c:v>
                </c:pt>
                <c:pt idx="48">
                  <c:v>0.80262468</c:v>
                </c:pt>
                <c:pt idx="49">
                  <c:v>0.77872153</c:v>
                </c:pt>
                <c:pt idx="50">
                  <c:v>0.75508134</c:v>
                </c:pt>
                <c:pt idx="51">
                  <c:v>0.7317288199999999</c:v>
                </c:pt>
                <c:pt idx="52">
                  <c:v>0.70868739</c:v>
                </c:pt>
                <c:pt idx="53">
                  <c:v>0.68597907</c:v>
                </c:pt>
                <c:pt idx="54">
                  <c:v>0.66362446</c:v>
                </c:pt>
                <c:pt idx="55">
                  <c:v>0.6416426</c:v>
                </c:pt>
                <c:pt idx="56">
                  <c:v>0.62005104</c:v>
                </c:pt>
                <c:pt idx="57">
                  <c:v>0.59886572</c:v>
                </c:pt>
                <c:pt idx="58">
                  <c:v>0.57810099</c:v>
                </c:pt>
                <c:pt idx="59">
                  <c:v>0.55776964</c:v>
                </c:pt>
                <c:pt idx="60">
                  <c:v>0.53788284</c:v>
                </c:pt>
                <c:pt idx="61">
                  <c:v>0.5184502</c:v>
                </c:pt>
                <c:pt idx="62">
                  <c:v>0.49947979</c:v>
                </c:pt>
                <c:pt idx="63">
                  <c:v>0.48097817</c:v>
                </c:pt>
                <c:pt idx="64">
                  <c:v>0.46295043</c:v>
                </c:pt>
                <c:pt idx="65">
                  <c:v>0.44540028</c:v>
                </c:pt>
                <c:pt idx="66">
                  <c:v>0.42833003</c:v>
                </c:pt>
                <c:pt idx="67">
                  <c:v>0.41174074</c:v>
                </c:pt>
                <c:pt idx="68">
                  <c:v>0.39563222</c:v>
                </c:pt>
                <c:pt idx="69">
                  <c:v>0.38000313</c:v>
                </c:pt>
                <c:pt idx="70">
                  <c:v>0.36485105</c:v>
                </c:pt>
                <c:pt idx="71">
                  <c:v>0.35017254</c:v>
                </c:pt>
                <c:pt idx="72">
                  <c:v>0.33596323</c:v>
                </c:pt>
                <c:pt idx="73">
                  <c:v>0.3222179</c:v>
                </c:pt>
                <c:pt idx="74">
                  <c:v>0.30893053</c:v>
                </c:pt>
                <c:pt idx="75">
                  <c:v>0.2960944</c:v>
                </c:pt>
                <c:pt idx="76">
                  <c:v>0.28370213</c:v>
                </c:pt>
                <c:pt idx="77">
                  <c:v>0.27174579</c:v>
                </c:pt>
                <c:pt idx="78">
                  <c:v>0.26021695</c:v>
                </c:pt>
                <c:pt idx="79">
                  <c:v>0.24910672</c:v>
                </c:pt>
                <c:pt idx="80">
                  <c:v>0.23840584</c:v>
                </c:pt>
                <c:pt idx="81">
                  <c:v>0.22810476</c:v>
                </c:pt>
                <c:pt idx="82">
                  <c:v>0.21819364</c:v>
                </c:pt>
                <c:pt idx="83">
                  <c:v>0.20866245</c:v>
                </c:pt>
                <c:pt idx="84">
                  <c:v>0.19950098</c:v>
                </c:pt>
                <c:pt idx="85">
                  <c:v>0.19069893</c:v>
                </c:pt>
                <c:pt idx="86">
                  <c:v>0.18224592</c:v>
                </c:pt>
                <c:pt idx="87">
                  <c:v>0.17413154</c:v>
                </c:pt>
                <c:pt idx="88">
                  <c:v>0.16634539</c:v>
                </c:pt>
                <c:pt idx="89">
                  <c:v>0.1588771</c:v>
                </c:pt>
                <c:pt idx="90">
                  <c:v>0.15171636</c:v>
                </c:pt>
                <c:pt idx="91">
                  <c:v>0.14485297</c:v>
                </c:pt>
                <c:pt idx="92">
                  <c:v>0.13827684</c:v>
                </c:pt>
                <c:pt idx="93">
                  <c:v>0.13197802</c:v>
                </c:pt>
                <c:pt idx="94">
                  <c:v>0.12594671</c:v>
                </c:pt>
                <c:pt idx="95">
                  <c:v>0.1201733</c:v>
                </c:pt>
                <c:pt idx="96">
                  <c:v>0.11464835</c:v>
                </c:pt>
                <c:pt idx="97">
                  <c:v>0.10936263</c:v>
                </c:pt>
                <c:pt idx="98">
                  <c:v>0.10430713</c:v>
                </c:pt>
                <c:pt idx="99">
                  <c:v>0.09947302</c:v>
                </c:pt>
                <c:pt idx="100">
                  <c:v>0.09485175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A8-6F45-8588-211C1F10CF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9525">
              <a:solidFill>
                <a:srgbClr val="DF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L(M)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3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</a:t>
                </a:r>
                <a:r>
                  <a:rPr lang="en"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M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A6B2C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endParaRPr lang="ru-RU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Лекция 4. Продолжение градиентного обучения и переход к линейной классификации. Основа: исходная лекция 4 Вышки.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4, «Линейная регрессия», слайды 43–54. SAG не успели пройти на прошлой лекции, поэтому вводим его здесь как новый метод.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3,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4, «Линейная регрессия», слайды 49–54. Обсуждение перед введением SAG.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SAG вводится впервые. Stochastic Average Gradient. Le Roux, Schmidt, Bach, 2012, https://arxiv.org/abs/1202.6258 . Среднее сохранённых градиентов отличается от полного градиента: записи вычислены при разных весах.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Базовый SAG с нулевой инициализацией всех записей z_i. Выбираем объект равновероятно. Среднее можно обновлять за O(d), вычитая старое z_i и добавляя новое. Наивное хранение требует O(nd) памяти. Это не SAGA, дополнительная поправка к направлению не вводится.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Учебный пример одного веса и трёх объектов. Начало w=2, η=0,1, z=(0,0,0). Первый объект даёт g₁=−6, второй при новых весах g₂=3. Последовательность согласуется с q₁(w)=0,5(w−8)² и q₂(w)=0,5(w+0,8)². Градиент третьего объекта пока не считали.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последовательных шага для Q(w)=w²/2 из w₀=2. Градиент на каждом шаге равен текущему w, поэтому wₖ₊₁=(1−η)wₖ. При η=0,2 веса: 2, 1,6, 1,28, 1,024. При η=0,8: 2, 0,4, 0,08, 0,016. При η=2,2: 2, −2,4, 2,88, −3,456. Отрезки соединяют последовательные точки (w,Q(w)), а не задают движение вдоль параболы. Для этой квадратичной функции постоянный шаг сходится при 0&lt;η&lt;2. Это не универсальный диапазон.</a:t>
            </a:r>
          </a:p>
          <a:p>
            <a:r>
              <a:t>Вышка, «Градиентное обучение, линейная классификация», лекция 4, 2025, слайды 3,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Показаны постоянный шаг, расписание и подбор по изменению ошибки. Условный числовой пример: исходная ошибка 10. Пробный шаг η=0,1 даёт 12, поэтому его отклоняем. Повторная попытка η=0,05 из исходных весов даёт 8, поэтому её принимаем. Ошибки сравниваем на одних данных. Это иллюстрация уменьшения шага при неудаче, а не полное условие Армихо.</a:t>
            </a:r>
          </a:p>
          <a:p>
            <a:r>
              <a:t>Вышка, «Градиентное обучение, линейная классификация», лекция 4, 2025, слайды 3,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Примеры ηₖ=0,1/k и ηₖ=0,1/k^0,75 удовлетворяют обеим суммарным условиям. В общем виде подходит c/k^p при c&gt;0 и 1/2&lt;p≤1. Числовые значения округлены. Условия на шаг сами по себе не гарантируют сходимость без условий на функцию, оценку градиента и дисперсию шума. Для второй последовательности уменьшение происходит медленнее.</a:t>
            </a:r>
          </a:p>
          <a:p>
            <a:r>
              <a:t>Вышка, «Градиентное обучение, линейная классификация», лекция 4, 2025, слайды 3,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до показа траектории. Функция Q(w₁,w₂)=0,5w₁²+5w₂², старт (−2,5;1,5). На слайде показаны только линии уровня, старт и минимум. Предлагается предсказать направление и форму траектории, затем открыть следующий слайд.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Учебная функция Q(w₁,w₂)=0,5w₁²+5w₂², старт (−2,5;1,5), η=0,17. Градиент (w₁,10w₂) направлен поперёк линий уровня. Траектория рассчитана точной рекурсией, 12 обновлений. https://distill.pub/2017/momentum/.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4, «Линейная регрессия», слайды 47–48. h обозначает накопленное обновление.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6.</a:t>
            </a:r>
          </a:p>
          <a:p>
            <a:endParaRPr/>
          </a:p>
          <a:p>
            <a:r>
              <a:t>h₀ = 0. Обычно 0 ≤ α &lt; 1. При α = 0 получаем обычный градиентный шаг.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Обе панели: Q(w₁,w₂)=0,5w₁²+5w₂², старт (−2,5;1,5), η=0,17. Справа Momentum с α=0,5 и h₀=0. Показаны 13 последовательных положений включая старт. Серые линии уровня одинаковы. Подход к визуализации: Distill, Why Momentum Really Works, https://distill.pub/2017/momentum/.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 7. G накапливает квадраты градиентов. Обозначение ε предотвращает деление на ноль.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7.</a:t>
            </a:r>
          </a:p>
          <a:p>
            <a:endParaRPr/>
          </a:p>
          <a:p>
            <a:r>
              <a:t>На длинной траектории G только растёт. Шаг может стать слишком маленьким.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Учебная последовательность градиентов. Частый признак имеет g=1 на каждом шаге. Редкий: g=1 на первом и пятом шагах. Вопрос перед рисунком обновлений.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Учебный пример с предыдущего вопроса: частый признак g=(1,1,1,1,1), редкий g=(1,0,0,0,1). η=1, ε=0 при G&gt;0. Суммы квадратов G=5 и G=2. При g₅=1 изменения веса −1/√5≈−0,45 и −1/√2≈−0,71. Ячейки являются точной числовой схемой, не декоративным изображением.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 8. RMSprop заменяет накопление всех квадратов экспоненциальным средним.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8.</a:t>
            </a:r>
          </a:p>
          <a:p>
            <a:endParaRPr/>
          </a:p>
          <a:p>
            <a:r>
              <a:t>0 ≤ β &lt; 1. Это скользящее среднее квадратов по каждой координате.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графике показана только часть G от одного градиента g=4, а не всё значение G. В AdaGrad вклад равен 16. При beta=0,5 в RMSprop он равен 8 сразу после получения и 8*(0,5)^t через t следующих обновлений. Новые градиенты добавляют отдельные вклады.</a:t>
            </a:r>
          </a:p>
          <a:p>
            <a:r>
              <a:t>Вышка, «Градиентное обучение, линейная классификация», лекция 4, 2025, слайд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Adam: Kingma, Ba, 2014. https://arxiv.org/abs/1412.6980 . Формулы записаны покоординатно, m₀=v₀=0. ε вне корня по оригинальному алгоритму.Вышка, «Градиентное обучение, линейная классификация», лекция 4, 2025, слайды 8.</a:t>
            </a:r>
          </a:p>
          <a:p>
            <a:r>
              <a:t/>
            </a:r>
          </a:p>
          <a:p>
            <a:r>
              <a:t>Полные формулы Adam: m_k=beta_1*m_(k-1)+(1-beta_1)*g_k; v_k=beta_2*v_(k-1)+(1-beta_2)*g_k^2. Поправки начального смещения: m^c=m_k/(1-beta_1^k), v^c=v_k/(1-beta_2^k). m_0=v_0=0. Все операции выполняются покоординатно. Источник: Kingma, Ba, Adam: A Method for Stochastic Optimization, https://arxiv.org/abs/1412.6980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Методы могут решать пересекающиеся проблемы, ни один не является универсально лучшим. В этой лекции показан отдельный механизм каждого метода. SAG разбирается отдельно как способ использовать память об объектах.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5, 6, 7,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3–5. Учебный пример продолжает данные о доставках из лекций 1–3. Классы задаём по фактической длительности.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13.</a:t>
            </a:r>
          </a:p>
          <a:p>
            <a:endParaRPr/>
          </a:p>
          <a:p>
            <a:r>
              <a:t>Фактическая длительность служит меткой для обучения. В признаки её не включаем.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5–6. x содержит d числовых признаков после кодирования.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13.</a:t>
            </a:r>
          </a:p>
          <a:p>
            <a:endParaRPr/>
          </a:p>
          <a:p>
            <a:r>
              <a:t>В этой лекции sign(0)=0: ответ не отнесён ни к одному классу и считается ошибкой. На практике можно заранее назначить один из классов при равенстве.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Учебные синтетические данные по доставкам. Скор f(x)=−7+расстояние+нагрузка. Линия f(x)=0. Геометрическая идея соответствует Вышка, «Градиентное обучение, линейная классификация», лекция 4, 2025, слайд 14. SVM здесь не вводится.Вышка, «Градиентное обучение, линейная классификация», лекция 4, 2025, слайды 14.</a:t>
            </a:r>
          </a:p>
          <a:p>
            <a:r>
              <a:t/>
            </a:r>
          </a:p>
          <a:p>
            <a:r>
              <a:t>Учебные координаты заказов заданы для иллюстрации. Это не реальные наблюдения и не экспериментальная оценка качества. Метки намеренно не идеально разделимы этой прямой.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 7. Здесь M является функциональным, а не геометрическим отступом.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16,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 7. Числа синтетические; сравниваем один и тот же классификатор.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16, 17.</a:t>
            </a:r>
          </a:p>
          <a:p>
            <a:endParaRPr/>
          </a:p>
          <a:p>
            <a:r>
              <a:t>Величина M зависит от масштаба весов. Для геометрического расстояния нужен делитель ‖w‖.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8–10. Случай M=0 зависит от принятого правила; здесь относим его к ошибке.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15, 16,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 M≤0 потеря равна 1, при M&gt;0 равна 0. Закрашенная точка задаёт L(0)=1. Полая точка (0,0) не входит в график. Вертикальный пунктир обозначает скачок и не задаёт дополнительных значений функции в нуле.</a:t>
            </a:r>
          </a:p>
          <a:p>
            <a:r>
              <a:t>ЦУ, МАГА2026, неделя 5, «Логистическая регрессия и SVM», слайды 8–10.</a:t>
            </a:r>
          </a:p>
          <a:p>
            <a:r>
              <a:t>Вышка, «Градиентное обучение, линейная классификация», лекция 4, 2025, слайд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8–11. Вопрос до демонстрации суррогатных потерь.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19,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8–11. Не каждая гладкая суррогатная потеря является поточечной верхней оценкой 0–1 потери без масштабирования.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19,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11, 21–24. Логистическая потеря здесь названа как пример суррогата; вероятностную модель выводим позже по курсу.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20.</a:t>
            </a:r>
          </a:p>
          <a:p>
            <a:endParaRPr/>
          </a:p>
          <a:p>
            <a:r>
              <a:t>Логистическая потеря сама по себе не превосходит 0–1 потерю при всех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Точные функции Llog=ln(1+exp(−M)), Lhinge=max(0,1−M). Чёрная линия на обеих панелях: 0–1 потеря. Шкалы одинаковы. Визуальное сравнение по идее https://scikit-learn.org/stable/auto_examples/linear_model/plot_sgd_loss_functions.html 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Точные функции exp(−M) и 2/(1+exp(M)). У панелей разные шкалы вертикальной оси, что явно указано на слайде. Сравнивается поведение при отрицательном отступе. Чёрная линия: 0–1 потеря.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Проверка формул численно. Значения округлены. ЦУ, МАГА2026, неделя 5, «Логистическая регрессия и SVM», слайды 8–11, 21–24.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20.</a:t>
            </a:r>
          </a:p>
          <a:p>
            <a:endParaRPr/>
          </a:p>
          <a:p>
            <a:r>
              <a:t>В таблице M = 0 считается ошибкой. Выбор правила в точке равенства надо фиксировать явно.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слайды 20–24. Общая запись для суррогатной потери и L2-регуляризации.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15, 19, 20.</a:t>
            </a:r>
          </a:p>
          <a:p>
            <a:endParaRPr/>
          </a:p>
          <a:p>
            <a:r>
              <a:t>Функция потерь нужна для обучения. Качество выбора модели измеряем на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Продолжение таблицы объектов A, B, C из раздела об отступе. Точные значения log(1+exp(−M)) округлены до трёх знаков. Среднее без штрафа 1,036. Две ошибки из трёх, accuracy=1/3.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15, 19,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 21. Accuracy дополняет ранее введённое в лекции 1 понятие метрики качества.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21.</a:t>
            </a:r>
          </a:p>
          <a:p>
            <a:endParaRPr/>
          </a:p>
          <a:p>
            <a:r>
              <a:t>Доля ошибок равна 1 − accuracy при одинаковом наборе объектов и правиле для M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 21. Учебный пример 95 отрицательных и 5 положительных объектов.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21.</a:t>
            </a:r>
          </a:p>
          <a:p>
            <a:endParaRPr/>
          </a:p>
          <a:p>
            <a:r>
              <a:t>Высокая accuracy здесь скрывает полный пропуск редкого класса. Другие метрики разберём на следующей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 22. Примеры 20%→10%, 50%→25%, 0,1%→0,01% взяты из исходника; арифметика пересчитана.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22.</a:t>
            </a:r>
          </a:p>
          <a:p>
            <a:endParaRPr/>
          </a:p>
          <a:p>
            <a:r>
              <a:t>Одинаковые 50% относительного улучшения дают разную разницу в процентных пунктах.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ЦУ, МАГА2026, неделя 5, «Логистическая регрессия и SVM», обзор проверки качества. Детальные precision, recall и другие метрики относятся к лекции 5 Вышки.</a:t>
            </a:r>
          </a:p>
          <a:p>
            <a:endParaRPr/>
          </a:p>
          <a:p>
            <a:r>
              <a:t>Вышка, «Градиентное обучение, линейная классификация», лекция 4, 2025, слайды 21, 22.</a:t>
            </a:r>
          </a:p>
          <a:p>
            <a:endParaRPr/>
          </a:p>
          <a:p>
            <a:r>
              <a:t>Если заказы упорядочены во времени, проверяем на более позднем периоде.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Вышка, «Градиентное обучение, линейная классификация», лекция 4, 2025, слайды 23, 24,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roma/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roma/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roma/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../embeddings/chart-data-snapshot-003.xlsx"/></Relationships>
</file>

<file path=ppt/roma/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../embeddings/chart-data-snapshot-004.xlsx"/></Relationships>
</file>

<file path=ppt/roma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Ошибка Q</c:v>
          </c:tx>
          <c:spPr>
            <a:solidFill xmlns:a="http://schemas.openxmlformats.org/drawingml/2006/main">
              <a:srgbClr val="BCC5D3"/>
            </a:solidFill>
            <a:ln xmlns:a="http://schemas.openxmlformats.org/drawingml/2006/main" w="23813">
              <a:solidFill>
                <a:srgbClr val="BCC5D3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BCC5D3"/>
              </a:solidFill>
              <a:ln xmlns:a="http://schemas.openxmlformats.org/drawingml/2006/main" w="19050">
                <a:solidFill>
                  <a:srgbClr val="BCC5D3"/>
                </a:solidFill>
              </a:ln>
            </c:spPr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-4</c:v>
                </c:pt>
                <c:pt idx="1">
                  <c:v>-3.95</c:v>
                </c:pt>
                <c:pt idx="2">
                  <c:v>-3.9</c:v>
                </c:pt>
                <c:pt idx="3">
                  <c:v>-3.85</c:v>
                </c:pt>
                <c:pt idx="4">
                  <c:v>-3.8</c:v>
                </c:pt>
                <c:pt idx="5">
                  <c:v>-3.75</c:v>
                </c:pt>
                <c:pt idx="6">
                  <c:v>-3.7</c:v>
                </c:pt>
                <c:pt idx="7">
                  <c:v>-3.65</c:v>
                </c:pt>
                <c:pt idx="8">
                  <c:v>-3.6</c:v>
                </c:pt>
                <c:pt idx="9">
                  <c:v>-3.55</c:v>
                </c:pt>
                <c:pt idx="10">
                  <c:v>-3.5</c:v>
                </c:pt>
                <c:pt idx="11">
                  <c:v>-3.45</c:v>
                </c:pt>
                <c:pt idx="12">
                  <c:v>-3.4</c:v>
                </c:pt>
                <c:pt idx="13">
                  <c:v>-3.35</c:v>
                </c:pt>
                <c:pt idx="14">
                  <c:v>-3.3</c:v>
                </c:pt>
                <c:pt idx="15">
                  <c:v>-3.25</c:v>
                </c:pt>
                <c:pt idx="16">
                  <c:v>-3.2</c:v>
                </c:pt>
                <c:pt idx="17">
                  <c:v>-3.15</c:v>
                </c:pt>
                <c:pt idx="18">
                  <c:v>-3.1</c:v>
                </c:pt>
                <c:pt idx="19">
                  <c:v>-3.05</c:v>
                </c:pt>
                <c:pt idx="20">
                  <c:v>-3</c:v>
                </c:pt>
                <c:pt idx="21">
                  <c:v>-2.95</c:v>
                </c:pt>
                <c:pt idx="22">
                  <c:v>-2.9</c:v>
                </c:pt>
                <c:pt idx="23">
                  <c:v>-2.85</c:v>
                </c:pt>
                <c:pt idx="24">
                  <c:v>-2.8</c:v>
                </c:pt>
                <c:pt idx="25">
                  <c:v>-2.75</c:v>
                </c:pt>
                <c:pt idx="26">
                  <c:v>-2.7</c:v>
                </c:pt>
                <c:pt idx="27">
                  <c:v>-2.65</c:v>
                </c:pt>
                <c:pt idx="28">
                  <c:v>-2.6</c:v>
                </c:pt>
                <c:pt idx="29">
                  <c:v>-2.55</c:v>
                </c:pt>
                <c:pt idx="30">
                  <c:v>-2.5</c:v>
                </c:pt>
                <c:pt idx="31">
                  <c:v>-2.45</c:v>
                </c:pt>
                <c:pt idx="32">
                  <c:v>-2.4</c:v>
                </c:pt>
                <c:pt idx="33">
                  <c:v>-2.35</c:v>
                </c:pt>
                <c:pt idx="34">
                  <c:v>-2.3</c:v>
                </c:pt>
                <c:pt idx="35">
                  <c:v>-2.25</c:v>
                </c:pt>
                <c:pt idx="36">
                  <c:v>-2.2</c:v>
                </c:pt>
                <c:pt idx="37">
                  <c:v>-2.15</c:v>
                </c:pt>
                <c:pt idx="38">
                  <c:v>-2.1</c:v>
                </c:pt>
                <c:pt idx="39">
                  <c:v>-2.05</c:v>
                </c:pt>
                <c:pt idx="40">
                  <c:v>-2</c:v>
                </c:pt>
                <c:pt idx="41">
                  <c:v>-1.95</c:v>
                </c:pt>
                <c:pt idx="42">
                  <c:v>-1.9</c:v>
                </c:pt>
                <c:pt idx="43">
                  <c:v>-1.85</c:v>
                </c:pt>
                <c:pt idx="44">
                  <c:v>-1.8</c:v>
                </c:pt>
                <c:pt idx="45">
                  <c:v>-1.75</c:v>
                </c:pt>
                <c:pt idx="46">
                  <c:v>-1.7</c:v>
                </c:pt>
                <c:pt idx="47">
                  <c:v>-1.65</c:v>
                </c:pt>
                <c:pt idx="48">
                  <c:v>-1.6</c:v>
                </c:pt>
                <c:pt idx="49">
                  <c:v>-1.55</c:v>
                </c:pt>
                <c:pt idx="50">
                  <c:v>-1.5</c:v>
                </c:pt>
                <c:pt idx="51">
                  <c:v>-1.45</c:v>
                </c:pt>
                <c:pt idx="52">
                  <c:v>-1.4</c:v>
                </c:pt>
                <c:pt idx="53">
                  <c:v>-1.35</c:v>
                </c:pt>
                <c:pt idx="54">
                  <c:v>-1.3</c:v>
                </c:pt>
                <c:pt idx="55">
                  <c:v>-1.25</c:v>
                </c:pt>
                <c:pt idx="56">
                  <c:v>-1.2</c:v>
                </c:pt>
                <c:pt idx="57">
                  <c:v>-1.15</c:v>
                </c:pt>
                <c:pt idx="58">
                  <c:v>-1.1</c:v>
                </c:pt>
                <c:pt idx="59">
                  <c:v>-1.05</c:v>
                </c:pt>
                <c:pt idx="60">
                  <c:v>-1</c:v>
                </c:pt>
                <c:pt idx="61">
                  <c:v>-0.95</c:v>
                </c:pt>
                <c:pt idx="62">
                  <c:v>-0.9</c:v>
                </c:pt>
                <c:pt idx="63">
                  <c:v>-0.85</c:v>
                </c:pt>
                <c:pt idx="64">
                  <c:v>-0.8</c:v>
                </c:pt>
                <c:pt idx="65">
                  <c:v>-0.75</c:v>
                </c:pt>
                <c:pt idx="66">
                  <c:v>-0.7</c:v>
                </c:pt>
                <c:pt idx="67">
                  <c:v>-0.65</c:v>
                </c:pt>
                <c:pt idx="68">
                  <c:v>-0.6</c:v>
                </c:pt>
                <c:pt idx="69">
                  <c:v>-0.55</c:v>
                </c:pt>
                <c:pt idx="70">
                  <c:v>-0.5</c:v>
                </c:pt>
                <c:pt idx="71">
                  <c:v>-0.45</c:v>
                </c:pt>
                <c:pt idx="72">
                  <c:v>-0.4</c:v>
                </c:pt>
                <c:pt idx="73">
                  <c:v>-0.35</c:v>
                </c:pt>
                <c:pt idx="74">
                  <c:v>-0.3</c:v>
                </c:pt>
                <c:pt idx="75">
                  <c:v>-0.25</c:v>
                </c:pt>
                <c:pt idx="76">
                  <c:v>-0.2</c:v>
                </c:pt>
                <c:pt idx="77">
                  <c:v>-0.15</c:v>
                </c:pt>
                <c:pt idx="78">
                  <c:v>-0.1</c:v>
                </c:pt>
                <c:pt idx="79">
                  <c:v>-0.05</c:v>
                </c:pt>
                <c:pt idx="80">
                  <c:v>0</c:v>
                </c:pt>
                <c:pt idx="81">
                  <c:v>0.05</c:v>
                </c:pt>
                <c:pt idx="82">
                  <c:v>0.1</c:v>
                </c:pt>
                <c:pt idx="83">
                  <c:v>0.15</c:v>
                </c:pt>
                <c:pt idx="84">
                  <c:v>0.2</c:v>
                </c:pt>
                <c:pt idx="85">
                  <c:v>0.25</c:v>
                </c:pt>
                <c:pt idx="86">
                  <c:v>0.3</c:v>
                </c:pt>
                <c:pt idx="87">
                  <c:v>0.35</c:v>
                </c:pt>
                <c:pt idx="88">
                  <c:v>0.4</c:v>
                </c:pt>
                <c:pt idx="89">
                  <c:v>0.45</c:v>
                </c:pt>
                <c:pt idx="90">
                  <c:v>0.5</c:v>
                </c:pt>
                <c:pt idx="91">
                  <c:v>0.55</c:v>
                </c:pt>
                <c:pt idx="92">
                  <c:v>0.6</c:v>
                </c:pt>
                <c:pt idx="93">
                  <c:v>0.65</c:v>
                </c:pt>
                <c:pt idx="94">
                  <c:v>0.7</c:v>
                </c:pt>
                <c:pt idx="95">
                  <c:v>0.75</c:v>
                </c:pt>
                <c:pt idx="96">
                  <c:v>0.8</c:v>
                </c:pt>
                <c:pt idx="97">
                  <c:v>0.85</c:v>
                </c:pt>
                <c:pt idx="98">
                  <c:v>0.9</c:v>
                </c:pt>
                <c:pt idx="99">
                  <c:v>0.95</c:v>
                </c:pt>
                <c:pt idx="100">
                  <c:v>1</c:v>
                </c:pt>
                <c:pt idx="101">
                  <c:v>1.05</c:v>
                </c:pt>
                <c:pt idx="102">
                  <c:v>1.1</c:v>
                </c:pt>
                <c:pt idx="103">
                  <c:v>1.15</c:v>
                </c:pt>
                <c:pt idx="104">
                  <c:v>1.2</c:v>
                </c:pt>
                <c:pt idx="105">
                  <c:v>1.25</c:v>
                </c:pt>
                <c:pt idx="106">
                  <c:v>1.3</c:v>
                </c:pt>
                <c:pt idx="107">
                  <c:v>1.35</c:v>
                </c:pt>
                <c:pt idx="108">
                  <c:v>1.4</c:v>
                </c:pt>
                <c:pt idx="109">
                  <c:v>1.45</c:v>
                </c:pt>
                <c:pt idx="110">
                  <c:v>1.5</c:v>
                </c:pt>
                <c:pt idx="111">
                  <c:v>1.55</c:v>
                </c:pt>
                <c:pt idx="112">
                  <c:v>1.6</c:v>
                </c:pt>
                <c:pt idx="113">
                  <c:v>1.65</c:v>
                </c:pt>
                <c:pt idx="114">
                  <c:v>1.7</c:v>
                </c:pt>
                <c:pt idx="115">
                  <c:v>1.75</c:v>
                </c:pt>
                <c:pt idx="116">
                  <c:v>1.8</c:v>
                </c:pt>
                <c:pt idx="117">
                  <c:v>1.85</c:v>
                </c:pt>
                <c:pt idx="118">
                  <c:v>1.9</c:v>
                </c:pt>
                <c:pt idx="119">
                  <c:v>1.95</c:v>
                </c:pt>
                <c:pt idx="120">
                  <c:v>2</c:v>
                </c:pt>
                <c:pt idx="121">
                  <c:v>2.05</c:v>
                </c:pt>
                <c:pt idx="122">
                  <c:v>2.1</c:v>
                </c:pt>
                <c:pt idx="123">
                  <c:v>2.15</c:v>
                </c:pt>
                <c:pt idx="124">
                  <c:v>2.2</c:v>
                </c:pt>
                <c:pt idx="125">
                  <c:v>2.25</c:v>
                </c:pt>
                <c:pt idx="126">
                  <c:v>2.3</c:v>
                </c:pt>
                <c:pt idx="127">
                  <c:v>2.35</c:v>
                </c:pt>
                <c:pt idx="128">
                  <c:v>2.4</c:v>
                </c:pt>
                <c:pt idx="129">
                  <c:v>2.45</c:v>
                </c:pt>
                <c:pt idx="130">
                  <c:v>2.5</c:v>
                </c:pt>
                <c:pt idx="131">
                  <c:v>2.55</c:v>
                </c:pt>
                <c:pt idx="132">
                  <c:v>2.6</c:v>
                </c:pt>
                <c:pt idx="133">
                  <c:v>2.65</c:v>
                </c:pt>
                <c:pt idx="134">
                  <c:v>2.7</c:v>
                </c:pt>
                <c:pt idx="135">
                  <c:v>2.75</c:v>
                </c:pt>
                <c:pt idx="136">
                  <c:v>2.8</c:v>
                </c:pt>
                <c:pt idx="137">
                  <c:v>2.85</c:v>
                </c:pt>
                <c:pt idx="138">
                  <c:v>2.9</c:v>
                </c:pt>
                <c:pt idx="139">
                  <c:v>2.95</c:v>
                </c:pt>
                <c:pt idx="140">
                  <c:v>3</c:v>
                </c:pt>
                <c:pt idx="141">
                  <c:v>3.05</c:v>
                </c:pt>
                <c:pt idx="142">
                  <c:v>3.1</c:v>
                </c:pt>
                <c:pt idx="143">
                  <c:v>3.15</c:v>
                </c:pt>
                <c:pt idx="144">
                  <c:v>3.2</c:v>
                </c:pt>
                <c:pt idx="145">
                  <c:v>3.25</c:v>
                </c:pt>
                <c:pt idx="146">
                  <c:v>3.3</c:v>
                </c:pt>
                <c:pt idx="147">
                  <c:v>3.35</c:v>
                </c:pt>
                <c:pt idx="148">
                  <c:v>3.4</c:v>
                </c:pt>
                <c:pt idx="149">
                  <c:v>3.45</c:v>
                </c:pt>
                <c:pt idx="150">
                  <c:v>3.5</c:v>
                </c:pt>
                <c:pt idx="151">
                  <c:v>3.55</c:v>
                </c:pt>
                <c:pt idx="152">
                  <c:v>3.6</c:v>
                </c:pt>
                <c:pt idx="153">
                  <c:v>3.65</c:v>
                </c:pt>
                <c:pt idx="154">
                  <c:v>3.7</c:v>
                </c:pt>
                <c:pt idx="155">
                  <c:v>3.75</c:v>
                </c:pt>
                <c:pt idx="156">
                  <c:v>3.8</c:v>
                </c:pt>
                <c:pt idx="157">
                  <c:v>3.85</c:v>
                </c:pt>
                <c:pt idx="158">
                  <c:v>3.9</c:v>
                </c:pt>
                <c:pt idx="159">
                  <c:v>3.95</c:v>
                </c:pt>
                <c:pt idx="160">
                  <c:v>4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8</c:v>
                </c:pt>
                <c:pt idx="1">
                  <c:v>7.80125</c:v>
                </c:pt>
                <c:pt idx="2">
                  <c:v>7.605</c:v>
                </c:pt>
                <c:pt idx="3">
                  <c:v>7.41125</c:v>
                </c:pt>
                <c:pt idx="4">
                  <c:v>7.22</c:v>
                </c:pt>
                <c:pt idx="5">
                  <c:v>7.03125</c:v>
                </c:pt>
                <c:pt idx="6">
                  <c:v>6.845</c:v>
                </c:pt>
                <c:pt idx="7">
                  <c:v>6.66125</c:v>
                </c:pt>
                <c:pt idx="8">
                  <c:v>6.48</c:v>
                </c:pt>
                <c:pt idx="9">
                  <c:v>6.30125</c:v>
                </c:pt>
                <c:pt idx="10">
                  <c:v>6.125</c:v>
                </c:pt>
                <c:pt idx="11">
                  <c:v>5.95125</c:v>
                </c:pt>
                <c:pt idx="12">
                  <c:v>5.78</c:v>
                </c:pt>
                <c:pt idx="13">
                  <c:v>5.61125</c:v>
                </c:pt>
                <c:pt idx="14">
                  <c:v>5.445</c:v>
                </c:pt>
                <c:pt idx="15">
                  <c:v>5.28125</c:v>
                </c:pt>
                <c:pt idx="16">
                  <c:v>5.12</c:v>
                </c:pt>
                <c:pt idx="17">
                  <c:v>4.96125</c:v>
                </c:pt>
                <c:pt idx="18">
                  <c:v>4.805</c:v>
                </c:pt>
                <c:pt idx="19">
                  <c:v>4.65125</c:v>
                </c:pt>
                <c:pt idx="20">
                  <c:v>4.5</c:v>
                </c:pt>
                <c:pt idx="21">
                  <c:v>4.35125</c:v>
                </c:pt>
                <c:pt idx="22">
                  <c:v>4.205</c:v>
                </c:pt>
                <c:pt idx="23">
                  <c:v>4.06125</c:v>
                </c:pt>
                <c:pt idx="24">
                  <c:v>3.92</c:v>
                </c:pt>
                <c:pt idx="25">
                  <c:v>3.78125</c:v>
                </c:pt>
                <c:pt idx="26">
                  <c:v>3.645</c:v>
                </c:pt>
                <c:pt idx="27">
                  <c:v>3.51125</c:v>
                </c:pt>
                <c:pt idx="28">
                  <c:v>3.38</c:v>
                </c:pt>
                <c:pt idx="29">
                  <c:v>3.25125</c:v>
                </c:pt>
                <c:pt idx="30">
                  <c:v>3.125</c:v>
                </c:pt>
                <c:pt idx="31">
                  <c:v>3.00125</c:v>
                </c:pt>
                <c:pt idx="32">
                  <c:v>2.88</c:v>
                </c:pt>
                <c:pt idx="33">
                  <c:v>2.76125</c:v>
                </c:pt>
                <c:pt idx="34">
                  <c:v>2.645</c:v>
                </c:pt>
                <c:pt idx="35">
                  <c:v>2.53125</c:v>
                </c:pt>
                <c:pt idx="36">
                  <c:v>2.42</c:v>
                </c:pt>
                <c:pt idx="37">
                  <c:v>2.31125</c:v>
                </c:pt>
                <c:pt idx="38">
                  <c:v>2.205</c:v>
                </c:pt>
                <c:pt idx="39">
                  <c:v>2.10125</c:v>
                </c:pt>
                <c:pt idx="40">
                  <c:v>2</c:v>
                </c:pt>
                <c:pt idx="41">
                  <c:v>1.90125</c:v>
                </c:pt>
                <c:pt idx="42">
                  <c:v>1.805</c:v>
                </c:pt>
                <c:pt idx="43">
                  <c:v>1.71125</c:v>
                </c:pt>
                <c:pt idx="44">
                  <c:v>1.62</c:v>
                </c:pt>
                <c:pt idx="45">
                  <c:v>1.53125</c:v>
                </c:pt>
                <c:pt idx="46">
                  <c:v>1.445</c:v>
                </c:pt>
                <c:pt idx="47">
                  <c:v>1.36125</c:v>
                </c:pt>
                <c:pt idx="48">
                  <c:v>1.28</c:v>
                </c:pt>
                <c:pt idx="49">
                  <c:v>1.20125</c:v>
                </c:pt>
                <c:pt idx="50">
                  <c:v>1.125</c:v>
                </c:pt>
                <c:pt idx="51">
                  <c:v>1.05125</c:v>
                </c:pt>
                <c:pt idx="52">
                  <c:v>0.98</c:v>
                </c:pt>
                <c:pt idx="53">
                  <c:v>0.91125</c:v>
                </c:pt>
                <c:pt idx="54">
                  <c:v>0.845</c:v>
                </c:pt>
                <c:pt idx="55">
                  <c:v>0.78125</c:v>
                </c:pt>
                <c:pt idx="56">
                  <c:v>0.72</c:v>
                </c:pt>
                <c:pt idx="57">
                  <c:v>0.66125</c:v>
                </c:pt>
                <c:pt idx="58">
                  <c:v>0.605</c:v>
                </c:pt>
                <c:pt idx="59">
                  <c:v>0.55125</c:v>
                </c:pt>
                <c:pt idx="60">
                  <c:v>0.5</c:v>
                </c:pt>
                <c:pt idx="61">
                  <c:v>0.45125</c:v>
                </c:pt>
                <c:pt idx="62">
                  <c:v>0.405</c:v>
                </c:pt>
                <c:pt idx="63">
                  <c:v>0.36125</c:v>
                </c:pt>
                <c:pt idx="64">
                  <c:v>0.32</c:v>
                </c:pt>
                <c:pt idx="65">
                  <c:v>0.28125</c:v>
                </c:pt>
                <c:pt idx="66">
                  <c:v>0.245</c:v>
                </c:pt>
                <c:pt idx="67">
                  <c:v>0.21125</c:v>
                </c:pt>
                <c:pt idx="68">
                  <c:v>0.18</c:v>
                </c:pt>
                <c:pt idx="69">
                  <c:v>0.15125</c:v>
                </c:pt>
                <c:pt idx="70">
                  <c:v>0.125</c:v>
                </c:pt>
                <c:pt idx="71">
                  <c:v>0.10125</c:v>
                </c:pt>
                <c:pt idx="72">
                  <c:v>0.08</c:v>
                </c:pt>
                <c:pt idx="73">
                  <c:v>0.06125</c:v>
                </c:pt>
                <c:pt idx="74">
                  <c:v>0.045</c:v>
                </c:pt>
                <c:pt idx="75">
                  <c:v>0.03125</c:v>
                </c:pt>
                <c:pt idx="76">
                  <c:v>0.02</c:v>
                </c:pt>
                <c:pt idx="77">
                  <c:v>0.01125</c:v>
                </c:pt>
                <c:pt idx="78">
                  <c:v>0.005</c:v>
                </c:pt>
                <c:pt idx="79">
                  <c:v>0.00125</c:v>
                </c:pt>
                <c:pt idx="80">
                  <c:v>0</c:v>
                </c:pt>
                <c:pt idx="81">
                  <c:v>0.00125</c:v>
                </c:pt>
                <c:pt idx="82">
                  <c:v>0.005</c:v>
                </c:pt>
                <c:pt idx="83">
                  <c:v>0.01125</c:v>
                </c:pt>
                <c:pt idx="84">
                  <c:v>0.02</c:v>
                </c:pt>
                <c:pt idx="85">
                  <c:v>0.03125</c:v>
                </c:pt>
                <c:pt idx="86">
                  <c:v>0.045</c:v>
                </c:pt>
                <c:pt idx="87">
                  <c:v>0.06125</c:v>
                </c:pt>
                <c:pt idx="88">
                  <c:v>0.08</c:v>
                </c:pt>
                <c:pt idx="89">
                  <c:v>0.10125</c:v>
                </c:pt>
                <c:pt idx="90">
                  <c:v>0.125</c:v>
                </c:pt>
                <c:pt idx="91">
                  <c:v>0.15125</c:v>
                </c:pt>
                <c:pt idx="92">
                  <c:v>0.18</c:v>
                </c:pt>
                <c:pt idx="93">
                  <c:v>0.21125</c:v>
                </c:pt>
                <c:pt idx="94">
                  <c:v>0.245</c:v>
                </c:pt>
                <c:pt idx="95">
                  <c:v>0.28125</c:v>
                </c:pt>
                <c:pt idx="96">
                  <c:v>0.32</c:v>
                </c:pt>
                <c:pt idx="97">
                  <c:v>0.36125</c:v>
                </c:pt>
                <c:pt idx="98">
                  <c:v>0.405</c:v>
                </c:pt>
                <c:pt idx="99">
                  <c:v>0.45125</c:v>
                </c:pt>
                <c:pt idx="100">
                  <c:v>0.5</c:v>
                </c:pt>
                <c:pt idx="101">
                  <c:v>0.55125</c:v>
                </c:pt>
                <c:pt idx="102">
                  <c:v>0.605</c:v>
                </c:pt>
                <c:pt idx="103">
                  <c:v>0.66125</c:v>
                </c:pt>
                <c:pt idx="104">
                  <c:v>0.72</c:v>
                </c:pt>
                <c:pt idx="105">
                  <c:v>0.78125</c:v>
                </c:pt>
                <c:pt idx="106">
                  <c:v>0.845</c:v>
                </c:pt>
                <c:pt idx="107">
                  <c:v>0.91125</c:v>
                </c:pt>
                <c:pt idx="108">
                  <c:v>0.98</c:v>
                </c:pt>
                <c:pt idx="109">
                  <c:v>1.05125</c:v>
                </c:pt>
                <c:pt idx="110">
                  <c:v>1.125</c:v>
                </c:pt>
                <c:pt idx="111">
                  <c:v>1.20125</c:v>
                </c:pt>
                <c:pt idx="112">
                  <c:v>1.28</c:v>
                </c:pt>
                <c:pt idx="113">
                  <c:v>1.36125</c:v>
                </c:pt>
                <c:pt idx="114">
                  <c:v>1.445</c:v>
                </c:pt>
                <c:pt idx="115">
                  <c:v>1.53125</c:v>
                </c:pt>
                <c:pt idx="116">
                  <c:v>1.62</c:v>
                </c:pt>
                <c:pt idx="117">
                  <c:v>1.71125</c:v>
                </c:pt>
                <c:pt idx="118">
                  <c:v>1.805</c:v>
                </c:pt>
                <c:pt idx="119">
                  <c:v>1.90125</c:v>
                </c:pt>
                <c:pt idx="120">
                  <c:v>2</c:v>
                </c:pt>
                <c:pt idx="121">
                  <c:v>2.10125</c:v>
                </c:pt>
                <c:pt idx="122">
                  <c:v>2.205</c:v>
                </c:pt>
                <c:pt idx="123">
                  <c:v>2.31125</c:v>
                </c:pt>
                <c:pt idx="124">
                  <c:v>2.42</c:v>
                </c:pt>
                <c:pt idx="125">
                  <c:v>2.53125</c:v>
                </c:pt>
                <c:pt idx="126">
                  <c:v>2.645</c:v>
                </c:pt>
                <c:pt idx="127">
                  <c:v>2.76125</c:v>
                </c:pt>
                <c:pt idx="128">
                  <c:v>2.88</c:v>
                </c:pt>
                <c:pt idx="129">
                  <c:v>3.00125</c:v>
                </c:pt>
                <c:pt idx="130">
                  <c:v>3.125</c:v>
                </c:pt>
                <c:pt idx="131">
                  <c:v>3.25125</c:v>
                </c:pt>
                <c:pt idx="132">
                  <c:v>3.38</c:v>
                </c:pt>
                <c:pt idx="133">
                  <c:v>3.51125</c:v>
                </c:pt>
                <c:pt idx="134">
                  <c:v>3.645</c:v>
                </c:pt>
                <c:pt idx="135">
                  <c:v>3.78125</c:v>
                </c:pt>
                <c:pt idx="136">
                  <c:v>3.92</c:v>
                </c:pt>
                <c:pt idx="137">
                  <c:v>4.06125</c:v>
                </c:pt>
                <c:pt idx="138">
                  <c:v>4.205</c:v>
                </c:pt>
                <c:pt idx="139">
                  <c:v>4.35125</c:v>
                </c:pt>
                <c:pt idx="140">
                  <c:v>4.5</c:v>
                </c:pt>
                <c:pt idx="141">
                  <c:v>4.65125</c:v>
                </c:pt>
                <c:pt idx="142">
                  <c:v>4.805</c:v>
                </c:pt>
                <c:pt idx="143">
                  <c:v>4.96125</c:v>
                </c:pt>
                <c:pt idx="144">
                  <c:v>5.12</c:v>
                </c:pt>
                <c:pt idx="145">
                  <c:v>5.28125</c:v>
                </c:pt>
                <c:pt idx="146">
                  <c:v>5.445</c:v>
                </c:pt>
                <c:pt idx="147">
                  <c:v>5.61125</c:v>
                </c:pt>
                <c:pt idx="148">
                  <c:v>5.78</c:v>
                </c:pt>
                <c:pt idx="149">
                  <c:v>5.95125</c:v>
                </c:pt>
                <c:pt idx="150">
                  <c:v>6.125</c:v>
                </c:pt>
                <c:pt idx="151">
                  <c:v>6.30125</c:v>
                </c:pt>
                <c:pt idx="152">
                  <c:v>6.48</c:v>
                </c:pt>
                <c:pt idx="153">
                  <c:v>6.66125</c:v>
                </c:pt>
                <c:pt idx="154">
                  <c:v>6.845</c:v>
                </c:pt>
                <c:pt idx="155">
                  <c:v>7.03125</c:v>
                </c:pt>
                <c:pt idx="156">
                  <c:v>7.22</c:v>
                </c:pt>
                <c:pt idx="157">
                  <c:v>7.41125</c:v>
                </c:pt>
                <c:pt idx="158">
                  <c:v>7.605</c:v>
                </c:pt>
                <c:pt idx="159">
                  <c:v>7.80125</c:v>
                </c:pt>
                <c:pt idx="160">
                  <c:v>8</c:v>
                </c:pt>
              </c:numCache>
            </c:numRef>
          </c:yVal>
        </c:ser>
        <c:ser>
          <c:idx val="1"/>
          <c:order val="1"/>
          <c:tx>
            <c:v>Шаги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3813">
              <a:solidFill>
                <a:srgbClr val="102D69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  <a:ln xmlns:a="http://schemas.openxmlformats.org/drawingml/2006/main" w="19050">
                <a:solidFill>
                  <a:srgbClr val="102D69"/>
                </a:solidFill>
              </a:ln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1.6</c:v>
                </c:pt>
                <c:pt idx="2">
                  <c:v>1.28</c:v>
                </c:pt>
                <c:pt idx="3">
                  <c:v>1.024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</c:v>
                </c:pt>
                <c:pt idx="1">
                  <c:v>1.28</c:v>
                </c:pt>
                <c:pt idx="2">
                  <c:v>0.8192</c:v>
                </c:pt>
                <c:pt idx="3">
                  <c:v>0.524288</c:v>
                </c:pt>
              </c:numCache>
            </c:numRef>
          </c:yVal>
        </c:ser>
        <c:ser>
          <c:idx val="2"/>
          <c:order val="2"/>
          <c:tx>
            <c:v>Старт</c:v>
          </c:tx>
          <c:spPr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202020"/>
              </a:solidFill>
              <a:ln xmlns:a="http://schemas.openxmlformats.org/drawingml/2006/main" w="19050">
                <a:solidFill>
                  <a:srgbClr val="202020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4E8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Ошибка Q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roma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Ошибка Q</c:v>
          </c:tx>
          <c:spPr>
            <a:solidFill xmlns:a="http://schemas.openxmlformats.org/drawingml/2006/main">
              <a:srgbClr val="BCC5D3"/>
            </a:solidFill>
            <a:ln xmlns:a="http://schemas.openxmlformats.org/drawingml/2006/main" w="23813">
              <a:solidFill>
                <a:srgbClr val="BCC5D3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BCC5D3"/>
              </a:solidFill>
              <a:ln xmlns:a="http://schemas.openxmlformats.org/drawingml/2006/main" w="19050">
                <a:solidFill>
                  <a:srgbClr val="BCC5D3"/>
                </a:solidFill>
              </a:ln>
            </c:spPr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-4</c:v>
                </c:pt>
                <c:pt idx="1">
                  <c:v>-3.95</c:v>
                </c:pt>
                <c:pt idx="2">
                  <c:v>-3.9</c:v>
                </c:pt>
                <c:pt idx="3">
                  <c:v>-3.85</c:v>
                </c:pt>
                <c:pt idx="4">
                  <c:v>-3.8</c:v>
                </c:pt>
                <c:pt idx="5">
                  <c:v>-3.75</c:v>
                </c:pt>
                <c:pt idx="6">
                  <c:v>-3.7</c:v>
                </c:pt>
                <c:pt idx="7">
                  <c:v>-3.65</c:v>
                </c:pt>
                <c:pt idx="8">
                  <c:v>-3.6</c:v>
                </c:pt>
                <c:pt idx="9">
                  <c:v>-3.55</c:v>
                </c:pt>
                <c:pt idx="10">
                  <c:v>-3.5</c:v>
                </c:pt>
                <c:pt idx="11">
                  <c:v>-3.45</c:v>
                </c:pt>
                <c:pt idx="12">
                  <c:v>-3.4</c:v>
                </c:pt>
                <c:pt idx="13">
                  <c:v>-3.35</c:v>
                </c:pt>
                <c:pt idx="14">
                  <c:v>-3.3</c:v>
                </c:pt>
                <c:pt idx="15">
                  <c:v>-3.25</c:v>
                </c:pt>
                <c:pt idx="16">
                  <c:v>-3.2</c:v>
                </c:pt>
                <c:pt idx="17">
                  <c:v>-3.15</c:v>
                </c:pt>
                <c:pt idx="18">
                  <c:v>-3.1</c:v>
                </c:pt>
                <c:pt idx="19">
                  <c:v>-3.05</c:v>
                </c:pt>
                <c:pt idx="20">
                  <c:v>-3</c:v>
                </c:pt>
                <c:pt idx="21">
                  <c:v>-2.95</c:v>
                </c:pt>
                <c:pt idx="22">
                  <c:v>-2.9</c:v>
                </c:pt>
                <c:pt idx="23">
                  <c:v>-2.85</c:v>
                </c:pt>
                <c:pt idx="24">
                  <c:v>-2.8</c:v>
                </c:pt>
                <c:pt idx="25">
                  <c:v>-2.75</c:v>
                </c:pt>
                <c:pt idx="26">
                  <c:v>-2.7</c:v>
                </c:pt>
                <c:pt idx="27">
                  <c:v>-2.65</c:v>
                </c:pt>
                <c:pt idx="28">
                  <c:v>-2.6</c:v>
                </c:pt>
                <c:pt idx="29">
                  <c:v>-2.55</c:v>
                </c:pt>
                <c:pt idx="30">
                  <c:v>-2.5</c:v>
                </c:pt>
                <c:pt idx="31">
                  <c:v>-2.45</c:v>
                </c:pt>
                <c:pt idx="32">
                  <c:v>-2.4</c:v>
                </c:pt>
                <c:pt idx="33">
                  <c:v>-2.35</c:v>
                </c:pt>
                <c:pt idx="34">
                  <c:v>-2.3</c:v>
                </c:pt>
                <c:pt idx="35">
                  <c:v>-2.25</c:v>
                </c:pt>
                <c:pt idx="36">
                  <c:v>-2.2</c:v>
                </c:pt>
                <c:pt idx="37">
                  <c:v>-2.15</c:v>
                </c:pt>
                <c:pt idx="38">
                  <c:v>-2.1</c:v>
                </c:pt>
                <c:pt idx="39">
                  <c:v>-2.05</c:v>
                </c:pt>
                <c:pt idx="40">
                  <c:v>-2</c:v>
                </c:pt>
                <c:pt idx="41">
                  <c:v>-1.95</c:v>
                </c:pt>
                <c:pt idx="42">
                  <c:v>-1.9</c:v>
                </c:pt>
                <c:pt idx="43">
                  <c:v>-1.85</c:v>
                </c:pt>
                <c:pt idx="44">
                  <c:v>-1.8</c:v>
                </c:pt>
                <c:pt idx="45">
                  <c:v>-1.75</c:v>
                </c:pt>
                <c:pt idx="46">
                  <c:v>-1.7</c:v>
                </c:pt>
                <c:pt idx="47">
                  <c:v>-1.65</c:v>
                </c:pt>
                <c:pt idx="48">
                  <c:v>-1.6</c:v>
                </c:pt>
                <c:pt idx="49">
                  <c:v>-1.55</c:v>
                </c:pt>
                <c:pt idx="50">
                  <c:v>-1.5</c:v>
                </c:pt>
                <c:pt idx="51">
                  <c:v>-1.45</c:v>
                </c:pt>
                <c:pt idx="52">
                  <c:v>-1.4</c:v>
                </c:pt>
                <c:pt idx="53">
                  <c:v>-1.35</c:v>
                </c:pt>
                <c:pt idx="54">
                  <c:v>-1.3</c:v>
                </c:pt>
                <c:pt idx="55">
                  <c:v>-1.25</c:v>
                </c:pt>
                <c:pt idx="56">
                  <c:v>-1.2</c:v>
                </c:pt>
                <c:pt idx="57">
                  <c:v>-1.15</c:v>
                </c:pt>
                <c:pt idx="58">
                  <c:v>-1.1</c:v>
                </c:pt>
                <c:pt idx="59">
                  <c:v>-1.05</c:v>
                </c:pt>
                <c:pt idx="60">
                  <c:v>-1</c:v>
                </c:pt>
                <c:pt idx="61">
                  <c:v>-0.95</c:v>
                </c:pt>
                <c:pt idx="62">
                  <c:v>-0.9</c:v>
                </c:pt>
                <c:pt idx="63">
                  <c:v>-0.85</c:v>
                </c:pt>
                <c:pt idx="64">
                  <c:v>-0.8</c:v>
                </c:pt>
                <c:pt idx="65">
                  <c:v>-0.75</c:v>
                </c:pt>
                <c:pt idx="66">
                  <c:v>-0.7</c:v>
                </c:pt>
                <c:pt idx="67">
                  <c:v>-0.65</c:v>
                </c:pt>
                <c:pt idx="68">
                  <c:v>-0.6</c:v>
                </c:pt>
                <c:pt idx="69">
                  <c:v>-0.55</c:v>
                </c:pt>
                <c:pt idx="70">
                  <c:v>-0.5</c:v>
                </c:pt>
                <c:pt idx="71">
                  <c:v>-0.45</c:v>
                </c:pt>
                <c:pt idx="72">
                  <c:v>-0.4</c:v>
                </c:pt>
                <c:pt idx="73">
                  <c:v>-0.35</c:v>
                </c:pt>
                <c:pt idx="74">
                  <c:v>-0.3</c:v>
                </c:pt>
                <c:pt idx="75">
                  <c:v>-0.25</c:v>
                </c:pt>
                <c:pt idx="76">
                  <c:v>-0.2</c:v>
                </c:pt>
                <c:pt idx="77">
                  <c:v>-0.15</c:v>
                </c:pt>
                <c:pt idx="78">
                  <c:v>-0.1</c:v>
                </c:pt>
                <c:pt idx="79">
                  <c:v>-0.05</c:v>
                </c:pt>
                <c:pt idx="80">
                  <c:v>0</c:v>
                </c:pt>
                <c:pt idx="81">
                  <c:v>0.05</c:v>
                </c:pt>
                <c:pt idx="82">
                  <c:v>0.1</c:v>
                </c:pt>
                <c:pt idx="83">
                  <c:v>0.15</c:v>
                </c:pt>
                <c:pt idx="84">
                  <c:v>0.2</c:v>
                </c:pt>
                <c:pt idx="85">
                  <c:v>0.25</c:v>
                </c:pt>
                <c:pt idx="86">
                  <c:v>0.3</c:v>
                </c:pt>
                <c:pt idx="87">
                  <c:v>0.35</c:v>
                </c:pt>
                <c:pt idx="88">
                  <c:v>0.4</c:v>
                </c:pt>
                <c:pt idx="89">
                  <c:v>0.45</c:v>
                </c:pt>
                <c:pt idx="90">
                  <c:v>0.5</c:v>
                </c:pt>
                <c:pt idx="91">
                  <c:v>0.55</c:v>
                </c:pt>
                <c:pt idx="92">
                  <c:v>0.6</c:v>
                </c:pt>
                <c:pt idx="93">
                  <c:v>0.65</c:v>
                </c:pt>
                <c:pt idx="94">
                  <c:v>0.7</c:v>
                </c:pt>
                <c:pt idx="95">
                  <c:v>0.75</c:v>
                </c:pt>
                <c:pt idx="96">
                  <c:v>0.8</c:v>
                </c:pt>
                <c:pt idx="97">
                  <c:v>0.85</c:v>
                </c:pt>
                <c:pt idx="98">
                  <c:v>0.9</c:v>
                </c:pt>
                <c:pt idx="99">
                  <c:v>0.95</c:v>
                </c:pt>
                <c:pt idx="100">
                  <c:v>1</c:v>
                </c:pt>
                <c:pt idx="101">
                  <c:v>1.05</c:v>
                </c:pt>
                <c:pt idx="102">
                  <c:v>1.1</c:v>
                </c:pt>
                <c:pt idx="103">
                  <c:v>1.15</c:v>
                </c:pt>
                <c:pt idx="104">
                  <c:v>1.2</c:v>
                </c:pt>
                <c:pt idx="105">
                  <c:v>1.25</c:v>
                </c:pt>
                <c:pt idx="106">
                  <c:v>1.3</c:v>
                </c:pt>
                <c:pt idx="107">
                  <c:v>1.35</c:v>
                </c:pt>
                <c:pt idx="108">
                  <c:v>1.4</c:v>
                </c:pt>
                <c:pt idx="109">
                  <c:v>1.45</c:v>
                </c:pt>
                <c:pt idx="110">
                  <c:v>1.5</c:v>
                </c:pt>
                <c:pt idx="111">
                  <c:v>1.55</c:v>
                </c:pt>
                <c:pt idx="112">
                  <c:v>1.6</c:v>
                </c:pt>
                <c:pt idx="113">
                  <c:v>1.65</c:v>
                </c:pt>
                <c:pt idx="114">
                  <c:v>1.7</c:v>
                </c:pt>
                <c:pt idx="115">
                  <c:v>1.75</c:v>
                </c:pt>
                <c:pt idx="116">
                  <c:v>1.8</c:v>
                </c:pt>
                <c:pt idx="117">
                  <c:v>1.85</c:v>
                </c:pt>
                <c:pt idx="118">
                  <c:v>1.9</c:v>
                </c:pt>
                <c:pt idx="119">
                  <c:v>1.95</c:v>
                </c:pt>
                <c:pt idx="120">
                  <c:v>2</c:v>
                </c:pt>
                <c:pt idx="121">
                  <c:v>2.05</c:v>
                </c:pt>
                <c:pt idx="122">
                  <c:v>2.1</c:v>
                </c:pt>
                <c:pt idx="123">
                  <c:v>2.15</c:v>
                </c:pt>
                <c:pt idx="124">
                  <c:v>2.2</c:v>
                </c:pt>
                <c:pt idx="125">
                  <c:v>2.25</c:v>
                </c:pt>
                <c:pt idx="126">
                  <c:v>2.3</c:v>
                </c:pt>
                <c:pt idx="127">
                  <c:v>2.35</c:v>
                </c:pt>
                <c:pt idx="128">
                  <c:v>2.4</c:v>
                </c:pt>
                <c:pt idx="129">
                  <c:v>2.45</c:v>
                </c:pt>
                <c:pt idx="130">
                  <c:v>2.5</c:v>
                </c:pt>
                <c:pt idx="131">
                  <c:v>2.55</c:v>
                </c:pt>
                <c:pt idx="132">
                  <c:v>2.6</c:v>
                </c:pt>
                <c:pt idx="133">
                  <c:v>2.65</c:v>
                </c:pt>
                <c:pt idx="134">
                  <c:v>2.7</c:v>
                </c:pt>
                <c:pt idx="135">
                  <c:v>2.75</c:v>
                </c:pt>
                <c:pt idx="136">
                  <c:v>2.8</c:v>
                </c:pt>
                <c:pt idx="137">
                  <c:v>2.85</c:v>
                </c:pt>
                <c:pt idx="138">
                  <c:v>2.9</c:v>
                </c:pt>
                <c:pt idx="139">
                  <c:v>2.95</c:v>
                </c:pt>
                <c:pt idx="140">
                  <c:v>3</c:v>
                </c:pt>
                <c:pt idx="141">
                  <c:v>3.05</c:v>
                </c:pt>
                <c:pt idx="142">
                  <c:v>3.1</c:v>
                </c:pt>
                <c:pt idx="143">
                  <c:v>3.15</c:v>
                </c:pt>
                <c:pt idx="144">
                  <c:v>3.2</c:v>
                </c:pt>
                <c:pt idx="145">
                  <c:v>3.25</c:v>
                </c:pt>
                <c:pt idx="146">
                  <c:v>3.3</c:v>
                </c:pt>
                <c:pt idx="147">
                  <c:v>3.35</c:v>
                </c:pt>
                <c:pt idx="148">
                  <c:v>3.4</c:v>
                </c:pt>
                <c:pt idx="149">
                  <c:v>3.45</c:v>
                </c:pt>
                <c:pt idx="150">
                  <c:v>3.5</c:v>
                </c:pt>
                <c:pt idx="151">
                  <c:v>3.55</c:v>
                </c:pt>
                <c:pt idx="152">
                  <c:v>3.6</c:v>
                </c:pt>
                <c:pt idx="153">
                  <c:v>3.65</c:v>
                </c:pt>
                <c:pt idx="154">
                  <c:v>3.7</c:v>
                </c:pt>
                <c:pt idx="155">
                  <c:v>3.75</c:v>
                </c:pt>
                <c:pt idx="156">
                  <c:v>3.8</c:v>
                </c:pt>
                <c:pt idx="157">
                  <c:v>3.85</c:v>
                </c:pt>
                <c:pt idx="158">
                  <c:v>3.9</c:v>
                </c:pt>
                <c:pt idx="159">
                  <c:v>3.95</c:v>
                </c:pt>
                <c:pt idx="160">
                  <c:v>4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8</c:v>
                </c:pt>
                <c:pt idx="1">
                  <c:v>7.80125</c:v>
                </c:pt>
                <c:pt idx="2">
                  <c:v>7.605</c:v>
                </c:pt>
                <c:pt idx="3">
                  <c:v>7.41125</c:v>
                </c:pt>
                <c:pt idx="4">
                  <c:v>7.22</c:v>
                </c:pt>
                <c:pt idx="5">
                  <c:v>7.03125</c:v>
                </c:pt>
                <c:pt idx="6">
                  <c:v>6.845</c:v>
                </c:pt>
                <c:pt idx="7">
                  <c:v>6.66125</c:v>
                </c:pt>
                <c:pt idx="8">
                  <c:v>6.48</c:v>
                </c:pt>
                <c:pt idx="9">
                  <c:v>6.30125</c:v>
                </c:pt>
                <c:pt idx="10">
                  <c:v>6.125</c:v>
                </c:pt>
                <c:pt idx="11">
                  <c:v>5.95125</c:v>
                </c:pt>
                <c:pt idx="12">
                  <c:v>5.78</c:v>
                </c:pt>
                <c:pt idx="13">
                  <c:v>5.61125</c:v>
                </c:pt>
                <c:pt idx="14">
                  <c:v>5.445</c:v>
                </c:pt>
                <c:pt idx="15">
                  <c:v>5.28125</c:v>
                </c:pt>
                <c:pt idx="16">
                  <c:v>5.12</c:v>
                </c:pt>
                <c:pt idx="17">
                  <c:v>4.96125</c:v>
                </c:pt>
                <c:pt idx="18">
                  <c:v>4.805</c:v>
                </c:pt>
                <c:pt idx="19">
                  <c:v>4.65125</c:v>
                </c:pt>
                <c:pt idx="20">
                  <c:v>4.5</c:v>
                </c:pt>
                <c:pt idx="21">
                  <c:v>4.35125</c:v>
                </c:pt>
                <c:pt idx="22">
                  <c:v>4.205</c:v>
                </c:pt>
                <c:pt idx="23">
                  <c:v>4.06125</c:v>
                </c:pt>
                <c:pt idx="24">
                  <c:v>3.92</c:v>
                </c:pt>
                <c:pt idx="25">
                  <c:v>3.78125</c:v>
                </c:pt>
                <c:pt idx="26">
                  <c:v>3.645</c:v>
                </c:pt>
                <c:pt idx="27">
                  <c:v>3.51125</c:v>
                </c:pt>
                <c:pt idx="28">
                  <c:v>3.38</c:v>
                </c:pt>
                <c:pt idx="29">
                  <c:v>3.25125</c:v>
                </c:pt>
                <c:pt idx="30">
                  <c:v>3.125</c:v>
                </c:pt>
                <c:pt idx="31">
                  <c:v>3.00125</c:v>
                </c:pt>
                <c:pt idx="32">
                  <c:v>2.88</c:v>
                </c:pt>
                <c:pt idx="33">
                  <c:v>2.76125</c:v>
                </c:pt>
                <c:pt idx="34">
                  <c:v>2.645</c:v>
                </c:pt>
                <c:pt idx="35">
                  <c:v>2.53125</c:v>
                </c:pt>
                <c:pt idx="36">
                  <c:v>2.42</c:v>
                </c:pt>
                <c:pt idx="37">
                  <c:v>2.31125</c:v>
                </c:pt>
                <c:pt idx="38">
                  <c:v>2.205</c:v>
                </c:pt>
                <c:pt idx="39">
                  <c:v>2.10125</c:v>
                </c:pt>
                <c:pt idx="40">
                  <c:v>2</c:v>
                </c:pt>
                <c:pt idx="41">
                  <c:v>1.90125</c:v>
                </c:pt>
                <c:pt idx="42">
                  <c:v>1.805</c:v>
                </c:pt>
                <c:pt idx="43">
                  <c:v>1.71125</c:v>
                </c:pt>
                <c:pt idx="44">
                  <c:v>1.62</c:v>
                </c:pt>
                <c:pt idx="45">
                  <c:v>1.53125</c:v>
                </c:pt>
                <c:pt idx="46">
                  <c:v>1.445</c:v>
                </c:pt>
                <c:pt idx="47">
                  <c:v>1.36125</c:v>
                </c:pt>
                <c:pt idx="48">
                  <c:v>1.28</c:v>
                </c:pt>
                <c:pt idx="49">
                  <c:v>1.20125</c:v>
                </c:pt>
                <c:pt idx="50">
                  <c:v>1.125</c:v>
                </c:pt>
                <c:pt idx="51">
                  <c:v>1.05125</c:v>
                </c:pt>
                <c:pt idx="52">
                  <c:v>0.98</c:v>
                </c:pt>
                <c:pt idx="53">
                  <c:v>0.91125</c:v>
                </c:pt>
                <c:pt idx="54">
                  <c:v>0.845</c:v>
                </c:pt>
                <c:pt idx="55">
                  <c:v>0.78125</c:v>
                </c:pt>
                <c:pt idx="56">
                  <c:v>0.72</c:v>
                </c:pt>
                <c:pt idx="57">
                  <c:v>0.66125</c:v>
                </c:pt>
                <c:pt idx="58">
                  <c:v>0.605</c:v>
                </c:pt>
                <c:pt idx="59">
                  <c:v>0.55125</c:v>
                </c:pt>
                <c:pt idx="60">
                  <c:v>0.5</c:v>
                </c:pt>
                <c:pt idx="61">
                  <c:v>0.45125</c:v>
                </c:pt>
                <c:pt idx="62">
                  <c:v>0.405</c:v>
                </c:pt>
                <c:pt idx="63">
                  <c:v>0.36125</c:v>
                </c:pt>
                <c:pt idx="64">
                  <c:v>0.32</c:v>
                </c:pt>
                <c:pt idx="65">
                  <c:v>0.28125</c:v>
                </c:pt>
                <c:pt idx="66">
                  <c:v>0.245</c:v>
                </c:pt>
                <c:pt idx="67">
                  <c:v>0.21125</c:v>
                </c:pt>
                <c:pt idx="68">
                  <c:v>0.18</c:v>
                </c:pt>
                <c:pt idx="69">
                  <c:v>0.15125</c:v>
                </c:pt>
                <c:pt idx="70">
                  <c:v>0.125</c:v>
                </c:pt>
                <c:pt idx="71">
                  <c:v>0.10125</c:v>
                </c:pt>
                <c:pt idx="72">
                  <c:v>0.08</c:v>
                </c:pt>
                <c:pt idx="73">
                  <c:v>0.06125</c:v>
                </c:pt>
                <c:pt idx="74">
                  <c:v>0.045</c:v>
                </c:pt>
                <c:pt idx="75">
                  <c:v>0.03125</c:v>
                </c:pt>
                <c:pt idx="76">
                  <c:v>0.02</c:v>
                </c:pt>
                <c:pt idx="77">
                  <c:v>0.01125</c:v>
                </c:pt>
                <c:pt idx="78">
                  <c:v>0.005</c:v>
                </c:pt>
                <c:pt idx="79">
                  <c:v>0.00125</c:v>
                </c:pt>
                <c:pt idx="80">
                  <c:v>0</c:v>
                </c:pt>
                <c:pt idx="81">
                  <c:v>0.00125</c:v>
                </c:pt>
                <c:pt idx="82">
                  <c:v>0.005</c:v>
                </c:pt>
                <c:pt idx="83">
                  <c:v>0.01125</c:v>
                </c:pt>
                <c:pt idx="84">
                  <c:v>0.02</c:v>
                </c:pt>
                <c:pt idx="85">
                  <c:v>0.03125</c:v>
                </c:pt>
                <c:pt idx="86">
                  <c:v>0.045</c:v>
                </c:pt>
                <c:pt idx="87">
                  <c:v>0.06125</c:v>
                </c:pt>
                <c:pt idx="88">
                  <c:v>0.08</c:v>
                </c:pt>
                <c:pt idx="89">
                  <c:v>0.10125</c:v>
                </c:pt>
                <c:pt idx="90">
                  <c:v>0.125</c:v>
                </c:pt>
                <c:pt idx="91">
                  <c:v>0.15125</c:v>
                </c:pt>
                <c:pt idx="92">
                  <c:v>0.18</c:v>
                </c:pt>
                <c:pt idx="93">
                  <c:v>0.21125</c:v>
                </c:pt>
                <c:pt idx="94">
                  <c:v>0.245</c:v>
                </c:pt>
                <c:pt idx="95">
                  <c:v>0.28125</c:v>
                </c:pt>
                <c:pt idx="96">
                  <c:v>0.32</c:v>
                </c:pt>
                <c:pt idx="97">
                  <c:v>0.36125</c:v>
                </c:pt>
                <c:pt idx="98">
                  <c:v>0.405</c:v>
                </c:pt>
                <c:pt idx="99">
                  <c:v>0.45125</c:v>
                </c:pt>
                <c:pt idx="100">
                  <c:v>0.5</c:v>
                </c:pt>
                <c:pt idx="101">
                  <c:v>0.55125</c:v>
                </c:pt>
                <c:pt idx="102">
                  <c:v>0.605</c:v>
                </c:pt>
                <c:pt idx="103">
                  <c:v>0.66125</c:v>
                </c:pt>
                <c:pt idx="104">
                  <c:v>0.72</c:v>
                </c:pt>
                <c:pt idx="105">
                  <c:v>0.78125</c:v>
                </c:pt>
                <c:pt idx="106">
                  <c:v>0.845</c:v>
                </c:pt>
                <c:pt idx="107">
                  <c:v>0.91125</c:v>
                </c:pt>
                <c:pt idx="108">
                  <c:v>0.98</c:v>
                </c:pt>
                <c:pt idx="109">
                  <c:v>1.05125</c:v>
                </c:pt>
                <c:pt idx="110">
                  <c:v>1.125</c:v>
                </c:pt>
                <c:pt idx="111">
                  <c:v>1.20125</c:v>
                </c:pt>
                <c:pt idx="112">
                  <c:v>1.28</c:v>
                </c:pt>
                <c:pt idx="113">
                  <c:v>1.36125</c:v>
                </c:pt>
                <c:pt idx="114">
                  <c:v>1.445</c:v>
                </c:pt>
                <c:pt idx="115">
                  <c:v>1.53125</c:v>
                </c:pt>
                <c:pt idx="116">
                  <c:v>1.62</c:v>
                </c:pt>
                <c:pt idx="117">
                  <c:v>1.71125</c:v>
                </c:pt>
                <c:pt idx="118">
                  <c:v>1.805</c:v>
                </c:pt>
                <c:pt idx="119">
                  <c:v>1.90125</c:v>
                </c:pt>
                <c:pt idx="120">
                  <c:v>2</c:v>
                </c:pt>
                <c:pt idx="121">
                  <c:v>2.10125</c:v>
                </c:pt>
                <c:pt idx="122">
                  <c:v>2.205</c:v>
                </c:pt>
                <c:pt idx="123">
                  <c:v>2.31125</c:v>
                </c:pt>
                <c:pt idx="124">
                  <c:v>2.42</c:v>
                </c:pt>
                <c:pt idx="125">
                  <c:v>2.53125</c:v>
                </c:pt>
                <c:pt idx="126">
                  <c:v>2.645</c:v>
                </c:pt>
                <c:pt idx="127">
                  <c:v>2.76125</c:v>
                </c:pt>
                <c:pt idx="128">
                  <c:v>2.88</c:v>
                </c:pt>
                <c:pt idx="129">
                  <c:v>3.00125</c:v>
                </c:pt>
                <c:pt idx="130">
                  <c:v>3.125</c:v>
                </c:pt>
                <c:pt idx="131">
                  <c:v>3.25125</c:v>
                </c:pt>
                <c:pt idx="132">
                  <c:v>3.38</c:v>
                </c:pt>
                <c:pt idx="133">
                  <c:v>3.51125</c:v>
                </c:pt>
                <c:pt idx="134">
                  <c:v>3.645</c:v>
                </c:pt>
                <c:pt idx="135">
                  <c:v>3.78125</c:v>
                </c:pt>
                <c:pt idx="136">
                  <c:v>3.92</c:v>
                </c:pt>
                <c:pt idx="137">
                  <c:v>4.06125</c:v>
                </c:pt>
                <c:pt idx="138">
                  <c:v>4.205</c:v>
                </c:pt>
                <c:pt idx="139">
                  <c:v>4.35125</c:v>
                </c:pt>
                <c:pt idx="140">
                  <c:v>4.5</c:v>
                </c:pt>
                <c:pt idx="141">
                  <c:v>4.65125</c:v>
                </c:pt>
                <c:pt idx="142">
                  <c:v>4.805</c:v>
                </c:pt>
                <c:pt idx="143">
                  <c:v>4.96125</c:v>
                </c:pt>
                <c:pt idx="144">
                  <c:v>5.12</c:v>
                </c:pt>
                <c:pt idx="145">
                  <c:v>5.28125</c:v>
                </c:pt>
                <c:pt idx="146">
                  <c:v>5.445</c:v>
                </c:pt>
                <c:pt idx="147">
                  <c:v>5.61125</c:v>
                </c:pt>
                <c:pt idx="148">
                  <c:v>5.78</c:v>
                </c:pt>
                <c:pt idx="149">
                  <c:v>5.95125</c:v>
                </c:pt>
                <c:pt idx="150">
                  <c:v>6.125</c:v>
                </c:pt>
                <c:pt idx="151">
                  <c:v>6.30125</c:v>
                </c:pt>
                <c:pt idx="152">
                  <c:v>6.48</c:v>
                </c:pt>
                <c:pt idx="153">
                  <c:v>6.66125</c:v>
                </c:pt>
                <c:pt idx="154">
                  <c:v>6.845</c:v>
                </c:pt>
                <c:pt idx="155">
                  <c:v>7.03125</c:v>
                </c:pt>
                <c:pt idx="156">
                  <c:v>7.22</c:v>
                </c:pt>
                <c:pt idx="157">
                  <c:v>7.41125</c:v>
                </c:pt>
                <c:pt idx="158">
                  <c:v>7.605</c:v>
                </c:pt>
                <c:pt idx="159">
                  <c:v>7.80125</c:v>
                </c:pt>
                <c:pt idx="160">
                  <c:v>8</c:v>
                </c:pt>
              </c:numCache>
            </c:numRef>
          </c:yVal>
        </c:ser>
        <c:ser>
          <c:idx val="1"/>
          <c:order val="1"/>
          <c:tx>
            <c:v>Шаги</c:v>
          </c:tx>
          <c:spPr>
            <a:solidFill xmlns:a="http://schemas.openxmlformats.org/drawingml/2006/main">
              <a:srgbClr val="2F8B64"/>
            </a:solidFill>
            <a:ln xmlns:a="http://schemas.openxmlformats.org/drawingml/2006/main" w="23813">
              <a:solidFill>
                <a:srgbClr val="2F8B64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F8B64"/>
              </a:solidFill>
              <a:ln xmlns:a="http://schemas.openxmlformats.org/drawingml/2006/main" w="19050">
                <a:solidFill>
                  <a:srgbClr val="2F8B64"/>
                </a:solidFill>
              </a:ln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0.4</c:v>
                </c:pt>
                <c:pt idx="2">
                  <c:v>0.08</c:v>
                </c:pt>
                <c:pt idx="3">
                  <c:v>0.016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</c:v>
                </c:pt>
                <c:pt idx="1">
                  <c:v>0.08</c:v>
                </c:pt>
                <c:pt idx="2">
                  <c:v>0.0032</c:v>
                </c:pt>
                <c:pt idx="3">
                  <c:v>0.000128</c:v>
                </c:pt>
              </c:numCache>
            </c:numRef>
          </c:yVal>
        </c:ser>
        <c:ser>
          <c:idx val="2"/>
          <c:order val="2"/>
          <c:tx>
            <c:v>Старт</c:v>
          </c:tx>
          <c:spPr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202020"/>
              </a:solidFill>
              <a:ln xmlns:a="http://schemas.openxmlformats.org/drawingml/2006/main" w="19050">
                <a:solidFill>
                  <a:srgbClr val="202020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4E8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Ошибка Q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roma/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Ошибка Q</c:v>
          </c:tx>
          <c:spPr>
            <a:solidFill xmlns:a="http://schemas.openxmlformats.org/drawingml/2006/main">
              <a:srgbClr val="BCC5D3"/>
            </a:solidFill>
            <a:ln xmlns:a="http://schemas.openxmlformats.org/drawingml/2006/main" w="23813">
              <a:solidFill>
                <a:srgbClr val="BCC5D3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BCC5D3"/>
              </a:solidFill>
              <a:ln xmlns:a="http://schemas.openxmlformats.org/drawingml/2006/main" w="19050">
                <a:solidFill>
                  <a:srgbClr val="BCC5D3"/>
                </a:solidFill>
              </a:ln>
            </c:spPr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-4</c:v>
                </c:pt>
                <c:pt idx="1">
                  <c:v>-3.95</c:v>
                </c:pt>
                <c:pt idx="2">
                  <c:v>-3.9</c:v>
                </c:pt>
                <c:pt idx="3">
                  <c:v>-3.85</c:v>
                </c:pt>
                <c:pt idx="4">
                  <c:v>-3.8</c:v>
                </c:pt>
                <c:pt idx="5">
                  <c:v>-3.75</c:v>
                </c:pt>
                <c:pt idx="6">
                  <c:v>-3.7</c:v>
                </c:pt>
                <c:pt idx="7">
                  <c:v>-3.65</c:v>
                </c:pt>
                <c:pt idx="8">
                  <c:v>-3.6</c:v>
                </c:pt>
                <c:pt idx="9">
                  <c:v>-3.55</c:v>
                </c:pt>
                <c:pt idx="10">
                  <c:v>-3.5</c:v>
                </c:pt>
                <c:pt idx="11">
                  <c:v>-3.45</c:v>
                </c:pt>
                <c:pt idx="12">
                  <c:v>-3.4</c:v>
                </c:pt>
                <c:pt idx="13">
                  <c:v>-3.35</c:v>
                </c:pt>
                <c:pt idx="14">
                  <c:v>-3.3</c:v>
                </c:pt>
                <c:pt idx="15">
                  <c:v>-3.25</c:v>
                </c:pt>
                <c:pt idx="16">
                  <c:v>-3.2</c:v>
                </c:pt>
                <c:pt idx="17">
                  <c:v>-3.15</c:v>
                </c:pt>
                <c:pt idx="18">
                  <c:v>-3.1</c:v>
                </c:pt>
                <c:pt idx="19">
                  <c:v>-3.05</c:v>
                </c:pt>
                <c:pt idx="20">
                  <c:v>-3</c:v>
                </c:pt>
                <c:pt idx="21">
                  <c:v>-2.95</c:v>
                </c:pt>
                <c:pt idx="22">
                  <c:v>-2.9</c:v>
                </c:pt>
                <c:pt idx="23">
                  <c:v>-2.85</c:v>
                </c:pt>
                <c:pt idx="24">
                  <c:v>-2.8</c:v>
                </c:pt>
                <c:pt idx="25">
                  <c:v>-2.75</c:v>
                </c:pt>
                <c:pt idx="26">
                  <c:v>-2.7</c:v>
                </c:pt>
                <c:pt idx="27">
                  <c:v>-2.65</c:v>
                </c:pt>
                <c:pt idx="28">
                  <c:v>-2.6</c:v>
                </c:pt>
                <c:pt idx="29">
                  <c:v>-2.55</c:v>
                </c:pt>
                <c:pt idx="30">
                  <c:v>-2.5</c:v>
                </c:pt>
                <c:pt idx="31">
                  <c:v>-2.45</c:v>
                </c:pt>
                <c:pt idx="32">
                  <c:v>-2.4</c:v>
                </c:pt>
                <c:pt idx="33">
                  <c:v>-2.35</c:v>
                </c:pt>
                <c:pt idx="34">
                  <c:v>-2.3</c:v>
                </c:pt>
                <c:pt idx="35">
                  <c:v>-2.25</c:v>
                </c:pt>
                <c:pt idx="36">
                  <c:v>-2.2</c:v>
                </c:pt>
                <c:pt idx="37">
                  <c:v>-2.15</c:v>
                </c:pt>
                <c:pt idx="38">
                  <c:v>-2.1</c:v>
                </c:pt>
                <c:pt idx="39">
                  <c:v>-2.05</c:v>
                </c:pt>
                <c:pt idx="40">
                  <c:v>-2</c:v>
                </c:pt>
                <c:pt idx="41">
                  <c:v>-1.95</c:v>
                </c:pt>
                <c:pt idx="42">
                  <c:v>-1.9</c:v>
                </c:pt>
                <c:pt idx="43">
                  <c:v>-1.85</c:v>
                </c:pt>
                <c:pt idx="44">
                  <c:v>-1.8</c:v>
                </c:pt>
                <c:pt idx="45">
                  <c:v>-1.75</c:v>
                </c:pt>
                <c:pt idx="46">
                  <c:v>-1.7</c:v>
                </c:pt>
                <c:pt idx="47">
                  <c:v>-1.65</c:v>
                </c:pt>
                <c:pt idx="48">
                  <c:v>-1.6</c:v>
                </c:pt>
                <c:pt idx="49">
                  <c:v>-1.55</c:v>
                </c:pt>
                <c:pt idx="50">
                  <c:v>-1.5</c:v>
                </c:pt>
                <c:pt idx="51">
                  <c:v>-1.45</c:v>
                </c:pt>
                <c:pt idx="52">
                  <c:v>-1.4</c:v>
                </c:pt>
                <c:pt idx="53">
                  <c:v>-1.35</c:v>
                </c:pt>
                <c:pt idx="54">
                  <c:v>-1.3</c:v>
                </c:pt>
                <c:pt idx="55">
                  <c:v>-1.25</c:v>
                </c:pt>
                <c:pt idx="56">
                  <c:v>-1.2</c:v>
                </c:pt>
                <c:pt idx="57">
                  <c:v>-1.15</c:v>
                </c:pt>
                <c:pt idx="58">
                  <c:v>-1.1</c:v>
                </c:pt>
                <c:pt idx="59">
                  <c:v>-1.05</c:v>
                </c:pt>
                <c:pt idx="60">
                  <c:v>-1</c:v>
                </c:pt>
                <c:pt idx="61">
                  <c:v>-0.95</c:v>
                </c:pt>
                <c:pt idx="62">
                  <c:v>-0.9</c:v>
                </c:pt>
                <c:pt idx="63">
                  <c:v>-0.85</c:v>
                </c:pt>
                <c:pt idx="64">
                  <c:v>-0.8</c:v>
                </c:pt>
                <c:pt idx="65">
                  <c:v>-0.75</c:v>
                </c:pt>
                <c:pt idx="66">
                  <c:v>-0.7</c:v>
                </c:pt>
                <c:pt idx="67">
                  <c:v>-0.65</c:v>
                </c:pt>
                <c:pt idx="68">
                  <c:v>-0.6</c:v>
                </c:pt>
                <c:pt idx="69">
                  <c:v>-0.55</c:v>
                </c:pt>
                <c:pt idx="70">
                  <c:v>-0.5</c:v>
                </c:pt>
                <c:pt idx="71">
                  <c:v>-0.45</c:v>
                </c:pt>
                <c:pt idx="72">
                  <c:v>-0.4</c:v>
                </c:pt>
                <c:pt idx="73">
                  <c:v>-0.35</c:v>
                </c:pt>
                <c:pt idx="74">
                  <c:v>-0.3</c:v>
                </c:pt>
                <c:pt idx="75">
                  <c:v>-0.25</c:v>
                </c:pt>
                <c:pt idx="76">
                  <c:v>-0.2</c:v>
                </c:pt>
                <c:pt idx="77">
                  <c:v>-0.15</c:v>
                </c:pt>
                <c:pt idx="78">
                  <c:v>-0.1</c:v>
                </c:pt>
                <c:pt idx="79">
                  <c:v>-0.05</c:v>
                </c:pt>
                <c:pt idx="80">
                  <c:v>0</c:v>
                </c:pt>
                <c:pt idx="81">
                  <c:v>0.05</c:v>
                </c:pt>
                <c:pt idx="82">
                  <c:v>0.1</c:v>
                </c:pt>
                <c:pt idx="83">
                  <c:v>0.15</c:v>
                </c:pt>
                <c:pt idx="84">
                  <c:v>0.2</c:v>
                </c:pt>
                <c:pt idx="85">
                  <c:v>0.25</c:v>
                </c:pt>
                <c:pt idx="86">
                  <c:v>0.3</c:v>
                </c:pt>
                <c:pt idx="87">
                  <c:v>0.35</c:v>
                </c:pt>
                <c:pt idx="88">
                  <c:v>0.4</c:v>
                </c:pt>
                <c:pt idx="89">
                  <c:v>0.45</c:v>
                </c:pt>
                <c:pt idx="90">
                  <c:v>0.5</c:v>
                </c:pt>
                <c:pt idx="91">
                  <c:v>0.55</c:v>
                </c:pt>
                <c:pt idx="92">
                  <c:v>0.6</c:v>
                </c:pt>
                <c:pt idx="93">
                  <c:v>0.65</c:v>
                </c:pt>
                <c:pt idx="94">
                  <c:v>0.7</c:v>
                </c:pt>
                <c:pt idx="95">
                  <c:v>0.75</c:v>
                </c:pt>
                <c:pt idx="96">
                  <c:v>0.8</c:v>
                </c:pt>
                <c:pt idx="97">
                  <c:v>0.85</c:v>
                </c:pt>
                <c:pt idx="98">
                  <c:v>0.9</c:v>
                </c:pt>
                <c:pt idx="99">
                  <c:v>0.95</c:v>
                </c:pt>
                <c:pt idx="100">
                  <c:v>1</c:v>
                </c:pt>
                <c:pt idx="101">
                  <c:v>1.05</c:v>
                </c:pt>
                <c:pt idx="102">
                  <c:v>1.1</c:v>
                </c:pt>
                <c:pt idx="103">
                  <c:v>1.15</c:v>
                </c:pt>
                <c:pt idx="104">
                  <c:v>1.2</c:v>
                </c:pt>
                <c:pt idx="105">
                  <c:v>1.25</c:v>
                </c:pt>
                <c:pt idx="106">
                  <c:v>1.3</c:v>
                </c:pt>
                <c:pt idx="107">
                  <c:v>1.35</c:v>
                </c:pt>
                <c:pt idx="108">
                  <c:v>1.4</c:v>
                </c:pt>
                <c:pt idx="109">
                  <c:v>1.45</c:v>
                </c:pt>
                <c:pt idx="110">
                  <c:v>1.5</c:v>
                </c:pt>
                <c:pt idx="111">
                  <c:v>1.55</c:v>
                </c:pt>
                <c:pt idx="112">
                  <c:v>1.6</c:v>
                </c:pt>
                <c:pt idx="113">
                  <c:v>1.65</c:v>
                </c:pt>
                <c:pt idx="114">
                  <c:v>1.7</c:v>
                </c:pt>
                <c:pt idx="115">
                  <c:v>1.75</c:v>
                </c:pt>
                <c:pt idx="116">
                  <c:v>1.8</c:v>
                </c:pt>
                <c:pt idx="117">
                  <c:v>1.85</c:v>
                </c:pt>
                <c:pt idx="118">
                  <c:v>1.9</c:v>
                </c:pt>
                <c:pt idx="119">
                  <c:v>1.95</c:v>
                </c:pt>
                <c:pt idx="120">
                  <c:v>2</c:v>
                </c:pt>
                <c:pt idx="121">
                  <c:v>2.05</c:v>
                </c:pt>
                <c:pt idx="122">
                  <c:v>2.1</c:v>
                </c:pt>
                <c:pt idx="123">
                  <c:v>2.15</c:v>
                </c:pt>
                <c:pt idx="124">
                  <c:v>2.2</c:v>
                </c:pt>
                <c:pt idx="125">
                  <c:v>2.25</c:v>
                </c:pt>
                <c:pt idx="126">
                  <c:v>2.3</c:v>
                </c:pt>
                <c:pt idx="127">
                  <c:v>2.35</c:v>
                </c:pt>
                <c:pt idx="128">
                  <c:v>2.4</c:v>
                </c:pt>
                <c:pt idx="129">
                  <c:v>2.45</c:v>
                </c:pt>
                <c:pt idx="130">
                  <c:v>2.5</c:v>
                </c:pt>
                <c:pt idx="131">
                  <c:v>2.55</c:v>
                </c:pt>
                <c:pt idx="132">
                  <c:v>2.6</c:v>
                </c:pt>
                <c:pt idx="133">
                  <c:v>2.65</c:v>
                </c:pt>
                <c:pt idx="134">
                  <c:v>2.7</c:v>
                </c:pt>
                <c:pt idx="135">
                  <c:v>2.75</c:v>
                </c:pt>
                <c:pt idx="136">
                  <c:v>2.8</c:v>
                </c:pt>
                <c:pt idx="137">
                  <c:v>2.85</c:v>
                </c:pt>
                <c:pt idx="138">
                  <c:v>2.9</c:v>
                </c:pt>
                <c:pt idx="139">
                  <c:v>2.95</c:v>
                </c:pt>
                <c:pt idx="140">
                  <c:v>3</c:v>
                </c:pt>
                <c:pt idx="141">
                  <c:v>3.05</c:v>
                </c:pt>
                <c:pt idx="142">
                  <c:v>3.1</c:v>
                </c:pt>
                <c:pt idx="143">
                  <c:v>3.15</c:v>
                </c:pt>
                <c:pt idx="144">
                  <c:v>3.2</c:v>
                </c:pt>
                <c:pt idx="145">
                  <c:v>3.25</c:v>
                </c:pt>
                <c:pt idx="146">
                  <c:v>3.3</c:v>
                </c:pt>
                <c:pt idx="147">
                  <c:v>3.35</c:v>
                </c:pt>
                <c:pt idx="148">
                  <c:v>3.4</c:v>
                </c:pt>
                <c:pt idx="149">
                  <c:v>3.45</c:v>
                </c:pt>
                <c:pt idx="150">
                  <c:v>3.5</c:v>
                </c:pt>
                <c:pt idx="151">
                  <c:v>3.55</c:v>
                </c:pt>
                <c:pt idx="152">
                  <c:v>3.6</c:v>
                </c:pt>
                <c:pt idx="153">
                  <c:v>3.65</c:v>
                </c:pt>
                <c:pt idx="154">
                  <c:v>3.7</c:v>
                </c:pt>
                <c:pt idx="155">
                  <c:v>3.75</c:v>
                </c:pt>
                <c:pt idx="156">
                  <c:v>3.8</c:v>
                </c:pt>
                <c:pt idx="157">
                  <c:v>3.85</c:v>
                </c:pt>
                <c:pt idx="158">
                  <c:v>3.9</c:v>
                </c:pt>
                <c:pt idx="159">
                  <c:v>3.95</c:v>
                </c:pt>
                <c:pt idx="160">
                  <c:v>4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8</c:v>
                </c:pt>
                <c:pt idx="1">
                  <c:v>7.80125</c:v>
                </c:pt>
                <c:pt idx="2">
                  <c:v>7.605</c:v>
                </c:pt>
                <c:pt idx="3">
                  <c:v>7.41125</c:v>
                </c:pt>
                <c:pt idx="4">
                  <c:v>7.22</c:v>
                </c:pt>
                <c:pt idx="5">
                  <c:v>7.03125</c:v>
                </c:pt>
                <c:pt idx="6">
                  <c:v>6.845</c:v>
                </c:pt>
                <c:pt idx="7">
                  <c:v>6.66125</c:v>
                </c:pt>
                <c:pt idx="8">
                  <c:v>6.48</c:v>
                </c:pt>
                <c:pt idx="9">
                  <c:v>6.30125</c:v>
                </c:pt>
                <c:pt idx="10">
                  <c:v>6.125</c:v>
                </c:pt>
                <c:pt idx="11">
                  <c:v>5.95125</c:v>
                </c:pt>
                <c:pt idx="12">
                  <c:v>5.78</c:v>
                </c:pt>
                <c:pt idx="13">
                  <c:v>5.61125</c:v>
                </c:pt>
                <c:pt idx="14">
                  <c:v>5.445</c:v>
                </c:pt>
                <c:pt idx="15">
                  <c:v>5.28125</c:v>
                </c:pt>
                <c:pt idx="16">
                  <c:v>5.12</c:v>
                </c:pt>
                <c:pt idx="17">
                  <c:v>4.96125</c:v>
                </c:pt>
                <c:pt idx="18">
                  <c:v>4.805</c:v>
                </c:pt>
                <c:pt idx="19">
                  <c:v>4.65125</c:v>
                </c:pt>
                <c:pt idx="20">
                  <c:v>4.5</c:v>
                </c:pt>
                <c:pt idx="21">
                  <c:v>4.35125</c:v>
                </c:pt>
                <c:pt idx="22">
                  <c:v>4.205</c:v>
                </c:pt>
                <c:pt idx="23">
                  <c:v>4.06125</c:v>
                </c:pt>
                <c:pt idx="24">
                  <c:v>3.92</c:v>
                </c:pt>
                <c:pt idx="25">
                  <c:v>3.78125</c:v>
                </c:pt>
                <c:pt idx="26">
                  <c:v>3.645</c:v>
                </c:pt>
                <c:pt idx="27">
                  <c:v>3.51125</c:v>
                </c:pt>
                <c:pt idx="28">
                  <c:v>3.38</c:v>
                </c:pt>
                <c:pt idx="29">
                  <c:v>3.25125</c:v>
                </c:pt>
                <c:pt idx="30">
                  <c:v>3.125</c:v>
                </c:pt>
                <c:pt idx="31">
                  <c:v>3.00125</c:v>
                </c:pt>
                <c:pt idx="32">
                  <c:v>2.88</c:v>
                </c:pt>
                <c:pt idx="33">
                  <c:v>2.76125</c:v>
                </c:pt>
                <c:pt idx="34">
                  <c:v>2.645</c:v>
                </c:pt>
                <c:pt idx="35">
                  <c:v>2.53125</c:v>
                </c:pt>
                <c:pt idx="36">
                  <c:v>2.42</c:v>
                </c:pt>
                <c:pt idx="37">
                  <c:v>2.31125</c:v>
                </c:pt>
                <c:pt idx="38">
                  <c:v>2.205</c:v>
                </c:pt>
                <c:pt idx="39">
                  <c:v>2.10125</c:v>
                </c:pt>
                <c:pt idx="40">
                  <c:v>2</c:v>
                </c:pt>
                <c:pt idx="41">
                  <c:v>1.90125</c:v>
                </c:pt>
                <c:pt idx="42">
                  <c:v>1.805</c:v>
                </c:pt>
                <c:pt idx="43">
                  <c:v>1.71125</c:v>
                </c:pt>
                <c:pt idx="44">
                  <c:v>1.62</c:v>
                </c:pt>
                <c:pt idx="45">
                  <c:v>1.53125</c:v>
                </c:pt>
                <c:pt idx="46">
                  <c:v>1.445</c:v>
                </c:pt>
                <c:pt idx="47">
                  <c:v>1.36125</c:v>
                </c:pt>
                <c:pt idx="48">
                  <c:v>1.28</c:v>
                </c:pt>
                <c:pt idx="49">
                  <c:v>1.20125</c:v>
                </c:pt>
                <c:pt idx="50">
                  <c:v>1.125</c:v>
                </c:pt>
                <c:pt idx="51">
                  <c:v>1.05125</c:v>
                </c:pt>
                <c:pt idx="52">
                  <c:v>0.98</c:v>
                </c:pt>
                <c:pt idx="53">
                  <c:v>0.91125</c:v>
                </c:pt>
                <c:pt idx="54">
                  <c:v>0.845</c:v>
                </c:pt>
                <c:pt idx="55">
                  <c:v>0.78125</c:v>
                </c:pt>
                <c:pt idx="56">
                  <c:v>0.72</c:v>
                </c:pt>
                <c:pt idx="57">
                  <c:v>0.66125</c:v>
                </c:pt>
                <c:pt idx="58">
                  <c:v>0.605</c:v>
                </c:pt>
                <c:pt idx="59">
                  <c:v>0.55125</c:v>
                </c:pt>
                <c:pt idx="60">
                  <c:v>0.5</c:v>
                </c:pt>
                <c:pt idx="61">
                  <c:v>0.45125</c:v>
                </c:pt>
                <c:pt idx="62">
                  <c:v>0.405</c:v>
                </c:pt>
                <c:pt idx="63">
                  <c:v>0.36125</c:v>
                </c:pt>
                <c:pt idx="64">
                  <c:v>0.32</c:v>
                </c:pt>
                <c:pt idx="65">
                  <c:v>0.28125</c:v>
                </c:pt>
                <c:pt idx="66">
                  <c:v>0.245</c:v>
                </c:pt>
                <c:pt idx="67">
                  <c:v>0.21125</c:v>
                </c:pt>
                <c:pt idx="68">
                  <c:v>0.18</c:v>
                </c:pt>
                <c:pt idx="69">
                  <c:v>0.15125</c:v>
                </c:pt>
                <c:pt idx="70">
                  <c:v>0.125</c:v>
                </c:pt>
                <c:pt idx="71">
                  <c:v>0.10125</c:v>
                </c:pt>
                <c:pt idx="72">
                  <c:v>0.08</c:v>
                </c:pt>
                <c:pt idx="73">
                  <c:v>0.06125</c:v>
                </c:pt>
                <c:pt idx="74">
                  <c:v>0.045</c:v>
                </c:pt>
                <c:pt idx="75">
                  <c:v>0.03125</c:v>
                </c:pt>
                <c:pt idx="76">
                  <c:v>0.02</c:v>
                </c:pt>
                <c:pt idx="77">
                  <c:v>0.01125</c:v>
                </c:pt>
                <c:pt idx="78">
                  <c:v>0.005</c:v>
                </c:pt>
                <c:pt idx="79">
                  <c:v>0.00125</c:v>
                </c:pt>
                <c:pt idx="80">
                  <c:v>0</c:v>
                </c:pt>
                <c:pt idx="81">
                  <c:v>0.00125</c:v>
                </c:pt>
                <c:pt idx="82">
                  <c:v>0.005</c:v>
                </c:pt>
                <c:pt idx="83">
                  <c:v>0.01125</c:v>
                </c:pt>
                <c:pt idx="84">
                  <c:v>0.02</c:v>
                </c:pt>
                <c:pt idx="85">
                  <c:v>0.03125</c:v>
                </c:pt>
                <c:pt idx="86">
                  <c:v>0.045</c:v>
                </c:pt>
                <c:pt idx="87">
                  <c:v>0.06125</c:v>
                </c:pt>
                <c:pt idx="88">
                  <c:v>0.08</c:v>
                </c:pt>
                <c:pt idx="89">
                  <c:v>0.10125</c:v>
                </c:pt>
                <c:pt idx="90">
                  <c:v>0.125</c:v>
                </c:pt>
                <c:pt idx="91">
                  <c:v>0.15125</c:v>
                </c:pt>
                <c:pt idx="92">
                  <c:v>0.18</c:v>
                </c:pt>
                <c:pt idx="93">
                  <c:v>0.21125</c:v>
                </c:pt>
                <c:pt idx="94">
                  <c:v>0.245</c:v>
                </c:pt>
                <c:pt idx="95">
                  <c:v>0.28125</c:v>
                </c:pt>
                <c:pt idx="96">
                  <c:v>0.32</c:v>
                </c:pt>
                <c:pt idx="97">
                  <c:v>0.36125</c:v>
                </c:pt>
                <c:pt idx="98">
                  <c:v>0.405</c:v>
                </c:pt>
                <c:pt idx="99">
                  <c:v>0.45125</c:v>
                </c:pt>
                <c:pt idx="100">
                  <c:v>0.5</c:v>
                </c:pt>
                <c:pt idx="101">
                  <c:v>0.55125</c:v>
                </c:pt>
                <c:pt idx="102">
                  <c:v>0.605</c:v>
                </c:pt>
                <c:pt idx="103">
                  <c:v>0.66125</c:v>
                </c:pt>
                <c:pt idx="104">
                  <c:v>0.72</c:v>
                </c:pt>
                <c:pt idx="105">
                  <c:v>0.78125</c:v>
                </c:pt>
                <c:pt idx="106">
                  <c:v>0.845</c:v>
                </c:pt>
                <c:pt idx="107">
                  <c:v>0.91125</c:v>
                </c:pt>
                <c:pt idx="108">
                  <c:v>0.98</c:v>
                </c:pt>
                <c:pt idx="109">
                  <c:v>1.05125</c:v>
                </c:pt>
                <c:pt idx="110">
                  <c:v>1.125</c:v>
                </c:pt>
                <c:pt idx="111">
                  <c:v>1.20125</c:v>
                </c:pt>
                <c:pt idx="112">
                  <c:v>1.28</c:v>
                </c:pt>
                <c:pt idx="113">
                  <c:v>1.36125</c:v>
                </c:pt>
                <c:pt idx="114">
                  <c:v>1.445</c:v>
                </c:pt>
                <c:pt idx="115">
                  <c:v>1.53125</c:v>
                </c:pt>
                <c:pt idx="116">
                  <c:v>1.62</c:v>
                </c:pt>
                <c:pt idx="117">
                  <c:v>1.71125</c:v>
                </c:pt>
                <c:pt idx="118">
                  <c:v>1.805</c:v>
                </c:pt>
                <c:pt idx="119">
                  <c:v>1.90125</c:v>
                </c:pt>
                <c:pt idx="120">
                  <c:v>2</c:v>
                </c:pt>
                <c:pt idx="121">
                  <c:v>2.10125</c:v>
                </c:pt>
                <c:pt idx="122">
                  <c:v>2.205</c:v>
                </c:pt>
                <c:pt idx="123">
                  <c:v>2.31125</c:v>
                </c:pt>
                <c:pt idx="124">
                  <c:v>2.42</c:v>
                </c:pt>
                <c:pt idx="125">
                  <c:v>2.53125</c:v>
                </c:pt>
                <c:pt idx="126">
                  <c:v>2.645</c:v>
                </c:pt>
                <c:pt idx="127">
                  <c:v>2.76125</c:v>
                </c:pt>
                <c:pt idx="128">
                  <c:v>2.88</c:v>
                </c:pt>
                <c:pt idx="129">
                  <c:v>3.00125</c:v>
                </c:pt>
                <c:pt idx="130">
                  <c:v>3.125</c:v>
                </c:pt>
                <c:pt idx="131">
                  <c:v>3.25125</c:v>
                </c:pt>
                <c:pt idx="132">
                  <c:v>3.38</c:v>
                </c:pt>
                <c:pt idx="133">
                  <c:v>3.51125</c:v>
                </c:pt>
                <c:pt idx="134">
                  <c:v>3.645</c:v>
                </c:pt>
                <c:pt idx="135">
                  <c:v>3.78125</c:v>
                </c:pt>
                <c:pt idx="136">
                  <c:v>3.92</c:v>
                </c:pt>
                <c:pt idx="137">
                  <c:v>4.06125</c:v>
                </c:pt>
                <c:pt idx="138">
                  <c:v>4.205</c:v>
                </c:pt>
                <c:pt idx="139">
                  <c:v>4.35125</c:v>
                </c:pt>
                <c:pt idx="140">
                  <c:v>4.5</c:v>
                </c:pt>
                <c:pt idx="141">
                  <c:v>4.65125</c:v>
                </c:pt>
                <c:pt idx="142">
                  <c:v>4.805</c:v>
                </c:pt>
                <c:pt idx="143">
                  <c:v>4.96125</c:v>
                </c:pt>
                <c:pt idx="144">
                  <c:v>5.12</c:v>
                </c:pt>
                <c:pt idx="145">
                  <c:v>5.28125</c:v>
                </c:pt>
                <c:pt idx="146">
                  <c:v>5.445</c:v>
                </c:pt>
                <c:pt idx="147">
                  <c:v>5.61125</c:v>
                </c:pt>
                <c:pt idx="148">
                  <c:v>5.78</c:v>
                </c:pt>
                <c:pt idx="149">
                  <c:v>5.95125</c:v>
                </c:pt>
                <c:pt idx="150">
                  <c:v>6.125</c:v>
                </c:pt>
                <c:pt idx="151">
                  <c:v>6.30125</c:v>
                </c:pt>
                <c:pt idx="152">
                  <c:v>6.48</c:v>
                </c:pt>
                <c:pt idx="153">
                  <c:v>6.66125</c:v>
                </c:pt>
                <c:pt idx="154">
                  <c:v>6.845</c:v>
                </c:pt>
                <c:pt idx="155">
                  <c:v>7.03125</c:v>
                </c:pt>
                <c:pt idx="156">
                  <c:v>7.22</c:v>
                </c:pt>
                <c:pt idx="157">
                  <c:v>7.41125</c:v>
                </c:pt>
                <c:pt idx="158">
                  <c:v>7.605</c:v>
                </c:pt>
                <c:pt idx="159">
                  <c:v>7.80125</c:v>
                </c:pt>
                <c:pt idx="160">
                  <c:v>8</c:v>
                </c:pt>
              </c:numCache>
            </c:numRef>
          </c:yVal>
        </c:ser>
        <c:ser>
          <c:idx val="1"/>
          <c:order val="1"/>
          <c:tx>
            <c:v>Шаги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3813">
              <a:solidFill>
                <a:srgbClr val="EB681F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EB681F"/>
              </a:solidFill>
              <a:ln xmlns:a="http://schemas.openxmlformats.org/drawingml/2006/main" w="19050">
                <a:solidFill>
                  <a:srgbClr val="EB681F"/>
                </a:solidFill>
              </a:ln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-2.4</c:v>
                </c:pt>
                <c:pt idx="2">
                  <c:v>2.88</c:v>
                </c:pt>
                <c:pt idx="3">
                  <c:v>-3.456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</c:v>
                </c:pt>
                <c:pt idx="1">
                  <c:v>2.88</c:v>
                </c:pt>
                <c:pt idx="2">
                  <c:v>4.1472</c:v>
                </c:pt>
                <c:pt idx="3">
                  <c:v>5.971968</c:v>
                </c:pt>
              </c:numCache>
            </c:numRef>
          </c:yVal>
        </c:ser>
        <c:ser>
          <c:idx val="2"/>
          <c:order val="2"/>
          <c:tx>
            <c:v>Старт</c:v>
          </c:tx>
          <c:spPr>
            <a:solidFill xmlns:a="http://schemas.openxmlformats.org/drawingml/2006/main">
              <a:srgbClr val="202020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202020"/>
              </a:solidFill>
              <a:ln xmlns:a="http://schemas.openxmlformats.org/drawingml/2006/main" w="19050">
                <a:solidFill>
                  <a:srgbClr val="202020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4E8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Ошибка Q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Вес 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roma/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AdaGrad</c:v>
          </c:tx>
          <c:spPr>
            <a:solidFill xmlns:a="http://schemas.openxmlformats.org/drawingml/2006/main">
              <a:srgbClr val="102D69"/>
            </a:solidFill>
          </c:spPr>
          <c:cat>
            <c:strRef>
              <c:f>'Chart Data'!$A$2:$A$5</c:f>
              <c:strCache>
                <c:ptCount val="4"/>
                <c:pt idx="0">
                  <c:v>Сразу</c:v>
                </c:pt>
                <c:pt idx="1">
                  <c:v>Через 1 шаг</c:v>
                </c:pt>
                <c:pt idx="2">
                  <c:v>Через 2 шага</c:v>
                </c:pt>
                <c:pt idx="3">
                  <c:v>Через 3 шага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v>RMSprop, β = 0,5</c:v>
          </c:tx>
          <c:spPr>
            <a:solidFill xmlns:a="http://schemas.openxmlformats.org/drawingml/2006/main">
              <a:srgbClr val="EB681F"/>
            </a:solidFill>
          </c:spPr>
          <c:cat>
            <c:strRef>
              <c:f>'Chart Data'!$C$2:$C$5</c:f>
              <c:strCache>
                <c:ptCount val="4"/>
                <c:pt idx="0">
                  <c:v>Сразу</c:v>
                </c:pt>
                <c:pt idx="1">
                  <c:v>Через 1 шаг</c:v>
                </c:pt>
                <c:pt idx="2">
                  <c:v>Через 2 шага</c:v>
                </c:pt>
                <c:pt idx="3">
                  <c:v>Через 3 шага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8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4E8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Вклад в 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1" name="Straight Connector 48">
            <a:extLst>
              <a:ext uri="{FF2B5EF4-FFF2-40B4-BE49-F238E27FC236}">
                <a16:creationId xmlns:a16="http://schemas.microsoft.com/office/drawing/2014/main" id="{EEADE9BC-9B37-4F22-9ABB-E74986668368}"/>
              </a:ext>
            </a:extLst>
          </p:cNvPr>
          <p:cNvSpPr>
            <a:spLocks noGrp="1"/>
          </p:cNvSpPr>
          <p:nvPr/>
        </p:nv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Straight Connector 50">
            <a:extLst>
              <a:ext uri="{FF2B5EF4-FFF2-40B4-BE49-F238E27FC236}">
                <a16:creationId xmlns:a16="http://schemas.microsoft.com/office/drawing/2014/main" id="{4B8E1B1F-71D4-4C20-A3A9-A5693DF4C569}"/>
              </a:ext>
            </a:extLst>
          </p:cNvPr>
          <p:cNvSpPr>
            <a:spLocks noGrp="1"/>
          </p:cNvSpPr>
          <p:nvPr/>
        </p:nv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Straight Connector 51">
            <a:extLst>
              <a:ext uri="{FF2B5EF4-FFF2-40B4-BE49-F238E27FC236}">
                <a16:creationId xmlns:a16="http://schemas.microsoft.com/office/drawing/2014/main" id="{1FDDDC34-4D03-46F3-AE7A-163F88582320}"/>
              </a:ext>
            </a:extLst>
          </p:cNvPr>
          <p:cNvSpPr>
            <a:spLocks noGrp="1"/>
          </p:cNvSpPr>
          <p:nvPr/>
        </p:nv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>
            <a:br/>
            <a:br/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>
            <a:br/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16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1" name="Straight Connector 19">
            <a:extLst>
              <a:ext uri="{FF2B5EF4-FFF2-40B4-BE49-F238E27FC236}">
                <a16:creationId xmlns:a16="http://schemas.microsoft.com/office/drawing/2014/main" id="{C3055ED3-604C-4B81-91CE-1DDBBB35E0C2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21">
            <a:extLst>
              <a:ext uri="{FF2B5EF4-FFF2-40B4-BE49-F238E27FC236}">
                <a16:creationId xmlns:a16="http://schemas.microsoft.com/office/drawing/2014/main" id="{CCB29F97-9CA1-4DB3-8938-6A52A7BBEFC8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Straight Connector 25">
            <a:extLst>
              <a:ext uri="{FF2B5EF4-FFF2-40B4-BE49-F238E27FC236}">
                <a16:creationId xmlns:a16="http://schemas.microsoft.com/office/drawing/2014/main" id="{2006DE1D-9F0C-4B9D-B1B0-F607E95688D4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>
              <a:ext uri="{FF2B5EF4-FFF2-40B4-BE49-F238E27FC236}">
                <a16:creationId xmlns:a16="http://schemas.microsoft.com/office/drawing/2014/main" id="{C57E620C-8BE2-4AF7-9C99-CD8485DD024F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pPr lvl="0">
              <a:buNone/>
            </a:pPr>
            <a:endParaRPr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8" name="Straight Connector 19">
            <a:extLst>
              <a:ext uri="{FF2B5EF4-FFF2-40B4-BE49-F238E27FC236}">
                <a16:creationId xmlns:a16="http://schemas.microsoft.com/office/drawing/2014/main" id="{E5AB669A-F86F-41B6-A63D-94F97D673BF9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Straight Connector 21">
            <a:extLst>
              <a:ext uri="{FF2B5EF4-FFF2-40B4-BE49-F238E27FC236}">
                <a16:creationId xmlns:a16="http://schemas.microsoft.com/office/drawing/2014/main" id="{C57E3C49-BAC6-419A-BA1B-590331B05AA2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Straight Connector 25">
            <a:extLst>
              <a:ext uri="{FF2B5EF4-FFF2-40B4-BE49-F238E27FC236}">
                <a16:creationId xmlns:a16="http://schemas.microsoft.com/office/drawing/2014/main" id="{CC9060E4-0970-4B1E-B49E-B701FA6A3095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>
              <a:ext uri="{FF2B5EF4-FFF2-40B4-BE49-F238E27FC236}">
                <a16:creationId xmlns:a16="http://schemas.microsoft.com/office/drawing/2014/main" id="{EE7F59C3-65B5-4D92-8DCC-BE23EA514FAF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7" y="2379663"/>
            <a:ext cx="11057971" cy="3745092"/>
          </a:xfrm>
        </p:spPr>
        <p:txBody>
          <a:bodyPr lIns="0" tIns="0" r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8" name="Straight Connector 19">
            <a:extLst>
              <a:ext uri="{FF2B5EF4-FFF2-40B4-BE49-F238E27FC236}">
                <a16:creationId xmlns:a16="http://schemas.microsoft.com/office/drawing/2014/main" id="{FFABCA9E-6DCB-417D-B9E0-FC26E2ED7231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Straight Connector 21">
            <a:extLst>
              <a:ext uri="{FF2B5EF4-FFF2-40B4-BE49-F238E27FC236}">
                <a16:creationId xmlns:a16="http://schemas.microsoft.com/office/drawing/2014/main" id="{7AF5C5B0-B330-4B12-BBF3-A9A6C84657AA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5">
            <a:extLst>
              <a:ext uri="{FF2B5EF4-FFF2-40B4-BE49-F238E27FC236}">
                <a16:creationId xmlns:a16="http://schemas.microsoft.com/office/drawing/2014/main" id="{7B27E8F8-2EE0-4F74-BAB5-F77FD2CF7083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>
              <a:ext uri="{FF2B5EF4-FFF2-40B4-BE49-F238E27FC236}">
                <a16:creationId xmlns:a16="http://schemas.microsoft.com/office/drawing/2014/main" id="{252B18F1-14E1-4A26-8802-5189A4339713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pPr lvl="0">
              <a:buNone/>
            </a:pPr>
            <a:endParaRPr/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  <a:p>
            <a:pPr lvl="0">
              <a:buNone/>
            </a:pPr>
            <a:endParaRPr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8" name="Straight Connector 19">
            <a:extLst>
              <a:ext uri="{FF2B5EF4-FFF2-40B4-BE49-F238E27FC236}">
                <a16:creationId xmlns:a16="http://schemas.microsoft.com/office/drawing/2014/main" id="{86374445-4437-43DF-8A0C-34B019E2C328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Straight Connector 21">
            <a:extLst>
              <a:ext uri="{FF2B5EF4-FFF2-40B4-BE49-F238E27FC236}">
                <a16:creationId xmlns:a16="http://schemas.microsoft.com/office/drawing/2014/main" id="{818244FD-1EC5-4E34-A6BE-350F8A06512B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5">
            <a:extLst>
              <a:ext uri="{FF2B5EF4-FFF2-40B4-BE49-F238E27FC236}">
                <a16:creationId xmlns:a16="http://schemas.microsoft.com/office/drawing/2014/main" id="{33084662-68F3-4C04-B765-1789B9181541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>
              <a:ext uri="{FF2B5EF4-FFF2-40B4-BE49-F238E27FC236}">
                <a16:creationId xmlns:a16="http://schemas.microsoft.com/office/drawing/2014/main" id="{A0269AFA-AABA-40AA-864B-9540D48FC79A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9" name="Straight Connector 19">
            <a:extLst>
              <a:ext uri="{FF2B5EF4-FFF2-40B4-BE49-F238E27FC236}">
                <a16:creationId xmlns:a16="http://schemas.microsoft.com/office/drawing/2014/main" id="{61787CF7-BA47-4FA6-9240-D8B49B8D4ABD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1">
            <a:extLst>
              <a:ext uri="{FF2B5EF4-FFF2-40B4-BE49-F238E27FC236}">
                <a16:creationId xmlns:a16="http://schemas.microsoft.com/office/drawing/2014/main" id="{1CB78848-65D7-4239-8C8A-FFC51E97D839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Straight Connector 25">
            <a:extLst>
              <a:ext uri="{FF2B5EF4-FFF2-40B4-BE49-F238E27FC236}">
                <a16:creationId xmlns:a16="http://schemas.microsoft.com/office/drawing/2014/main" id="{0FFA75B8-2A58-44AD-AD7B-BEFB34FDEC13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>
              <a:ext uri="{FF2B5EF4-FFF2-40B4-BE49-F238E27FC236}">
                <a16:creationId xmlns:a16="http://schemas.microsoft.com/office/drawing/2014/main" id="{23A0A609-A378-475B-BD8A-C68FCDDF0D31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3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7" name="Straight Connector 19">
            <a:extLst>
              <a:ext uri="{FF2B5EF4-FFF2-40B4-BE49-F238E27FC236}">
                <a16:creationId xmlns:a16="http://schemas.microsoft.com/office/drawing/2014/main" id="{596DF74C-549B-4AD1-9D87-1DCD7BCA2DC2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Straight Connector 21">
            <a:extLst>
              <a:ext uri="{FF2B5EF4-FFF2-40B4-BE49-F238E27FC236}">
                <a16:creationId xmlns:a16="http://schemas.microsoft.com/office/drawing/2014/main" id="{52C44802-8064-4C1E-B0A4-051F113C9530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Straight Connector 25">
            <a:extLst>
              <a:ext uri="{FF2B5EF4-FFF2-40B4-BE49-F238E27FC236}">
                <a16:creationId xmlns:a16="http://schemas.microsoft.com/office/drawing/2014/main" id="{A7070A2C-A7B2-4AE8-B311-028F8B285CE4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>
              <a:ext uri="{FF2B5EF4-FFF2-40B4-BE49-F238E27FC236}">
                <a16:creationId xmlns:a16="http://schemas.microsoft.com/office/drawing/2014/main" id="{6516AFD1-B5F9-4E2D-8919-4AA56D97ABEE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/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/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>
            <a:pPr lvl="0">
              <a:buNone/>
            </a:pPr>
            <a:endParaRPr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>
            <a:pPr lvl="0">
              <a:buNone/>
            </a:pPr>
            <a:endParaRPr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>
            <a:pPr lvl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6" name="Straight Connector 19">
            <a:extLst>
              <a:ext uri="{FF2B5EF4-FFF2-40B4-BE49-F238E27FC236}">
                <a16:creationId xmlns:a16="http://schemas.microsoft.com/office/drawing/2014/main" id="{6574D037-03B1-46A1-A949-E8B6F2782BB4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Straight Connector 21">
            <a:extLst>
              <a:ext uri="{FF2B5EF4-FFF2-40B4-BE49-F238E27FC236}">
                <a16:creationId xmlns:a16="http://schemas.microsoft.com/office/drawing/2014/main" id="{68C7D808-C067-4FA0-8BD8-813E17B3D2C1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Straight Connector 25">
            <a:extLst>
              <a:ext uri="{FF2B5EF4-FFF2-40B4-BE49-F238E27FC236}">
                <a16:creationId xmlns:a16="http://schemas.microsoft.com/office/drawing/2014/main" id="{26488E19-A4F8-499B-B864-283655A83334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>
              <a:ext uri="{FF2B5EF4-FFF2-40B4-BE49-F238E27FC236}">
                <a16:creationId xmlns:a16="http://schemas.microsoft.com/office/drawing/2014/main" id="{DAE8BD7C-CE0B-4131-8298-1490CC935D5D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9" name="Straight Connector 19">
            <a:extLst>
              <a:ext uri="{FF2B5EF4-FFF2-40B4-BE49-F238E27FC236}">
                <a16:creationId xmlns:a16="http://schemas.microsoft.com/office/drawing/2014/main" id="{8E4EE1AF-C4B6-466E-B82C-B8BF9C538FFC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1">
            <a:extLst>
              <a:ext uri="{FF2B5EF4-FFF2-40B4-BE49-F238E27FC236}">
                <a16:creationId xmlns:a16="http://schemas.microsoft.com/office/drawing/2014/main" id="{7B1B533C-79D2-4256-8E7C-E4E887A01162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Straight Connector 25">
            <a:extLst>
              <a:ext uri="{FF2B5EF4-FFF2-40B4-BE49-F238E27FC236}">
                <a16:creationId xmlns:a16="http://schemas.microsoft.com/office/drawing/2014/main" id="{3883AC1C-68CD-4449-9440-129D9823FF6C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>
              <a:ext uri="{FF2B5EF4-FFF2-40B4-BE49-F238E27FC236}">
                <a16:creationId xmlns:a16="http://schemas.microsoft.com/office/drawing/2014/main" id="{D8270CE3-7A2D-478D-8A77-56F51D4FE6FC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3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8" name="Straight Connector 19">
            <a:extLst>
              <a:ext uri="{FF2B5EF4-FFF2-40B4-BE49-F238E27FC236}">
                <a16:creationId xmlns:a16="http://schemas.microsoft.com/office/drawing/2014/main" id="{66D76FAB-2276-4698-95FA-A23C34080245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Straight Connector 21">
            <a:extLst>
              <a:ext uri="{FF2B5EF4-FFF2-40B4-BE49-F238E27FC236}">
                <a16:creationId xmlns:a16="http://schemas.microsoft.com/office/drawing/2014/main" id="{D859B8C4-2B42-403B-9ECC-66744E54BE1B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5">
            <a:extLst>
              <a:ext uri="{FF2B5EF4-FFF2-40B4-BE49-F238E27FC236}">
                <a16:creationId xmlns:a16="http://schemas.microsoft.com/office/drawing/2014/main" id="{D0128C4D-CDD7-4F9E-93FD-92DE00BBC43D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>
              <a:ext uri="{FF2B5EF4-FFF2-40B4-BE49-F238E27FC236}">
                <a16:creationId xmlns:a16="http://schemas.microsoft.com/office/drawing/2014/main" id="{E695D1D3-EC01-4558-8401-76C135E5A4A4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>
            <a:br/>
            <a:endParaRPr/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/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noGrp="1"/>
          </p:cNvSpPr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noGrp="1"/>
          </p:cNvSpPr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noGrp="1"/>
          </p:cNvSpPr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noGrp="1"/>
          </p:cNvSpPr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noGrp="1"/>
          </p:cNvSpPr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noGrp="1"/>
          </p:cNvSpPr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noGrp="1"/>
          </p:cNvSpPr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noGrp="1"/>
          </p:cNvSpPr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noGrp="1"/>
          </p:cNvSpPr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noGrp="1"/>
          </p:cNvSpPr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noGrp="1"/>
          </p:cNvSpPr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noGrp="1"/>
          </p:cNvSpPr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noGrp="1"/>
          </p:cNvSpPr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noGrp="1"/>
          </p:cNvSpPr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noGrp="1"/>
          </p:cNvSpPr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noGrp="1"/>
          </p:cNvSpPr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noGrp="1"/>
          </p:cNvSpPr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noGrp="1"/>
          </p:cNvSpPr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noGrp="1"/>
          </p:cNvSpPr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noGrp="1"/>
          </p:cNvSpPr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9" name="Straight Connector 19">
            <a:extLst>
              <a:ext uri="{FF2B5EF4-FFF2-40B4-BE49-F238E27FC236}">
                <a16:creationId xmlns:a16="http://schemas.microsoft.com/office/drawing/2014/main" id="{AFA74B24-35A9-4F42-8E52-9A7B71FCBEF8}"/>
              </a:ext>
            </a:extLst>
          </p:cNvPr>
          <p:cNvSpPr>
            <a:spLocks noGrp="1"/>
          </p:cNvSpPr>
          <p:nvPr/>
        </p:nv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Straight Connector 21">
            <a:extLst>
              <a:ext uri="{FF2B5EF4-FFF2-40B4-BE49-F238E27FC236}">
                <a16:creationId xmlns:a16="http://schemas.microsoft.com/office/drawing/2014/main" id="{92CE5736-81BE-4D7B-98AD-28D47463EC21}"/>
              </a:ext>
            </a:extLst>
          </p:cNvPr>
          <p:cNvSpPr>
            <a:spLocks noGrp="1"/>
          </p:cNvSpPr>
          <p:nvPr/>
        </p:nv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Straight Connector 25">
            <a:extLst>
              <a:ext uri="{FF2B5EF4-FFF2-40B4-BE49-F238E27FC236}">
                <a16:creationId xmlns:a16="http://schemas.microsoft.com/office/drawing/2014/main" id="{87B23417-4D87-41A6-A3F8-1F23F8DD69D5}"/>
              </a:ext>
            </a:extLst>
          </p:cNvPr>
          <p:cNvSpPr>
            <a:spLocks noGrp="1"/>
          </p:cNvSpPr>
          <p:nvPr/>
        </p:nv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noGrp="1"/>
          </p:cNvSpPr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>
              <a:ext uri="{FF2B5EF4-FFF2-40B4-BE49-F238E27FC236}">
                <a16:creationId xmlns:a16="http://schemas.microsoft.com/office/drawing/2014/main" id="{64508F68-13CC-47DD-ACF7-D598C360218C}"/>
              </a:ext>
            </a:extLst>
          </p:cNvPr>
          <p:cNvSpPr>
            <a:spLocks noGrp="1"/>
          </p:cNvSpPr>
          <p:nvPr/>
        </p:nv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>
            <a:endParaRPr sz="1000">
              <a:latin typeface="HSE Sans"/>
              <a:ea typeface="HSE Sans"/>
              <a:cs typeface="HSE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t>30.09.2026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Roma2_R1d0f009c28844389" Type="http://schemas.openxmlformats.org/officeDocument/2006/relationships/chart" Target="../roma/ppt/slides/charts/chart1.xml"/><Relationship Id="rRoma2_Ra9f4a6cc976b44d2" Type="http://schemas.openxmlformats.org/officeDocument/2006/relationships/chart" Target="../roma/ppt/slides/charts/chart2.xml"/><Relationship Id="rRoma2_Rbf06d01de03a41c7" Type="http://schemas.openxmlformats.org/officeDocument/2006/relationships/chart" Target="../roma/ppt/slides/charts/chart3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Roma6_R776e6c464d544feb" Type="http://schemas.openxmlformats.org/officeDocument/2006/relationships/chart" Target="../roma/ppt/slides/charts/chart4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chart" Target="../charts/chart12.xml"/><Relationship Id="rId4" Type="http://schemas.openxmlformats.org/officeDocument/2006/relationships/chart" Target="../charts/char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Градиентное обучение,</a:t>
            </a:r>
          </a:p>
          <a:p>
            <a:r>
              <a:t>линейная классификация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Национальный Исследовательский Университет «Высшая Школа Экономики»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Лекция 4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Содержание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План лекции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C2BA7281-1039-40CE-AD47-CF397361F3A6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revision-text">
            <a:extLst>
              <a:ext uri="{FF2B5EF4-FFF2-40B4-BE49-F238E27FC236}">
                <a16:creationId xmlns:a16="http://schemas.microsoft.com/office/drawing/2014/main" id="{109065CB-D737-4A2B-A38C-E19AC9A62A66}"/>
              </a:ext>
            </a:extLst>
          </p:cNvPr>
          <p:cNvSpPr>
            <a:spLocks noGrp="1"/>
          </p:cNvSpPr>
          <p:nvPr/>
        </p:nvSpPr>
        <p:spPr>
          <a:xfrm>
            <a:off x="1381125" y="25717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Новый метод SAG и выбор шага</a:t>
            </a:r>
          </a:p>
        </p:txBody>
      </p:sp>
      <p:sp>
        <p:nvSpPr>
          <p:cNvPr id="9" name="revision-text">
            <a:extLst>
              <a:ext uri="{FF2B5EF4-FFF2-40B4-BE49-F238E27FC236}">
                <a16:creationId xmlns:a16="http://schemas.microsoft.com/office/drawing/2014/main" id="{7580F1F2-636B-4660-8A5B-4F85A72F9852}"/>
              </a:ext>
            </a:extLst>
          </p:cNvPr>
          <p:cNvSpPr>
            <a:spLocks noGrp="1"/>
          </p:cNvSpPr>
          <p:nvPr/>
        </p:nvSpPr>
        <p:spPr>
          <a:xfrm>
            <a:off x="590550" y="340995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0" name="revision-text">
            <a:extLst>
              <a:ext uri="{FF2B5EF4-FFF2-40B4-BE49-F238E27FC236}">
                <a16:creationId xmlns:a16="http://schemas.microsoft.com/office/drawing/2014/main" id="{279D5CCB-2C8F-4AE6-BA2F-8CA0A003DCC8}"/>
              </a:ext>
            </a:extLst>
          </p:cNvPr>
          <p:cNvSpPr>
            <a:spLocks noGrp="1"/>
          </p:cNvSpPr>
          <p:nvPr/>
        </p:nvSpPr>
        <p:spPr>
          <a:xfrm>
            <a:off x="1381125" y="34099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Методы Momentum, AdaGrad, RMSprop и Adam</a:t>
            </a:r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897D9CFB-E563-4907-A787-C8D3DB9B06A2}"/>
              </a:ext>
            </a:extLst>
          </p:cNvPr>
          <p:cNvSpPr>
            <a:spLocks noGrp="1"/>
          </p:cNvSpPr>
          <p:nvPr/>
        </p:nvSpPr>
        <p:spPr>
          <a:xfrm>
            <a:off x="590550" y="424815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2" name="revision-text">
            <a:extLst>
              <a:ext uri="{FF2B5EF4-FFF2-40B4-BE49-F238E27FC236}">
                <a16:creationId xmlns:a16="http://schemas.microsoft.com/office/drawing/2014/main" id="{B50CE2AB-7682-4858-A471-20197CD6AB23}"/>
              </a:ext>
            </a:extLst>
          </p:cNvPr>
          <p:cNvSpPr>
            <a:spLocks noGrp="1"/>
          </p:cNvSpPr>
          <p:nvPr/>
        </p:nvSpPr>
        <p:spPr>
          <a:xfrm>
            <a:off x="1381125" y="42481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Линейная классификация и отступ</a:t>
            </a:r>
          </a:p>
        </p:txBody>
      </p:sp>
      <p:sp>
        <p:nvSpPr>
          <p:cNvPr id="13" name="revision-text">
            <a:extLst>
              <a:ext uri="{FF2B5EF4-FFF2-40B4-BE49-F238E27FC236}">
                <a16:creationId xmlns:a16="http://schemas.microsoft.com/office/drawing/2014/main" id="{5455B617-B386-4153-A72A-8775D3E80700}"/>
              </a:ext>
            </a:extLst>
          </p:cNvPr>
          <p:cNvSpPr>
            <a:spLocks noGrp="1"/>
          </p:cNvSpPr>
          <p:nvPr/>
        </p:nvSpPr>
        <p:spPr>
          <a:xfrm>
            <a:off x="590550" y="508635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</a:t>
            </a:r>
          </a:p>
        </p:txBody>
      </p:sp>
      <p:sp>
        <p:nvSpPr>
          <p:cNvPr id="14" name="revision-text">
            <a:extLst>
              <a:ext uri="{FF2B5EF4-FFF2-40B4-BE49-F238E27FC236}">
                <a16:creationId xmlns:a16="http://schemas.microsoft.com/office/drawing/2014/main" id="{8E437758-9FF7-4601-B151-E713B96ADE4E}"/>
              </a:ext>
            </a:extLst>
          </p:cNvPr>
          <p:cNvSpPr>
            <a:spLocks noGrp="1"/>
          </p:cNvSpPr>
          <p:nvPr/>
        </p:nvSpPr>
        <p:spPr>
          <a:xfrm>
            <a:off x="1381125" y="50863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Потери и проверка качества классификации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SAG и выбор шага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l04-content-11">
            <a:extLst>
              <a:ext uri="{FF2B5EF4-FFF2-40B4-BE49-F238E27FC236}">
                <a16:creationId xmlns:a16="http://schemas.microsoft.com/office/drawing/2014/main" id="{9E65C289-E318-4AB4-9494-69B86573EF3B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142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01</a:t>
            </a:r>
          </a:p>
        </p:txBody>
      </p:sp>
      <p:sp>
        <p:nvSpPr>
          <p:cNvPr id="8" name="l04-content-12">
            <a:extLst>
              <a:ext uri="{FF2B5EF4-FFF2-40B4-BE49-F238E27FC236}">
                <a16:creationId xmlns:a16="http://schemas.microsoft.com/office/drawing/2014/main" id="{AEF838CD-3FEB-4E48-9916-2FD08CE97F60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9048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Вводим SAG с нуля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Разбираем выбор и изменение шага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Что уже знаем: GD, mini-batch и SGD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l04-content-13">
            <a:extLst>
              <a:ext uri="{FF2B5EF4-FFF2-40B4-BE49-F238E27FC236}">
                <a16:creationId xmlns:a16="http://schemas.microsoft.com/office/drawing/2014/main" id="{501C3646-B842-4554-A482-317F8E23DAD8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10299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прошлой лекции мы меняли веса, двигаясь против градиента ошибки.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Разные методы отличаются тем, по каким объектам считают направление.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495675"/>
          <a:ext cx="11029950" cy="2447924"/>
        </p:xfrm>
        <a:graphic>
          <a:graphicData uri="http://schemas.openxmlformats.org/drawingml/2006/table">
            <a:tbl>
              <a:tblPr first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9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 для одного шага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Особенность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GD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Вся выборка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Точный, но дорогой шаг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Mini-batch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Небольшая порция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Компромисс по стоимости и шуму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SGD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Один объект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Дешёвый и шумный шаг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Вопрос: что не так с одним градиентом SGD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8" name="l04-content-15">
            <a:extLst>
              <a:ext uri="{FF2B5EF4-FFF2-40B4-BE49-F238E27FC236}">
                <a16:creationId xmlns:a16="http://schemas.microsoft.com/office/drawing/2014/main" id="{9D8463B6-E810-45AA-8068-A99AF51E7DD1}"/>
              </a:ext>
            </a:extLst>
          </p:cNvPr>
          <p:cNvSpPr>
            <a:spLocks noGrp="1"/>
          </p:cNvSpPr>
          <p:nvPr/>
        </p:nvSpPr>
        <p:spPr>
          <a:xfrm>
            <a:off x="590550" y="3676650"/>
            <a:ext cx="110299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9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92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Можно ли уменьшить шум SGD, не пересчитывая всю выборку?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Новый метод: SAG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l04-content-17">
            <a:extLst>
              <a:ext uri="{FF2B5EF4-FFF2-40B4-BE49-F238E27FC236}">
                <a16:creationId xmlns:a16="http://schemas.microsoft.com/office/drawing/2014/main" id="{47D0FA9B-9806-4B1C-B416-AE8972854201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SAG означает Stochastic Average Gradient.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Идея: сохранять последний вычисленный градиент каждого объекта.</a:t>
            </a:r>
          </a:p>
        </p:txBody>
      </p:sp>
      <p:graphicFrame>
        <p:nvGraphicFramePr>
          <p:cNvPr id="16" name="Таблица 15"/>
          <p:cNvGraphicFramePr/>
          <p:nvPr/>
        </p:nvGraphicFramePr>
        <p:xfrm>
          <a:off x="590550" y="3600450"/>
          <a:ext cx="11029950" cy="1497330"/>
        </p:xfrm>
        <a:graphic>
          <a:graphicData uri="http://schemas.openxmlformats.org/drawingml/2006/table">
            <a:tbl>
              <a:tblPr firstRow="1"/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 1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 2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 3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Свой сохранённый</a:t>
                      </a:r>
                    </a:p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Свой сохранённый</a:t>
                      </a:r>
                    </a:p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Свой сохранённый</a:t>
                      </a:r>
                    </a:p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04-content-18">
            <a:extLst>
              <a:ext uri="{FF2B5EF4-FFF2-40B4-BE49-F238E27FC236}">
                <a16:creationId xmlns:a16="http://schemas.microsoft.com/office/drawing/2014/main" id="{81A77105-E251-40BF-8D6C-A2365B42485A}"/>
              </a:ext>
            </a:extLst>
          </p:cNvPr>
          <p:cNvSpPr>
            <a:spLocks noGrp="1"/>
          </p:cNvSpPr>
          <p:nvPr/>
        </p:nvSpPr>
        <p:spPr>
          <a:xfrm>
            <a:off x="590550" y="5562600"/>
            <a:ext cx="11029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шаге обновляем одну ячейку. Движемся против среднего</a:t>
            </a:r>
          </a:p>
          <a:p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всех сохранённых градиентов.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SAG: что делаем на каждой итерации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l04-content-19">
            <a:extLst>
              <a:ext uri="{FF2B5EF4-FFF2-40B4-BE49-F238E27FC236}">
                <a16:creationId xmlns:a16="http://schemas.microsoft.com/office/drawing/2014/main" id="{7AEF189E-4C54-4CBE-9508-0CD4FB508B78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Перед началом создаём по ячейке zᵢ на объект и записываем нули.</a:t>
            </a:r>
          </a:p>
        </p:txBody>
      </p:sp>
      <p:sp>
        <p:nvSpPr>
          <p:cNvPr id="8" name="l04-content-20">
            <a:extLst>
              <a:ext uri="{FF2B5EF4-FFF2-40B4-BE49-F238E27FC236}">
                <a16:creationId xmlns:a16="http://schemas.microsoft.com/office/drawing/2014/main" id="{A1CCD290-811C-4178-AE10-57BC738DCCF1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11029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1. Случайно выбираем один объект.</a:t>
            </a:r>
          </a:p>
        </p:txBody>
      </p:sp>
      <p:sp>
        <p:nvSpPr>
          <p:cNvPr id="9" name="l04-content-21">
            <a:extLst>
              <a:ext uri="{FF2B5EF4-FFF2-40B4-BE49-F238E27FC236}">
                <a16:creationId xmlns:a16="http://schemas.microsoft.com/office/drawing/2014/main" id="{3BA010B7-6317-4BD0-A357-80C473F5770F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110299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2. Считаем его градиент при текущих весах и заменяем zᵢ.</a:t>
            </a:r>
          </a:p>
        </p:txBody>
      </p:sp>
      <p:sp>
        <p:nvSpPr>
          <p:cNvPr id="10" name="l04-content-22">
            <a:extLst>
              <a:ext uri="{FF2B5EF4-FFF2-40B4-BE49-F238E27FC236}">
                <a16:creationId xmlns:a16="http://schemas.microsoft.com/office/drawing/2014/main" id="{0EE6911D-18C7-439C-9245-CB113841941B}"/>
              </a:ext>
            </a:extLst>
          </p:cNvPr>
          <p:cNvSpPr>
            <a:spLocks noGrp="1"/>
          </p:cNvSpPr>
          <p:nvPr/>
        </p:nvSpPr>
        <p:spPr>
          <a:xfrm>
            <a:off x="590550" y="4781550"/>
            <a:ext cx="11029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3. Усредняем записи и обновляем веса.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l04-content-23">
                <a:extLst>
                  <a:ext uri="{FF2B5EF4-FFF2-40B4-BE49-F238E27FC236}">
                    <a16:creationId xmlns:a16="http://schemas.microsoft.com/office/drawing/2014/main" id="{FFE586E1-3AAC-4634-91AB-C31A100104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5524500"/>
                <a:ext cx="5219700" cy="781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55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l04-content-23">
                <a:extLst>
                  <a:ext uri="{FF2B5EF4-FFF2-40B4-BE49-F238E27FC236}">
                    <a16:creationId xmlns:a16="http://schemas.microsoft.com/office/drawing/2014/main" id="{FFE586E1-3AAC-4634-91AB-C31A100104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5524500"/>
                <a:ext cx="5219700" cy="781050"/>
              </a:xfrm>
              <a:prstGeom prst="rect">
                <a:avLst/>
              </a:prstGeom>
              <a:blipFill>
                <a:blip r:embed="rId3"/>
                <a:stretch>
                  <a:fillRect t="-180952" b="-2777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l04-content-24">
                <a:extLst>
                  <a:ext uri="{FF2B5EF4-FFF2-40B4-BE49-F238E27FC236}">
                    <a16:creationId xmlns:a16="http://schemas.microsoft.com/office/drawing/2014/main" id="{1EE3FC11-2E7B-4046-A23C-DFD81E5B0C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81750" y="5524500"/>
                <a:ext cx="5219700" cy="781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55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l04-content-24">
                <a:extLst>
                  <a:ext uri="{FF2B5EF4-FFF2-40B4-BE49-F238E27FC236}">
                    <a16:creationId xmlns:a16="http://schemas.microsoft.com/office/drawing/2014/main" id="{1EE3FC11-2E7B-4046-A23C-DFD81E5B0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0" y="5524500"/>
                <a:ext cx="5219700" cy="781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SAG: первые два шага с пустой памятью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l04-content-25">
            <a:extLst>
              <a:ext uri="{FF2B5EF4-FFF2-40B4-BE49-F238E27FC236}">
                <a16:creationId xmlns:a16="http://schemas.microsoft.com/office/drawing/2014/main" id="{480C7CD7-4A54-4E4F-9F36-EC0AE13419D1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Три объекта, один вес w = 2, η = 0,1.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Пока объект не выбран, в его ячейке хранится 0.</a:t>
            </a:r>
          </a:p>
        </p:txBody>
      </p:sp>
      <p:graphicFrame>
        <p:nvGraphicFramePr>
          <p:cNvPr id="16" name="Таблица 15"/>
          <p:cNvGraphicFramePr/>
          <p:nvPr/>
        </p:nvGraphicFramePr>
        <p:xfrm>
          <a:off x="590550" y="3476625"/>
          <a:ext cx="11029950" cy="2333624"/>
        </p:xfrm>
        <a:graphic>
          <a:graphicData uri="http://schemas.openxmlformats.org/drawingml/2006/table">
            <a:tbl>
              <a:tblPr firstRow="1"/>
              <a:tblGrid>
                <a:gridCol w="31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Состояние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z₁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z₂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z₃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Среднее g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Вес w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 обучения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Выбрали объект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−6</a:t>
                      </a:r>
                    </a:p>
                  </a:txBody>
                  <a:tcPr anchor="ctr">
                    <a:solidFill>
                      <a:srgbClr val="FDE7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Выбрали объект 2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−6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+3</a:t>
                      </a:r>
                    </a:p>
                  </a:txBody>
                  <a:tcPr anchor="ctr">
                    <a:solidFill>
                      <a:srgbClr val="FDE7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2,3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l04-content-26">
            <a:extLst>
              <a:ext uri="{FF2B5EF4-FFF2-40B4-BE49-F238E27FC236}">
                <a16:creationId xmlns:a16="http://schemas.microsoft.com/office/drawing/2014/main" id="{E7AF7882-C197-452B-A5EF-09646FDE8271}"/>
              </a:ext>
            </a:extLst>
          </p:cNvPr>
          <p:cNvSpPr>
            <a:spLocks noGrp="1"/>
          </p:cNvSpPr>
          <p:nvPr/>
        </p:nvSpPr>
        <p:spPr>
          <a:xfrm>
            <a:off x="590550" y="6076950"/>
            <a:ext cx="11029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На втором шаге запись z₁ используем без пересчёта.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длина шага меняет результат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12272FFF-00E7-481F-9CF6-B7FB0879CC06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Q(w) = w² / 2. На каждом шаге градиент равен текущему w.</a:t>
            </a:r>
          </a:p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Делаем 3 шага по правилу wₖ₊₁ = (1 − η)wₖ. Чёрная точка: старт w₀ = 2.</a:t>
            </a:r>
          </a:p>
        </p:txBody>
      </p:sp>
      <p:sp>
        <p:nvSpPr>
          <p:cNvPr id="8" name="revision-text">
            <a:extLst>
              <a:ext uri="{FF2B5EF4-FFF2-40B4-BE49-F238E27FC236}">
                <a16:creationId xmlns:a16="http://schemas.microsoft.com/office/drawing/2014/main" id="{DE8F95B7-88B6-4CA7-AB26-514EBA371B83}"/>
              </a:ext>
            </a:extLst>
          </p:cNvPr>
          <p:cNvSpPr>
            <a:spLocks noGrp="1"/>
          </p:cNvSpPr>
          <p:nvPr/>
        </p:nvSpPr>
        <p:spPr>
          <a:xfrm>
            <a:off x="590550" y="31527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η = 0,2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90550" y="3619500"/>
          <a:ext cx="3476625" cy="2219325"/>
        </p:xfrm>
        <a:graphic>
          <a:graphicData uri="http://schemas.openxmlformats.org/drawingml/2006/chart">
            <c:chart xmlns:c="http://schemas.openxmlformats.org/drawingml/2006/chart" r:id="rRoma2_R1d0f009c28844389"/>
          </a:graphicData>
        </a:graphic>
      </p:graphicFrame>
      <p:sp>
        <p:nvSpPr>
          <p:cNvPr id="10" name="revision-text">
            <a:extLst>
              <a:ext uri="{FF2B5EF4-FFF2-40B4-BE49-F238E27FC236}">
                <a16:creationId xmlns:a16="http://schemas.microsoft.com/office/drawing/2014/main" id="{729FC2A1-2422-4288-A37C-19147A12446D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Медленно приближаемся</a:t>
            </a:r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28AA650B-8798-416F-A4DA-7AEEF4360122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w: 2   1,6   1,28   1,024</a:t>
            </a:r>
          </a:p>
        </p:txBody>
      </p:sp>
      <p:sp>
        <p:nvSpPr>
          <p:cNvPr id="12" name="revision-text">
            <a:extLst>
              <a:ext uri="{FF2B5EF4-FFF2-40B4-BE49-F238E27FC236}">
                <a16:creationId xmlns:a16="http://schemas.microsoft.com/office/drawing/2014/main" id="{26866B3F-5DD2-4EBC-8B7C-0BFA1EF352B3}"/>
              </a:ext>
            </a:extLst>
          </p:cNvPr>
          <p:cNvSpPr>
            <a:spLocks noGrp="1"/>
          </p:cNvSpPr>
          <p:nvPr/>
        </p:nvSpPr>
        <p:spPr>
          <a:xfrm>
            <a:off x="4314825" y="31527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2F8B64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F8B64"/>
                </a:solidFill>
                <a:latin typeface="HSE Sans"/>
                <a:ea typeface="HSE Sans"/>
                <a:cs typeface="HSE Sans"/>
              </a:rPr>
              <a:t>η = 0,8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4314825" y="3619500"/>
          <a:ext cx="3476625" cy="2219325"/>
        </p:xfrm>
        <a:graphic>
          <a:graphicData uri="http://schemas.openxmlformats.org/drawingml/2006/chart">
            <c:chart xmlns:c="http://schemas.openxmlformats.org/drawingml/2006/chart" r:id="rRoma2_Ra9f4a6cc976b44d2"/>
          </a:graphicData>
        </a:graphic>
      </p:graphicFrame>
      <p:sp>
        <p:nvSpPr>
          <p:cNvPr id="14" name="revision-text">
            <a:extLst>
              <a:ext uri="{FF2B5EF4-FFF2-40B4-BE49-F238E27FC236}">
                <a16:creationId xmlns:a16="http://schemas.microsoft.com/office/drawing/2014/main" id="{9CED1323-F864-4BDA-9F40-21CFE3C68285}"/>
              </a:ext>
            </a:extLst>
          </p:cNvPr>
          <p:cNvSpPr>
            <a:spLocks noGrp="1"/>
          </p:cNvSpPr>
          <p:nvPr/>
        </p:nvSpPr>
        <p:spPr>
          <a:xfrm>
            <a:off x="4429125" y="5848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1">
                <a:solidFill>
                  <a:srgbClr val="2F8B64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2F8B64"/>
                </a:solidFill>
                <a:latin typeface="HSE Sans"/>
                <a:ea typeface="HSE Sans"/>
                <a:cs typeface="HSE Sans"/>
              </a:rPr>
              <a:t>Быстро приближаемся</a:t>
            </a:r>
          </a:p>
        </p:txBody>
      </p:sp>
      <p:sp>
        <p:nvSpPr>
          <p:cNvPr id="15" name="revision-text">
            <a:extLst>
              <a:ext uri="{FF2B5EF4-FFF2-40B4-BE49-F238E27FC236}">
                <a16:creationId xmlns:a16="http://schemas.microsoft.com/office/drawing/2014/main" id="{11A568FF-4D7F-4F09-A5F5-D6DE12C9B6F1}"/>
              </a:ext>
            </a:extLst>
          </p:cNvPr>
          <p:cNvSpPr>
            <a:spLocks noGrp="1"/>
          </p:cNvSpPr>
          <p:nvPr/>
        </p:nvSpPr>
        <p:spPr>
          <a:xfrm>
            <a:off x="4429125" y="628650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w: 2   0,4   0,08   0,016</a:t>
            </a:r>
          </a:p>
        </p:txBody>
      </p:sp>
      <p:sp>
        <p:nvSpPr>
          <p:cNvPr id="16" name="revision-text">
            <a:extLst>
              <a:ext uri="{FF2B5EF4-FFF2-40B4-BE49-F238E27FC236}">
                <a16:creationId xmlns:a16="http://schemas.microsoft.com/office/drawing/2014/main" id="{C834D7EB-F572-47CA-871D-0735DD577513}"/>
              </a:ext>
            </a:extLst>
          </p:cNvPr>
          <p:cNvSpPr>
            <a:spLocks noGrp="1"/>
          </p:cNvSpPr>
          <p:nvPr/>
        </p:nvSpPr>
        <p:spPr>
          <a:xfrm>
            <a:off x="8039100" y="31527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250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η = 2,2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8039100" y="3619500"/>
          <a:ext cx="3476625" cy="2219325"/>
        </p:xfrm>
        <a:graphic>
          <a:graphicData uri="http://schemas.openxmlformats.org/drawingml/2006/chart">
            <c:chart xmlns:c="http://schemas.openxmlformats.org/drawingml/2006/chart" r:id="rRoma2_Rbf06d01de03a41c7"/>
          </a:graphicData>
        </a:graphic>
      </p:graphicFrame>
      <p:sp>
        <p:nvSpPr>
          <p:cNvPr id="18" name="revision-text">
            <a:extLst>
              <a:ext uri="{FF2B5EF4-FFF2-40B4-BE49-F238E27FC236}">
                <a16:creationId xmlns:a16="http://schemas.microsoft.com/office/drawing/2014/main" id="{83641F98-808E-4F52-9B64-06679D05CA26}"/>
              </a:ext>
            </a:extLst>
          </p:cNvPr>
          <p:cNvSpPr>
            <a:spLocks noGrp="1"/>
          </p:cNvSpPr>
          <p:nvPr/>
        </p:nvSpPr>
        <p:spPr>
          <a:xfrm>
            <a:off x="8153400" y="5848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Уходим от минимума</a:t>
            </a:r>
          </a:p>
        </p:txBody>
      </p:sp>
      <p:sp>
        <p:nvSpPr>
          <p:cNvPr id="19" name="revision-text">
            <a:extLst>
              <a:ext uri="{FF2B5EF4-FFF2-40B4-BE49-F238E27FC236}">
                <a16:creationId xmlns:a16="http://schemas.microsoft.com/office/drawing/2014/main" id="{24529A99-FC90-4FAF-9A7D-05EBBF25171B}"/>
              </a:ext>
            </a:extLst>
          </p:cNvPr>
          <p:cNvSpPr>
            <a:spLocks noGrp="1"/>
          </p:cNvSpPr>
          <p:nvPr/>
        </p:nvSpPr>
        <p:spPr>
          <a:xfrm>
            <a:off x="8153400" y="628650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w: 2   -2,4   2,88   -3,456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выбирают длину шага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248D2E3C-B6CA-48DF-8E64-6516D13426B9}"/>
              </a:ext>
            </a:extLst>
          </p:cNvPr>
          <p:cNvSpPr>
            <a:spLocks noGrp="1"/>
          </p:cNvSpPr>
          <p:nvPr/>
        </p:nvSpPr>
        <p:spPr>
          <a:xfrm>
            <a:off x="590550" y="2276475"/>
            <a:ext cx="11029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GD, mini-batch и SGD коэффициент η можно задавать по-разному.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="590550" y="2952750"/>
          <a:ext cx="11029950" cy="3343275"/>
        </p:xfrm>
        <a:graphic>
          <a:graphicData uri="http://schemas.openxmlformats.org/drawingml/2006/table">
            <a:tbl>
              <a:tblPr/>
              <a:tblGrid>
                <a:gridCol w="2333625"/>
                <a:gridCol w="4000500"/>
                <a:gridCol w="4695825"/>
              </a:tblGrid>
              <a:tr h="5238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Подход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делаем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Постоянный шаг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Выбираем η и сохраняем его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η = 0,1 на всех шагах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8382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Расписание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Меняем η в заданные моменты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Первые 5 эпох: 0,1</a:t>
                      </a:r>
                    </a:p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Затем 5 эпох: 0,05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 изменению ошибки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Пробуем шаг. Если ошибка</a:t>
                      </a:r>
                    </a:p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выросла, уменьшаем η</a:t>
                      </a:r>
                    </a:p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 пробуем ещё раз.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Сейчас ошибка равна 10.</a:t>
                      </a:r>
                    </a:p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η = 0,1: ошибка 12. Отклоняем.</a:t>
                      </a:r>
                    </a:p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η = 0,05: ошибка 8. Принимаем.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revision-text">
            <a:extLst>
              <a:ext uri="{FF2B5EF4-FFF2-40B4-BE49-F238E27FC236}">
                <a16:creationId xmlns:a16="http://schemas.microsoft.com/office/drawing/2014/main" id="{569A2720-86EC-4EC8-80AD-7FA7931B0014}"/>
              </a:ext>
            </a:extLst>
          </p:cNvPr>
          <p:cNvSpPr>
            <a:spLocks noGrp="1"/>
          </p:cNvSpPr>
          <p:nvPr/>
        </p:nvSpPr>
        <p:spPr>
          <a:xfrm>
            <a:off x="590550" y="6391275"/>
            <a:ext cx="11029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Учебный пример: обе попытки начинаем с одних весов и проверяем на одних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Убывающий шаг в SGD: правила и примеры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1. SAG и выбор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635A0EF7-669F-48E9-BD03-F829BEADC285}"/>
              </a:ext>
            </a:extLst>
          </p:cNvPr>
          <p:cNvSpPr>
            <a:spLocks noGrp="1"/>
          </p:cNvSpPr>
          <p:nvPr/>
        </p:nvSpPr>
        <p:spPr>
          <a:xfrm>
            <a:off x="590550" y="2276475"/>
            <a:ext cx="11029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Шаг уменьшают, чтобы ослабить случайные колебания градиента.</a:t>
            </a:r>
          </a:p>
        </p:txBody>
      </p:sp>
      <p:sp>
        <p:nvSpPr>
          <p:cNvPr id="8" name="revision-text">
            <a:extLst>
              <a:ext uri="{FF2B5EF4-FFF2-40B4-BE49-F238E27FC236}">
                <a16:creationId xmlns:a16="http://schemas.microsoft.com/office/drawing/2014/main" id="{88D12499-9C85-4840-AED1-6ACC565C3F17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4953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k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∞</m:t>
                    </m:r>
                  </m:sup>
                  <m:e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r>
                  <m:t>=</m:t>
                </m:r>
                <m:r>
                  <m:t>∞</m:t>
                </m:r>
              </m:oMath>
            </a14:m>
          </a:p>
        </p:txBody>
      </p:sp>
      <p:sp>
        <p:nvSpPr>
          <p:cNvPr id="9" name="revision-text">
            <a:extLst>
              <a:ext uri="{FF2B5EF4-FFF2-40B4-BE49-F238E27FC236}">
                <a16:creationId xmlns:a16="http://schemas.microsoft.com/office/drawing/2014/main" id="{2132488E-5F22-489D-A934-6ECD917CB0C5}"/>
              </a:ext>
            </a:extLst>
          </p:cNvPr>
          <p:cNvSpPr>
            <a:spLocks noGrp="1"/>
          </p:cNvSpPr>
          <p:nvPr/>
        </p:nvSpPr>
        <p:spPr>
          <a:xfrm>
            <a:off x="6496050" y="2924175"/>
            <a:ext cx="4953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k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∞</m:t>
                    </m:r>
                  </m:sup>
                  <m:e>
                    <m:sSubSup>
                      <m:e>
                        <m:r>
                          <m:t>η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t>&lt;</m:t>
                    </m:r>
                    <m:r>
                      <m:t>∞</m:t>
                    </m:r>
                  </m:e>
                </m:nary>
              </m:oMath>
            </a14:m>
          </a:p>
        </p:txBody>
      </p:sp>
      <p:sp>
        <p:nvSpPr>
          <p:cNvPr id="10" name="revision-text">
            <a:extLst>
              <a:ext uri="{FF2B5EF4-FFF2-40B4-BE49-F238E27FC236}">
                <a16:creationId xmlns:a16="http://schemas.microsoft.com/office/drawing/2014/main" id="{16ADFCE6-6AE1-4809-9E24-F48C90F3D074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4953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Сумма шагов не ограничена:</a:t>
            </a:r>
          </a:p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можно продолжать движение.</a:t>
            </a:r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0349F7FD-59ED-43BC-BA8C-81E4248538D8}"/>
              </a:ext>
            </a:extLst>
          </p:cNvPr>
          <p:cNvSpPr>
            <a:spLocks noGrp="1"/>
          </p:cNvSpPr>
          <p:nvPr/>
        </p:nvSpPr>
        <p:spPr>
          <a:xfrm>
            <a:off x="6496050" y="3648075"/>
            <a:ext cx="4953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Сумма квадратов конечна:</a:t>
            </a:r>
          </a:p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влияние шума ослабевает.</a:t>
            </a:r>
          </a:p>
        </p:txBody>
      </p:sp>
      <p:sp>
        <p:nvSpPr>
          <p:cNvPr id="12" name="revision-text">
            <a:extLst>
              <a:ext uri="{FF2B5EF4-FFF2-40B4-BE49-F238E27FC236}">
                <a16:creationId xmlns:a16="http://schemas.microsoft.com/office/drawing/2014/main" id="{FBA64543-9828-45F0-91FE-EDD489F34E7E}"/>
              </a:ext>
            </a:extLst>
          </p:cNvPr>
          <p:cNvSpPr>
            <a:spLocks noGrp="1"/>
          </p:cNvSpPr>
          <p:nvPr/>
        </p:nvSpPr>
        <p:spPr>
          <a:xfrm>
            <a:off x="590550" y="4600575"/>
            <a:ext cx="11029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Два расписания, которые удовлетворяют обоим условиям</a:t>
            </a:r>
          </a:p>
        </p:txBody>
      </p:sp>
      <p:sp>
        <p:nvSpPr>
          <p:cNvPr id="13" name="revision-text">
            <a:extLst>
              <a:ext uri="{FF2B5EF4-FFF2-40B4-BE49-F238E27FC236}">
                <a16:creationId xmlns:a16="http://schemas.microsoft.com/office/drawing/2014/main" id="{93A34292-30E2-4A1B-A102-1062091DA5AE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η</m:t>
                    </m:r>
                  </m:e>
                  <m:sub>
                    <m:r>
                      <m:t>k</m:t>
                    </m:r>
                  </m:sub>
                </m:sSub>
                <m:r>
                  <m:t>=</m:t>
                </m:r>
                <m:f>
                  <m:fPr>
                    <m:type m:val="bar"/>
                  </m:fPr>
                  <m:num>
                    <m:r>
                      <m:t>0</m:t>
                    </m:r>
                    <m:r>
                      <m:t>.</m:t>
                    </m:r>
                    <m:r>
                      <m:t>1</m:t>
                    </m:r>
                  </m:num>
                  <m:den>
                    <m:r>
                      <m:t>k</m:t>
                    </m:r>
                  </m:den>
                </m:f>
              </m:oMath>
            </a14:m>
          </a:p>
        </p:txBody>
      </p:sp>
      <p:sp>
        <p:nvSpPr>
          <p:cNvPr id="14" name="revision-text">
            <a:extLst>
              <a:ext uri="{FF2B5EF4-FFF2-40B4-BE49-F238E27FC236}">
                <a16:creationId xmlns:a16="http://schemas.microsoft.com/office/drawing/2014/main" id="{D7C2E7D5-DFDD-434A-981E-B7C627FAFEBB}"/>
              </a:ext>
            </a:extLst>
          </p:cNvPr>
          <p:cNvSpPr>
            <a:spLocks noGrp="1"/>
          </p:cNvSpPr>
          <p:nvPr/>
        </p:nvSpPr>
        <p:spPr>
          <a:xfrm>
            <a:off x="6496050" y="516255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η</m:t>
                    </m:r>
                  </m:e>
                  <m:sub>
                    <m:r>
                      <m:t>k</m:t>
                    </m:r>
                  </m:sub>
                </m:sSub>
                <m:r>
                  <m:t>=</m:t>
                </m:r>
                <m:f>
                  <m:fPr>
                    <m:type m:val="bar"/>
                  </m:fPr>
                  <m:num>
                    <m:r>
                      <m:t>0</m:t>
                    </m:r>
                    <m:r>
                      <m:t>.</m:t>
                    </m:r>
                    <m:r>
                      <m:t>1</m:t>
                    </m:r>
                  </m:num>
                  <m:den>
                    <m:sSup>
                      <m:e>
                        <m:r>
                          <m:t>k</m:t>
                        </m:r>
                      </m:e>
                      <m:sup>
                        <m:r>
                          <m:t>0</m:t>
                        </m:r>
                        <m:r>
                          <m:t>.</m:t>
                        </m:r>
                        <m:r>
                          <m:t>75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5" name="revision-text">
            <a:extLst>
              <a:ext uri="{FF2B5EF4-FFF2-40B4-BE49-F238E27FC236}">
                <a16:creationId xmlns:a16="http://schemas.microsoft.com/office/drawing/2014/main" id="{1C68204B-7366-420D-9C33-6A84C5C8B724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953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k = 1, 2, 3, 4:</a:t>
            </a:r>
          </a:p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0,100   0,050   0,033   0,025</a:t>
            </a:r>
          </a:p>
        </p:txBody>
      </p:sp>
      <p:sp>
        <p:nvSpPr>
          <p:cNvPr id="16" name="revision-text">
            <a:extLst>
              <a:ext uri="{FF2B5EF4-FFF2-40B4-BE49-F238E27FC236}">
                <a16:creationId xmlns:a16="http://schemas.microsoft.com/office/drawing/2014/main" id="{B5439842-1A34-46AD-BDE1-5429584A4B74}"/>
              </a:ext>
            </a:extLst>
          </p:cNvPr>
          <p:cNvSpPr>
            <a:spLocks noGrp="1"/>
          </p:cNvSpPr>
          <p:nvPr/>
        </p:nvSpPr>
        <p:spPr>
          <a:xfrm>
            <a:off x="6496050" y="5962650"/>
            <a:ext cx="4953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k = 1, 2, 3, 4:</a:t>
            </a:r>
          </a:p>
          <a:p>
            <a:pPr>
              <a:lnSpc>
                <a:spcPct val="110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0,100   0,059   0,044   0,035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Методы изменения шага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39">
            <a:extLst>
              <a:ext uri="{FF2B5EF4-FFF2-40B4-BE49-F238E27FC236}">
                <a16:creationId xmlns:a16="http://schemas.microsoft.com/office/drawing/2014/main" id="{F9CFDDA4-5221-4EB8-932D-0BCA1E9ADE40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142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8" name="l04-content-40">
            <a:extLst>
              <a:ext uri="{FF2B5EF4-FFF2-40B4-BE49-F238E27FC236}">
                <a16:creationId xmlns:a16="http://schemas.microsoft.com/office/drawing/2014/main" id="{484864DC-224D-408F-86EA-60D553773B2A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9048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Инерция накапливает направление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Адаптивные методы учитывают масштаб градиентов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пойдёт градиентный спуск из этой точки?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41">
            <a:extLst>
              <a:ext uri="{FF2B5EF4-FFF2-40B4-BE49-F238E27FC236}">
                <a16:creationId xmlns:a16="http://schemas.microsoft.com/office/drawing/2014/main" id="{A4071D06-BA33-46BC-8B63-44C32A9812DD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Серые линии соединяют точки с одинаковой ошибкой.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71525" y="2990850"/>
          <a:ext cx="1066800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04-content-42">
            <a:extLst>
              <a:ext uri="{FF2B5EF4-FFF2-40B4-BE49-F238E27FC236}">
                <a16:creationId xmlns:a16="http://schemas.microsoft.com/office/drawing/2014/main" id="{34A9E31D-D365-483B-B754-EAAFE69BDA0F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1029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Чёрная точка: старт. Зелёная точка: минимум.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Так идут 12 шагов градиентного спуска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43">
            <a:extLst>
              <a:ext uri="{FF2B5EF4-FFF2-40B4-BE49-F238E27FC236}">
                <a16:creationId xmlns:a16="http://schemas.microsoft.com/office/drawing/2014/main" id="{CAFE8190-3442-4FF0-8621-2F1F44F4BF2D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Каждая синяя точка показывает новое положение весов.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71525" y="2990850"/>
          <a:ext cx="1066800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04-content-44">
            <a:extLst>
              <a:ext uri="{FF2B5EF4-FFF2-40B4-BE49-F238E27FC236}">
                <a16:creationId xmlns:a16="http://schemas.microsoft.com/office/drawing/2014/main" id="{78BA9951-C727-4F8D-925F-E5DCEF5C03BC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1029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Q = 0,5w₁² + 5w₂². Коэффициент η = 0,17.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Momentum: шаг с инерцией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45">
            <a:extLst>
              <a:ext uri="{FF2B5EF4-FFF2-40B4-BE49-F238E27FC236}">
                <a16:creationId xmlns:a16="http://schemas.microsoft.com/office/drawing/2014/main" id="{9656735C-28A6-487C-8824-90B06E482A66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Новый шаг учитывает текущий градиент и часть прошлого шага.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направления согласованы, движение ускоряется.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46">
                <a:extLst>
                  <a:ext uri="{FF2B5EF4-FFF2-40B4-BE49-F238E27FC236}">
                    <a16:creationId xmlns:a16="http://schemas.microsoft.com/office/drawing/2014/main" id="{9937B6BB-DEF0-40A4-AA28-D29E9C23C2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467100"/>
                <a:ext cx="11029950" cy="8667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77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46">
                <a:extLst>
                  <a:ext uri="{FF2B5EF4-FFF2-40B4-BE49-F238E27FC236}">
                    <a16:creationId xmlns:a16="http://schemas.microsoft.com/office/drawing/2014/main" id="{9937B6BB-DEF0-40A4-AA28-D29E9C23C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467100"/>
                <a:ext cx="11029950" cy="866775"/>
              </a:xfrm>
              <a:prstGeom prst="rect">
                <a:avLst/>
              </a:prstGeom>
              <a:blipFill>
                <a:blip r:embed="rId3"/>
                <a:stretch>
                  <a:fillRect t="-289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l04-content-47">
                <a:extLst>
                  <a:ext uri="{FF2B5EF4-FFF2-40B4-BE49-F238E27FC236}">
                    <a16:creationId xmlns:a16="http://schemas.microsoft.com/office/drawing/2014/main" id="{8B4B4A71-1B4B-46B6-BA34-0905FA37D4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4648200"/>
                <a:ext cx="11029950" cy="790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85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l04-content-47">
                <a:extLst>
                  <a:ext uri="{FF2B5EF4-FFF2-40B4-BE49-F238E27FC236}">
                    <a16:creationId xmlns:a16="http://schemas.microsoft.com/office/drawing/2014/main" id="{8B4B4A71-1B4B-46B6-BA34-0905FA37D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4648200"/>
                <a:ext cx="11029950" cy="790575"/>
              </a:xfrm>
              <a:prstGeom prst="rect">
                <a:avLst/>
              </a:prstGeom>
              <a:blipFill>
                <a:blip r:embed="rId4"/>
                <a:stretch>
                  <a:fillRect t="-317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GD и Momentum: сравнение траекторий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48">
            <a:extLst>
              <a:ext uri="{FF2B5EF4-FFF2-40B4-BE49-F238E27FC236}">
                <a16:creationId xmlns:a16="http://schemas.microsoft.com/office/drawing/2014/main" id="{6CD40360-EAC7-4113-9C77-E1B2C18CF271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Оба метода стартуют из чёрной точки и делают 12 шагов.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Зелёная точка: минимум. η = 0,17. Для Momentum α = 0,5.</a:t>
            </a:r>
          </a:p>
        </p:txBody>
      </p:sp>
      <p:sp>
        <p:nvSpPr>
          <p:cNvPr id="8" name="l04-content-49">
            <a:extLst>
              <a:ext uri="{FF2B5EF4-FFF2-40B4-BE49-F238E27FC236}">
                <a16:creationId xmlns:a16="http://schemas.microsoft.com/office/drawing/2014/main" id="{D1D91579-DE7D-4C4B-B63F-169F2D6049FF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5219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Обычный GD</a:t>
            </a:r>
          </a:p>
        </p:txBody>
      </p:sp>
      <p:sp>
        <p:nvSpPr>
          <p:cNvPr id="9" name="l04-content-50">
            <a:extLst>
              <a:ext uri="{FF2B5EF4-FFF2-40B4-BE49-F238E27FC236}">
                <a16:creationId xmlns:a16="http://schemas.microsoft.com/office/drawing/2014/main" id="{D196A49C-2895-4A6E-99A7-75BA7159FE7C}"/>
              </a:ext>
            </a:extLst>
          </p:cNvPr>
          <p:cNvSpPr>
            <a:spLocks noGrp="1"/>
          </p:cNvSpPr>
          <p:nvPr/>
        </p:nvSpPr>
        <p:spPr>
          <a:xfrm>
            <a:off x="6381750" y="3114675"/>
            <a:ext cx="5219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Momentum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590550" y="3581400"/>
          <a:ext cx="52197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381750" y="3581400"/>
          <a:ext cx="52197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AdaGrad: отдельный масштаб для каждого веса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53">
            <a:extLst>
              <a:ext uri="{FF2B5EF4-FFF2-40B4-BE49-F238E27FC236}">
                <a16:creationId xmlns:a16="http://schemas.microsoft.com/office/drawing/2014/main" id="{638F5733-7B4C-4E4E-82FB-6545D7C66C5B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градиент по весу часто велик, AdaGrad уменьшает его будущие шаги.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редко активного признака шаг убывает медленнее.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54">
                <a:extLst>
                  <a:ext uri="{FF2B5EF4-FFF2-40B4-BE49-F238E27FC236}">
                    <a16:creationId xmlns:a16="http://schemas.microsoft.com/office/drawing/2014/main" id="{EA9D7912-5837-447C-9A9A-6629CF67AE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448050"/>
                <a:ext cx="11029950" cy="8953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47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54">
                <a:extLst>
                  <a:ext uri="{FF2B5EF4-FFF2-40B4-BE49-F238E27FC236}">
                    <a16:creationId xmlns:a16="http://schemas.microsoft.com/office/drawing/2014/main" id="{EA9D7912-5837-447C-9A9A-6629CF67A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448050"/>
                <a:ext cx="11029950" cy="895350"/>
              </a:xfrm>
              <a:prstGeom prst="rect">
                <a:avLst/>
              </a:prstGeom>
              <a:blipFill>
                <a:blip r:embed="rId3"/>
                <a:stretch>
                  <a:fillRect t="-27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l04-content-55">
                <a:extLst>
                  <a:ext uri="{FF2B5EF4-FFF2-40B4-BE49-F238E27FC236}">
                    <a16:creationId xmlns:a16="http://schemas.microsoft.com/office/drawing/2014/main" id="{1AB2673E-EFE9-4BD0-9CF5-5A7309B55E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4552950"/>
                <a:ext cx="11029950" cy="10287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40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l04-content-55">
                <a:extLst>
                  <a:ext uri="{FF2B5EF4-FFF2-40B4-BE49-F238E27FC236}">
                    <a16:creationId xmlns:a16="http://schemas.microsoft.com/office/drawing/2014/main" id="{1AB2673E-EFE9-4BD0-9CF5-5A7309B55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4552950"/>
                <a:ext cx="11029950" cy="1028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AdaGrad: одинаковый градиент у двух признаков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56">
            <a:extLst>
              <a:ext uri="{FF2B5EF4-FFF2-40B4-BE49-F238E27FC236}">
                <a16:creationId xmlns:a16="http://schemas.microsoft.com/office/drawing/2014/main" id="{2C4099BC-87B0-4E66-979C-1AD6A56F8710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пятом шаге градиент по каждому из двух весов равен 1.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 история этих градиентов разная.</a:t>
            </a:r>
          </a:p>
        </p:txBody>
      </p:sp>
      <p:graphicFrame>
        <p:nvGraphicFramePr>
          <p:cNvPr id="16" name="Таблица 15"/>
          <p:cNvGraphicFramePr/>
          <p:nvPr/>
        </p:nvGraphicFramePr>
        <p:xfrm>
          <a:off x="590550" y="3486150"/>
          <a:ext cx="11029950" cy="1952625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Признак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Градиенты на шагах 1–4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 на шаге 5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Частый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1, 1, 1, 1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Редкий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1, 0, 0, 0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04-content-57">
            <a:extLst>
              <a:ext uri="{FF2B5EF4-FFF2-40B4-BE49-F238E27FC236}">
                <a16:creationId xmlns:a16="http://schemas.microsoft.com/office/drawing/2014/main" id="{E365EC52-D9CD-4F08-A4C7-346362579BC6}"/>
              </a:ext>
            </a:extLst>
          </p:cNvPr>
          <p:cNvSpPr>
            <a:spLocks noGrp="1"/>
          </p:cNvSpPr>
          <p:nvPr/>
        </p:nvSpPr>
        <p:spPr>
          <a:xfrm>
            <a:off x="590550" y="5819775"/>
            <a:ext cx="110299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Будет ли AdaGrad одинаково менять эти веса на пятом шаге?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AdaGrad: от истории градиентов к новому шагу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l04-content-58">
            <a:extLst>
              <a:ext uri="{FF2B5EF4-FFF2-40B4-BE49-F238E27FC236}">
                <a16:creationId xmlns:a16="http://schemas.microsoft.com/office/drawing/2014/main" id="{EC380A0E-4FAF-406F-97DE-F0A42EC669C6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Сейчас у обоих весов g = 1 и η = 1. Размер шага зависит от того,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сколько уже накоплено в сумме G.</a:t>
            </a:r>
          </a:p>
        </p:txBody>
      </p:sp>
      <p:sp>
        <p:nvSpPr>
          <p:cNvPr id="8" name="l04-content-59">
            <a:extLst>
              <a:ext uri="{FF2B5EF4-FFF2-40B4-BE49-F238E27FC236}">
                <a16:creationId xmlns:a16="http://schemas.microsoft.com/office/drawing/2014/main" id="{81D35326-1231-4586-808C-015F3A138280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21145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</a:t>
            </a:r>
          </a:p>
        </p:txBody>
      </p:sp>
      <p:sp>
        <p:nvSpPr>
          <p:cNvPr id="9" name="l04-content-60">
            <a:extLst>
              <a:ext uri="{FF2B5EF4-FFF2-40B4-BE49-F238E27FC236}">
                <a16:creationId xmlns:a16="http://schemas.microsoft.com/office/drawing/2014/main" id="{09CCADEB-4760-451F-AA88-9352481A5E22}"/>
              </a:ext>
            </a:extLst>
          </p:cNvPr>
          <p:cNvSpPr>
            <a:spLocks noGrp="1"/>
          </p:cNvSpPr>
          <p:nvPr/>
        </p:nvSpPr>
        <p:spPr>
          <a:xfrm>
            <a:off x="2857500" y="3352800"/>
            <a:ext cx="4324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Квадраты градиентов за 5 шагов</a:t>
            </a:r>
          </a:p>
        </p:txBody>
      </p:sp>
      <p:sp>
        <p:nvSpPr>
          <p:cNvPr id="10" name="l04-content-61">
            <a:extLst>
              <a:ext uri="{FF2B5EF4-FFF2-40B4-BE49-F238E27FC236}">
                <a16:creationId xmlns:a16="http://schemas.microsoft.com/office/drawing/2014/main" id="{7FFEAA03-7EB2-403F-A33E-97BF719EC16A}"/>
              </a:ext>
            </a:extLst>
          </p:cNvPr>
          <p:cNvSpPr>
            <a:spLocks noGrp="1"/>
          </p:cNvSpPr>
          <p:nvPr/>
        </p:nvSpPr>
        <p:spPr>
          <a:xfrm>
            <a:off x="7162800" y="3352800"/>
            <a:ext cx="13049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Сумма G</a:t>
            </a:r>
          </a:p>
        </p:txBody>
      </p:sp>
      <p:sp>
        <p:nvSpPr>
          <p:cNvPr id="11" name="l04-content-62">
            <a:extLst>
              <a:ext uri="{FF2B5EF4-FFF2-40B4-BE49-F238E27FC236}">
                <a16:creationId xmlns:a16="http://schemas.microsoft.com/office/drawing/2014/main" id="{EEA6BE47-8022-4930-A43D-F2B813C6D5B3}"/>
              </a:ext>
            </a:extLst>
          </p:cNvPr>
          <p:cNvSpPr>
            <a:spLocks noGrp="1"/>
          </p:cNvSpPr>
          <p:nvPr/>
        </p:nvSpPr>
        <p:spPr>
          <a:xfrm>
            <a:off x="8782050" y="3352800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Новый шаг</a:t>
            </a:r>
          </a:p>
        </p:txBody>
      </p:sp>
      <p:sp>
        <p:nvSpPr>
          <p:cNvPr id="12" name="l04-content-63">
            <a:extLst>
              <a:ext uri="{FF2B5EF4-FFF2-40B4-BE49-F238E27FC236}">
                <a16:creationId xmlns:a16="http://schemas.microsoft.com/office/drawing/2014/main" id="{01ABA50D-4889-4139-965A-442212139B68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2143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Частый</a:t>
            </a:r>
          </a:p>
        </p:txBody>
      </p:sp>
      <p:sp>
        <p:nvSpPr>
          <p:cNvPr id="13" name="l04-gradient-square-64">
            <a:extLst>
              <a:ext uri="{FF2B5EF4-FFF2-40B4-BE49-F238E27FC236}">
                <a16:creationId xmlns:a16="http://schemas.microsoft.com/office/drawing/2014/main" id="{161A3114-14DF-4778-B948-25FFE1C3D107}"/>
              </a:ext>
            </a:extLst>
          </p:cNvPr>
          <p:cNvSpPr>
            <a:spLocks noGrp="1"/>
          </p:cNvSpPr>
          <p:nvPr/>
        </p:nvSpPr>
        <p:spPr>
          <a:xfrm>
            <a:off x="2857500" y="4086225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l04-content-65">
            <a:extLst>
              <a:ext uri="{FF2B5EF4-FFF2-40B4-BE49-F238E27FC236}">
                <a16:creationId xmlns:a16="http://schemas.microsoft.com/office/drawing/2014/main" id="{2AB7D18F-581E-490F-88F1-78EB24D71BAA}"/>
              </a:ext>
            </a:extLst>
          </p:cNvPr>
          <p:cNvSpPr>
            <a:spLocks noGrp="1"/>
          </p:cNvSpPr>
          <p:nvPr/>
        </p:nvSpPr>
        <p:spPr>
          <a:xfrm>
            <a:off x="2857500" y="41814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15" name="l04-content-66">
            <a:extLst>
              <a:ext uri="{FF2B5EF4-FFF2-40B4-BE49-F238E27FC236}">
                <a16:creationId xmlns:a16="http://schemas.microsoft.com/office/drawing/2014/main" id="{4D0B7494-DBAD-4DEA-97E4-A964683ECF70}"/>
              </a:ext>
            </a:extLst>
          </p:cNvPr>
          <p:cNvSpPr>
            <a:spLocks noGrp="1"/>
          </p:cNvSpPr>
          <p:nvPr/>
        </p:nvSpPr>
        <p:spPr>
          <a:xfrm>
            <a:off x="3400425" y="4200525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16" name="l04-gradient-square-67">
            <a:extLst>
              <a:ext uri="{FF2B5EF4-FFF2-40B4-BE49-F238E27FC236}">
                <a16:creationId xmlns:a16="http://schemas.microsoft.com/office/drawing/2014/main" id="{BAA39853-D358-4ADB-B621-4B7CDB5D786A}"/>
              </a:ext>
            </a:extLst>
          </p:cNvPr>
          <p:cNvSpPr>
            <a:spLocks noGrp="1"/>
          </p:cNvSpPr>
          <p:nvPr/>
        </p:nvSpPr>
        <p:spPr>
          <a:xfrm>
            <a:off x="3619500" y="4086225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l04-content-68">
            <a:extLst>
              <a:ext uri="{FF2B5EF4-FFF2-40B4-BE49-F238E27FC236}">
                <a16:creationId xmlns:a16="http://schemas.microsoft.com/office/drawing/2014/main" id="{A02EC3AF-3A9A-4F0C-B3D5-AAB90B8E548A}"/>
              </a:ext>
            </a:extLst>
          </p:cNvPr>
          <p:cNvSpPr>
            <a:spLocks noGrp="1"/>
          </p:cNvSpPr>
          <p:nvPr/>
        </p:nvSpPr>
        <p:spPr>
          <a:xfrm>
            <a:off x="3619500" y="41814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18" name="l04-content-69">
            <a:extLst>
              <a:ext uri="{FF2B5EF4-FFF2-40B4-BE49-F238E27FC236}">
                <a16:creationId xmlns:a16="http://schemas.microsoft.com/office/drawing/2014/main" id="{1573621E-8B74-41CF-BD07-F170254DB7BB}"/>
              </a:ext>
            </a:extLst>
          </p:cNvPr>
          <p:cNvSpPr>
            <a:spLocks noGrp="1"/>
          </p:cNvSpPr>
          <p:nvPr/>
        </p:nvSpPr>
        <p:spPr>
          <a:xfrm>
            <a:off x="4162425" y="4200525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19" name="l04-gradient-square-70">
            <a:extLst>
              <a:ext uri="{FF2B5EF4-FFF2-40B4-BE49-F238E27FC236}">
                <a16:creationId xmlns:a16="http://schemas.microsoft.com/office/drawing/2014/main" id="{6D4BDC3C-B6FE-47FE-A1B5-2423083F6DF0}"/>
              </a:ext>
            </a:extLst>
          </p:cNvPr>
          <p:cNvSpPr>
            <a:spLocks noGrp="1"/>
          </p:cNvSpPr>
          <p:nvPr/>
        </p:nvSpPr>
        <p:spPr>
          <a:xfrm>
            <a:off x="4381500" y="4086225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" name="l04-content-71">
            <a:extLst>
              <a:ext uri="{FF2B5EF4-FFF2-40B4-BE49-F238E27FC236}">
                <a16:creationId xmlns:a16="http://schemas.microsoft.com/office/drawing/2014/main" id="{1CBD83AF-D7C9-4CFC-A363-033EC8810B3C}"/>
              </a:ext>
            </a:extLst>
          </p:cNvPr>
          <p:cNvSpPr>
            <a:spLocks noGrp="1"/>
          </p:cNvSpPr>
          <p:nvPr/>
        </p:nvSpPr>
        <p:spPr>
          <a:xfrm>
            <a:off x="4381500" y="41814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21" name="l04-content-72">
            <a:extLst>
              <a:ext uri="{FF2B5EF4-FFF2-40B4-BE49-F238E27FC236}">
                <a16:creationId xmlns:a16="http://schemas.microsoft.com/office/drawing/2014/main" id="{DB57D7E6-3D92-48AA-A1A7-84AE3354D463}"/>
              </a:ext>
            </a:extLst>
          </p:cNvPr>
          <p:cNvSpPr>
            <a:spLocks noGrp="1"/>
          </p:cNvSpPr>
          <p:nvPr/>
        </p:nvSpPr>
        <p:spPr>
          <a:xfrm>
            <a:off x="4924425" y="4200525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22" name="l04-gradient-square-73">
            <a:extLst>
              <a:ext uri="{FF2B5EF4-FFF2-40B4-BE49-F238E27FC236}">
                <a16:creationId xmlns:a16="http://schemas.microsoft.com/office/drawing/2014/main" id="{ABC60475-3A17-4ABB-ADBC-B26818432B0B}"/>
              </a:ext>
            </a:extLst>
          </p:cNvPr>
          <p:cNvSpPr>
            <a:spLocks noGrp="1"/>
          </p:cNvSpPr>
          <p:nvPr/>
        </p:nvSpPr>
        <p:spPr>
          <a:xfrm>
            <a:off x="5143500" y="4086225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l04-content-74">
            <a:extLst>
              <a:ext uri="{FF2B5EF4-FFF2-40B4-BE49-F238E27FC236}">
                <a16:creationId xmlns:a16="http://schemas.microsoft.com/office/drawing/2014/main" id="{B5AA3F79-0B06-46B7-8CDA-12C4F01894DC}"/>
              </a:ext>
            </a:extLst>
          </p:cNvPr>
          <p:cNvSpPr>
            <a:spLocks noGrp="1"/>
          </p:cNvSpPr>
          <p:nvPr/>
        </p:nvSpPr>
        <p:spPr>
          <a:xfrm>
            <a:off x="5143500" y="41814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24" name="l04-content-75">
            <a:extLst>
              <a:ext uri="{FF2B5EF4-FFF2-40B4-BE49-F238E27FC236}">
                <a16:creationId xmlns:a16="http://schemas.microsoft.com/office/drawing/2014/main" id="{BAC1C75E-B6C9-4AD8-89E2-29186DDF817D}"/>
              </a:ext>
            </a:extLst>
          </p:cNvPr>
          <p:cNvSpPr>
            <a:spLocks noGrp="1"/>
          </p:cNvSpPr>
          <p:nvPr/>
        </p:nvSpPr>
        <p:spPr>
          <a:xfrm>
            <a:off x="5686425" y="4200525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25" name="l04-gradient-square-76">
            <a:extLst>
              <a:ext uri="{FF2B5EF4-FFF2-40B4-BE49-F238E27FC236}">
                <a16:creationId xmlns:a16="http://schemas.microsoft.com/office/drawing/2014/main" id="{36AC5C61-101B-421A-B184-82F7A3B76813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6" name="l04-content-77">
            <a:extLst>
              <a:ext uri="{FF2B5EF4-FFF2-40B4-BE49-F238E27FC236}">
                <a16:creationId xmlns:a16="http://schemas.microsoft.com/office/drawing/2014/main" id="{BA1FBCF5-B665-4126-8829-39504CAF92EF}"/>
              </a:ext>
            </a:extLst>
          </p:cNvPr>
          <p:cNvSpPr>
            <a:spLocks noGrp="1"/>
          </p:cNvSpPr>
          <p:nvPr/>
        </p:nvSpPr>
        <p:spPr>
          <a:xfrm>
            <a:off x="5905500" y="41814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27" name="l04-content-78">
            <a:extLst>
              <a:ext uri="{FF2B5EF4-FFF2-40B4-BE49-F238E27FC236}">
                <a16:creationId xmlns:a16="http://schemas.microsoft.com/office/drawing/2014/main" id="{9E93496F-D57F-4E46-89C1-9F7ED631DECF}"/>
              </a:ext>
            </a:extLst>
          </p:cNvPr>
          <p:cNvSpPr>
            <a:spLocks noGrp="1"/>
          </p:cNvSpPr>
          <p:nvPr/>
        </p:nvSpPr>
        <p:spPr>
          <a:xfrm>
            <a:off x="7172325" y="4191000"/>
            <a:ext cx="1181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=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l04-content-79">
                <a:extLst>
                  <a:ext uri="{FF2B5EF4-FFF2-40B4-BE49-F238E27FC236}">
                    <a16:creationId xmlns:a16="http://schemas.microsoft.com/office/drawing/2014/main" id="{8A447BF8-2BBB-4EC3-AC48-B9A75E7F69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0" y="4076700"/>
                <a:ext cx="30480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32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≈−0.45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8" name="l04-content-79">
                <a:extLst>
                  <a:ext uri="{FF2B5EF4-FFF2-40B4-BE49-F238E27FC236}">
                    <a16:creationId xmlns:a16="http://schemas.microsoft.com/office/drawing/2014/main" id="{8A447BF8-2BBB-4EC3-AC48-B9A75E7F6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0" y="4076700"/>
                <a:ext cx="3048000" cy="723900"/>
              </a:xfrm>
              <a:prstGeom prst="rect">
                <a:avLst/>
              </a:prstGeom>
              <a:blipFill>
                <a:blip r:embed="rId3"/>
                <a:stretch>
                  <a:fillRect t="-1724" b="-120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04-content-80">
            <a:extLst>
              <a:ext uri="{FF2B5EF4-FFF2-40B4-BE49-F238E27FC236}">
                <a16:creationId xmlns:a16="http://schemas.microsoft.com/office/drawing/2014/main" id="{C98991C2-E194-44B7-9D22-97B664663F32}"/>
              </a:ext>
            </a:extLst>
          </p:cNvPr>
          <p:cNvSpPr>
            <a:spLocks noGrp="1"/>
          </p:cNvSpPr>
          <p:nvPr/>
        </p:nvSpPr>
        <p:spPr>
          <a:xfrm>
            <a:off x="590550" y="5267325"/>
            <a:ext cx="2143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Редкий</a:t>
            </a:r>
          </a:p>
        </p:txBody>
      </p:sp>
      <p:sp>
        <p:nvSpPr>
          <p:cNvPr id="30" name="l04-gradient-square-81">
            <a:extLst>
              <a:ext uri="{FF2B5EF4-FFF2-40B4-BE49-F238E27FC236}">
                <a16:creationId xmlns:a16="http://schemas.microsoft.com/office/drawing/2014/main" id="{BB1E4E81-BDC5-425F-BB65-089E185ED6AE}"/>
              </a:ext>
            </a:extLst>
          </p:cNvPr>
          <p:cNvSpPr>
            <a:spLocks noGrp="1"/>
          </p:cNvSpPr>
          <p:nvPr/>
        </p:nvSpPr>
        <p:spPr>
          <a:xfrm>
            <a:off x="2857500" y="5143500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1" name="l04-content-82">
            <a:extLst>
              <a:ext uri="{FF2B5EF4-FFF2-40B4-BE49-F238E27FC236}">
                <a16:creationId xmlns:a16="http://schemas.microsoft.com/office/drawing/2014/main" id="{B4692A73-DC81-4621-BAA2-22117779F506}"/>
              </a:ext>
            </a:extLst>
          </p:cNvPr>
          <p:cNvSpPr>
            <a:spLocks noGrp="1"/>
          </p:cNvSpPr>
          <p:nvPr/>
        </p:nvSpPr>
        <p:spPr>
          <a:xfrm>
            <a:off x="2857500" y="5238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32" name="l04-content-83">
            <a:extLst>
              <a:ext uri="{FF2B5EF4-FFF2-40B4-BE49-F238E27FC236}">
                <a16:creationId xmlns:a16="http://schemas.microsoft.com/office/drawing/2014/main" id="{DBD24AD7-1016-4A48-8B8F-78D60B9BA611}"/>
              </a:ext>
            </a:extLst>
          </p:cNvPr>
          <p:cNvSpPr>
            <a:spLocks noGrp="1"/>
          </p:cNvSpPr>
          <p:nvPr/>
        </p:nvSpPr>
        <p:spPr>
          <a:xfrm>
            <a:off x="3400425" y="5257800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33" name="l04-gradient-square-84">
            <a:extLst>
              <a:ext uri="{FF2B5EF4-FFF2-40B4-BE49-F238E27FC236}">
                <a16:creationId xmlns:a16="http://schemas.microsoft.com/office/drawing/2014/main" id="{467A11B9-7CF6-4E14-AC95-5D7EFFCCDF68}"/>
              </a:ext>
            </a:extLst>
          </p:cNvPr>
          <p:cNvSpPr>
            <a:spLocks noGrp="1"/>
          </p:cNvSpPr>
          <p:nvPr/>
        </p:nvSpPr>
        <p:spPr>
          <a:xfrm>
            <a:off x="3619500" y="5143500"/>
            <a:ext cx="523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4" name="l04-content-85">
            <a:extLst>
              <a:ext uri="{FF2B5EF4-FFF2-40B4-BE49-F238E27FC236}">
                <a16:creationId xmlns:a16="http://schemas.microsoft.com/office/drawing/2014/main" id="{7DA373A1-7C7A-4E74-A5EB-2AF91DDF3E65}"/>
              </a:ext>
            </a:extLst>
          </p:cNvPr>
          <p:cNvSpPr>
            <a:spLocks noGrp="1"/>
          </p:cNvSpPr>
          <p:nvPr/>
        </p:nvSpPr>
        <p:spPr>
          <a:xfrm>
            <a:off x="3619500" y="5238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0</a:t>
            </a:r>
          </a:p>
        </p:txBody>
      </p:sp>
      <p:sp>
        <p:nvSpPr>
          <p:cNvPr id="35" name="l04-content-86">
            <a:extLst>
              <a:ext uri="{FF2B5EF4-FFF2-40B4-BE49-F238E27FC236}">
                <a16:creationId xmlns:a16="http://schemas.microsoft.com/office/drawing/2014/main" id="{ACEB15B7-51D6-4BE3-92F9-237B831C071B}"/>
              </a:ext>
            </a:extLst>
          </p:cNvPr>
          <p:cNvSpPr>
            <a:spLocks noGrp="1"/>
          </p:cNvSpPr>
          <p:nvPr/>
        </p:nvSpPr>
        <p:spPr>
          <a:xfrm>
            <a:off x="4162425" y="5257800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36" name="l04-gradient-square-87">
            <a:extLst>
              <a:ext uri="{FF2B5EF4-FFF2-40B4-BE49-F238E27FC236}">
                <a16:creationId xmlns:a16="http://schemas.microsoft.com/office/drawing/2014/main" id="{C8DF2ECD-9E70-4372-BF22-7DFA57D4954A}"/>
              </a:ext>
            </a:extLst>
          </p:cNvPr>
          <p:cNvSpPr>
            <a:spLocks noGrp="1"/>
          </p:cNvSpPr>
          <p:nvPr/>
        </p:nvSpPr>
        <p:spPr>
          <a:xfrm>
            <a:off x="4381500" y="5143500"/>
            <a:ext cx="523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7" name="l04-content-88">
            <a:extLst>
              <a:ext uri="{FF2B5EF4-FFF2-40B4-BE49-F238E27FC236}">
                <a16:creationId xmlns:a16="http://schemas.microsoft.com/office/drawing/2014/main" id="{F4011446-B9C1-4CE1-9E08-EFDEC7D06C30}"/>
              </a:ext>
            </a:extLst>
          </p:cNvPr>
          <p:cNvSpPr>
            <a:spLocks noGrp="1"/>
          </p:cNvSpPr>
          <p:nvPr/>
        </p:nvSpPr>
        <p:spPr>
          <a:xfrm>
            <a:off x="4381500" y="5238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0</a:t>
            </a:r>
          </a:p>
        </p:txBody>
      </p:sp>
      <p:sp>
        <p:nvSpPr>
          <p:cNvPr id="38" name="l04-content-89">
            <a:extLst>
              <a:ext uri="{FF2B5EF4-FFF2-40B4-BE49-F238E27FC236}">
                <a16:creationId xmlns:a16="http://schemas.microsoft.com/office/drawing/2014/main" id="{8851ECDD-7639-4588-AE35-5F194ED59FC0}"/>
              </a:ext>
            </a:extLst>
          </p:cNvPr>
          <p:cNvSpPr>
            <a:spLocks noGrp="1"/>
          </p:cNvSpPr>
          <p:nvPr/>
        </p:nvSpPr>
        <p:spPr>
          <a:xfrm>
            <a:off x="4924425" y="5257800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39" name="l04-gradient-square-90">
            <a:extLst>
              <a:ext uri="{FF2B5EF4-FFF2-40B4-BE49-F238E27FC236}">
                <a16:creationId xmlns:a16="http://schemas.microsoft.com/office/drawing/2014/main" id="{178AA363-1529-4530-90DE-C5AED22B4271}"/>
              </a:ext>
            </a:extLst>
          </p:cNvPr>
          <p:cNvSpPr>
            <a:spLocks noGrp="1"/>
          </p:cNvSpPr>
          <p:nvPr/>
        </p:nvSpPr>
        <p:spPr>
          <a:xfrm>
            <a:off x="5143500" y="5143500"/>
            <a:ext cx="523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0" name="l04-content-91">
            <a:extLst>
              <a:ext uri="{FF2B5EF4-FFF2-40B4-BE49-F238E27FC236}">
                <a16:creationId xmlns:a16="http://schemas.microsoft.com/office/drawing/2014/main" id="{5AE73CB4-34B6-4B9D-AE72-2BD3B5909B61}"/>
              </a:ext>
            </a:extLst>
          </p:cNvPr>
          <p:cNvSpPr>
            <a:spLocks noGrp="1"/>
          </p:cNvSpPr>
          <p:nvPr/>
        </p:nvSpPr>
        <p:spPr>
          <a:xfrm>
            <a:off x="5143500" y="5238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0</a:t>
            </a:r>
          </a:p>
        </p:txBody>
      </p:sp>
      <p:sp>
        <p:nvSpPr>
          <p:cNvPr id="41" name="l04-content-92">
            <a:extLst>
              <a:ext uri="{FF2B5EF4-FFF2-40B4-BE49-F238E27FC236}">
                <a16:creationId xmlns:a16="http://schemas.microsoft.com/office/drawing/2014/main" id="{7371A0E7-775B-4912-BCA2-FD62C624BDE6}"/>
              </a:ext>
            </a:extLst>
          </p:cNvPr>
          <p:cNvSpPr>
            <a:spLocks noGrp="1"/>
          </p:cNvSpPr>
          <p:nvPr/>
        </p:nvSpPr>
        <p:spPr>
          <a:xfrm>
            <a:off x="5686425" y="5257800"/>
            <a:ext cx="2190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+</a:t>
            </a:r>
          </a:p>
        </p:txBody>
      </p:sp>
      <p:sp>
        <p:nvSpPr>
          <p:cNvPr id="42" name="l04-gradient-square-93">
            <a:extLst>
              <a:ext uri="{FF2B5EF4-FFF2-40B4-BE49-F238E27FC236}">
                <a16:creationId xmlns:a16="http://schemas.microsoft.com/office/drawing/2014/main" id="{B1A63943-AED5-4468-8475-1161DF5A1140}"/>
              </a:ext>
            </a:extLst>
          </p:cNvPr>
          <p:cNvSpPr>
            <a:spLocks noGrp="1"/>
          </p:cNvSpPr>
          <p:nvPr/>
        </p:nvSpPr>
        <p:spPr>
          <a:xfrm>
            <a:off x="5905500" y="5143500"/>
            <a:ext cx="523875" cy="590550"/>
          </a:xfrm>
          <a:prstGeom prst="rect">
            <a:avLst/>
          </a:prstGeom>
          <a:solidFill>
            <a:srgbClr val="EFF4FB"/>
          </a:solidFill>
          <a:ln w="9525">
            <a:solidFill>
              <a:srgbClr val="B8C6D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3" name="l04-content-94">
            <a:extLst>
              <a:ext uri="{FF2B5EF4-FFF2-40B4-BE49-F238E27FC236}">
                <a16:creationId xmlns:a16="http://schemas.microsoft.com/office/drawing/2014/main" id="{81DFAFA6-3C60-415F-B8A7-DC0F04DA3163}"/>
              </a:ext>
            </a:extLst>
          </p:cNvPr>
          <p:cNvSpPr>
            <a:spLocks noGrp="1"/>
          </p:cNvSpPr>
          <p:nvPr/>
        </p:nvSpPr>
        <p:spPr>
          <a:xfrm>
            <a:off x="5905500" y="5238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44" name="l04-content-95">
            <a:extLst>
              <a:ext uri="{FF2B5EF4-FFF2-40B4-BE49-F238E27FC236}">
                <a16:creationId xmlns:a16="http://schemas.microsoft.com/office/drawing/2014/main" id="{8988C76C-E9D2-4316-A41F-7ECD5B9BC382}"/>
              </a:ext>
            </a:extLst>
          </p:cNvPr>
          <p:cNvSpPr>
            <a:spLocks noGrp="1"/>
          </p:cNvSpPr>
          <p:nvPr/>
        </p:nvSpPr>
        <p:spPr>
          <a:xfrm>
            <a:off x="7172325" y="5248275"/>
            <a:ext cx="1181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=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l04-content-96">
                <a:extLst>
                  <a:ext uri="{FF2B5EF4-FFF2-40B4-BE49-F238E27FC236}">
                    <a16:creationId xmlns:a16="http://schemas.microsoft.com/office/drawing/2014/main" id="{BD2BC1EB-777F-43B5-AE94-F0F9E46CAA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0" y="5133975"/>
                <a:ext cx="30480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32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≈−0.71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l04-content-96">
                <a:extLst>
                  <a:ext uri="{FF2B5EF4-FFF2-40B4-BE49-F238E27FC236}">
                    <a16:creationId xmlns:a16="http://schemas.microsoft.com/office/drawing/2014/main" id="{BD2BC1EB-777F-43B5-AE94-F0F9E46CAA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0" y="5133975"/>
                <a:ext cx="3048000" cy="723900"/>
              </a:xfrm>
              <a:prstGeom prst="rect">
                <a:avLst/>
              </a:prstGeom>
              <a:blipFill>
                <a:blip r:embed="rId4"/>
                <a:stretch>
                  <a:fillRect t="-1724" b="-120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04-content-97">
            <a:extLst>
              <a:ext uri="{FF2B5EF4-FFF2-40B4-BE49-F238E27FC236}">
                <a16:creationId xmlns:a16="http://schemas.microsoft.com/office/drawing/2014/main" id="{910B88D2-7833-45CE-8F24-533EAD0F0AC1}"/>
              </a:ext>
            </a:extLst>
          </p:cNvPr>
          <p:cNvSpPr>
            <a:spLocks noGrp="1"/>
          </p:cNvSpPr>
          <p:nvPr/>
        </p:nvSpPr>
        <p:spPr>
          <a:xfrm>
            <a:off x="590550" y="6076950"/>
            <a:ext cx="110299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Больше накоплено G: меньше изменение при том же градиенте.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RMSprop: накопление градиентов и шаг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1AB1C0C5-E988-4592-879F-4FA3BCA19501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110299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одного веса gₖ обозначает текущий градиент.</a:t>
            </a:r>
          </a:p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Старые квадраты градиентов постепенно теряют влияние.</a:t>
            </a:r>
          </a:p>
        </p:txBody>
      </p:sp>
      <p:sp>
        <p:nvSpPr>
          <p:cNvPr id="8" name="revision-text">
            <a:extLst>
              <a:ext uri="{FF2B5EF4-FFF2-40B4-BE49-F238E27FC236}">
                <a16:creationId xmlns:a16="http://schemas.microsoft.com/office/drawing/2014/main" id="{C791C6BB-773F-41C1-ACCC-1CC31F5BC9D1}"/>
              </a:ext>
            </a:extLst>
          </p:cNvPr>
          <p:cNvSpPr>
            <a:spLocks noGrp="1"/>
          </p:cNvSpPr>
          <p:nvPr/>
        </p:nvSpPr>
        <p:spPr>
          <a:xfrm>
            <a:off x="590550" y="3343275"/>
            <a:ext cx="5572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1. Обновляем средний квадрат</a:t>
            </a:r>
          </a:p>
        </p:txBody>
      </p:sp>
      <p:sp>
        <p:nvSpPr>
          <p:cNvPr id="9" name="revision-text">
            <a:extLst>
              <a:ext uri="{FF2B5EF4-FFF2-40B4-BE49-F238E27FC236}">
                <a16:creationId xmlns:a16="http://schemas.microsoft.com/office/drawing/2014/main" id="{D43256CB-C3FD-431A-B8C5-4EE0D46417D1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50006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G</m:t>
                    </m:r>
                  </m:e>
                  <m:sub>
                    <m:r>
                      <m:t>k</m:t>
                    </m:r>
                  </m:sub>
                </m:sSub>
                <m:r>
                  <m:t>=</m:t>
                </m:r>
                <m:r>
                  <m:t>β</m:t>
                </m:r>
                <m:sSub>
                  <m:e>
                    <m:r>
                      <m:t>G</m:t>
                    </m:r>
                  </m:e>
                  <m:sub>
                    <m:r>
                      <m:t>k</m:t>
                    </m:r>
                    <m:r>
                      <m:t>-</m:t>
                    </m:r>
                    <m:r>
                      <m:t>1</m:t>
                    </m:r>
                  </m:sub>
                </m:sSub>
                <m:r>
                  <m:t>+</m:t>
                </m:r>
                <m:r>
                  <m:t>(</m:t>
                </m:r>
                <m:r>
                  <m:t>1</m:t>
                </m:r>
                <m:r>
                  <m:t>-</m:t>
                </m:r>
                <m:r>
                  <m:t>β</m:t>
                </m:r>
                <m:r>
                  <m:t>)</m:t>
                </m:r>
                <m:sSubSup>
                  <m:e>
                    <m:r>
                      <m:t>g</m:t>
                    </m:r>
                  </m:e>
                  <m:sub>
                    <m:r>
                      <m:t>k</m:t>
                    </m:r>
                  </m:sub>
                  <m:sup>
                    <m:r>
                      <m:t>2</m:t>
                    </m:r>
                  </m:sup>
                </m:sSubSup>
              </m:oMath>
            </a14:m>
          </a:p>
        </p:txBody>
      </p:sp>
      <p:sp>
        <p:nvSpPr>
          <p:cNvPr id="10" name="revision-text">
            <a:extLst>
              <a:ext uri="{FF2B5EF4-FFF2-40B4-BE49-F238E27FC236}">
                <a16:creationId xmlns:a16="http://schemas.microsoft.com/office/drawing/2014/main" id="{F22E8B52-1741-405D-945D-684D8B0DB84A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56197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Сохраняем долю β от прошлого G</a:t>
            </a:r>
          </a:p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добавляем долю (1 − β) от нового g².</a:t>
            </a:r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1D1E63CE-4EB1-4599-BEAD-2D5EA3962B60}"/>
              </a:ext>
            </a:extLst>
          </p:cNvPr>
          <p:cNvSpPr>
            <a:spLocks noGrp="1"/>
          </p:cNvSpPr>
          <p:nvPr/>
        </p:nvSpPr>
        <p:spPr>
          <a:xfrm>
            <a:off x="6686550" y="4171950"/>
            <a:ext cx="4857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β = 0,9:</a:t>
            </a:r>
          </a:p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90% прошлого G и 10% нового g².</a:t>
            </a:r>
          </a:p>
        </p:txBody>
      </p:sp>
      <p:sp>
        <p:nvSpPr>
          <p:cNvPr id="12" name="revision-text">
            <a:extLst>
              <a:ext uri="{FF2B5EF4-FFF2-40B4-BE49-F238E27FC236}">
                <a16:creationId xmlns:a16="http://schemas.microsoft.com/office/drawing/2014/main" id="{3D54950E-FE5F-4685-A606-DD419697F5F2}"/>
              </a:ext>
            </a:extLst>
          </p:cNvPr>
          <p:cNvSpPr>
            <a:spLocks noGrp="1"/>
          </p:cNvSpPr>
          <p:nvPr/>
        </p:nvSpPr>
        <p:spPr>
          <a:xfrm>
            <a:off x="590550" y="5295900"/>
            <a:ext cx="5572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2. Вычисляем шаг по весу</a:t>
            </a:r>
          </a:p>
        </p:txBody>
      </p:sp>
      <p:sp>
        <p:nvSpPr>
          <p:cNvPr id="13" name="revision-text">
            <a:extLst>
              <a:ext uri="{FF2B5EF4-FFF2-40B4-BE49-F238E27FC236}">
                <a16:creationId xmlns:a16="http://schemas.microsoft.com/office/drawing/2014/main" id="{63C64C0D-BD61-4CED-89F7-25961C5DC8DB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500062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Δ</m:t>
                </m:r>
                <m:sSub>
                  <m:e>
                    <m:r>
                      <m:t>w</m:t>
                    </m:r>
                  </m:e>
                  <m:sub>
                    <m:r>
                      <m:t>k</m:t>
                    </m:r>
                  </m:sub>
                </m:sSub>
                <m:r>
                  <m:t>=</m:t>
                </m:r>
                <m:r>
                  <m:t>-</m:t>
                </m:r>
                <m:r>
                  <m:t>η</m:t>
                </m:r>
                <m:f>
                  <m:fPr>
                    <m:type m:val="bar"/>
                  </m:fPr>
                  <m:num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num>
                  <m:den>
                    <m:rad>
                      <m:radPr>
                        <m:degHide m:val="on"/>
                      </m:radPr>
                      <m:e>
                        <m:sSub>
                          <m:e>
                            <m:r>
                              <m:t>G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rad>
                    <m:r>
                      <m:t>+</m:t>
                    </m:r>
                    <m:r>
                      <m:t>ε</m:t>
                    </m:r>
                  </m:den>
                </m:f>
              </m:oMath>
            </a14:m>
          </a:p>
        </p:txBody>
      </p:sp>
      <p:sp>
        <p:nvSpPr>
          <p:cNvPr id="14" name="revision-text">
            <a:extLst>
              <a:ext uri="{FF2B5EF4-FFF2-40B4-BE49-F238E27FC236}">
                <a16:creationId xmlns:a16="http://schemas.microsoft.com/office/drawing/2014/main" id="{801A4E23-1B47-48C9-85BC-0365F3DF724D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5810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том же gₖ большое Gₖ уменьшает шаг.</a:t>
            </a:r>
          </a:p>
          <a:p>
            <a:pPr>
              <a:lnSpc>
                <a:spcPct val="110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Gₖ снижается, шаг может вырасти.</a:t>
            </a:r>
          </a:p>
        </p:txBody>
      </p:sp>
      <p:sp>
        <p:nvSpPr>
          <p:cNvPr id="15" name="revision-text">
            <a:extLst>
              <a:ext uri="{FF2B5EF4-FFF2-40B4-BE49-F238E27FC236}">
                <a16:creationId xmlns:a16="http://schemas.microsoft.com/office/drawing/2014/main" id="{9731CACC-8BF0-49EB-8C6F-21433B40D131}"/>
              </a:ext>
            </a:extLst>
          </p:cNvPr>
          <p:cNvSpPr>
            <a:spLocks noGrp="1"/>
          </p:cNvSpPr>
          <p:nvPr/>
        </p:nvSpPr>
        <p:spPr>
          <a:xfrm>
            <a:off x="6686550" y="62484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ε &gt; 0 защищает от деления на ноль.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RMSprop: что остаётся от старого градиента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514BE367-2A8E-4AD8-AF96-639366739C30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Однажды получили g = 4, значит g² = 16. Отследим только его вклад в G.</a:t>
            </a:r>
          </a:p>
          <a:p>
            <a:pPr>
              <a:lnSpc>
                <a:spcPct val="110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Новые градиенты тоже добавляют свои вклады, но здесь они не показаны.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666750" y="3276600"/>
          <a:ext cx="10668000" cy="2476500"/>
        </p:xfrm>
        <a:graphic>
          <a:graphicData uri="http://schemas.openxmlformats.org/drawingml/2006/chart">
            <c:chart xmlns:c="http://schemas.openxmlformats.org/drawingml/2006/chart" r:id="rRoma6_R776e6c464d544feb"/>
          </a:graphicData>
        </a:graphic>
      </p:graphicFrame>
      <p:sp>
        <p:nvSpPr>
          <p:cNvPr id="9" name="revision-text">
            <a:extLst>
              <a:ext uri="{FF2B5EF4-FFF2-40B4-BE49-F238E27FC236}">
                <a16:creationId xmlns:a16="http://schemas.microsoft.com/office/drawing/2014/main" id="{81E1B9B6-6F95-481A-A6A5-C56B51278461}"/>
              </a:ext>
            </a:extLst>
          </p:cNvPr>
          <p:cNvSpPr>
            <a:spLocks noGrp="1"/>
          </p:cNvSpPr>
          <p:nvPr/>
        </p:nvSpPr>
        <p:spPr>
          <a:xfrm>
            <a:off x="590550" y="6038850"/>
            <a:ext cx="11029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AdaGrad сохраняет 16. RMSprop на каждом следующем шаге оставляет половину.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Adam: направление и размер шага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sp>
        <p:nvSpPr>
          <p:cNvPr id="7" name="revision-text">
            <a:extLst>
              <a:ext uri="{FF2B5EF4-FFF2-40B4-BE49-F238E27FC236}">
                <a16:creationId xmlns:a16="http://schemas.microsoft.com/office/drawing/2014/main" id="{E34DB949-60E3-4D7D-BCB3-3A9E19A62E22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10299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Adam сочетает идеи Momentum и RMSprop.</a:t>
            </a:r>
          </a:p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каждого веса он хранит два скользящих средних.</a:t>
            </a:r>
          </a:p>
        </p:txBody>
      </p:sp>
      <p:sp>
        <p:nvSpPr>
          <p:cNvPr id="8" name="revision-text">
            <a:extLst>
              <a:ext uri="{FF2B5EF4-FFF2-40B4-BE49-F238E27FC236}">
                <a16:creationId xmlns:a16="http://schemas.microsoft.com/office/drawing/2014/main" id="{2C2D0D4F-7F95-4FCC-BAFD-CC4E36F19E43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Среднее градиентов m</a:t>
            </a:r>
          </a:p>
        </p:txBody>
      </p:sp>
      <p:sp>
        <p:nvSpPr>
          <p:cNvPr id="9" name="revision-text">
            <a:extLst>
              <a:ext uri="{FF2B5EF4-FFF2-40B4-BE49-F238E27FC236}">
                <a16:creationId xmlns:a16="http://schemas.microsoft.com/office/drawing/2014/main" id="{A462193C-DEAF-428A-8B5A-5E333018197F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523875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Сглаживает колебания направления.</a:t>
            </a:r>
          </a:p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случайный градиент меньше</a:t>
            </a:r>
          </a:p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влияет на следующий шаг.</a:t>
            </a:r>
          </a:p>
        </p:txBody>
      </p:sp>
      <p:sp>
        <p:nvSpPr>
          <p:cNvPr id="10" name="revision-text">
            <a:extLst>
              <a:ext uri="{FF2B5EF4-FFF2-40B4-BE49-F238E27FC236}">
                <a16:creationId xmlns:a16="http://schemas.microsoft.com/office/drawing/2014/main" id="{8566FC0B-5141-4AAD-80B4-BCC2090CB28C}"/>
              </a:ext>
            </a:extLst>
          </p:cNvPr>
          <p:cNvSpPr>
            <a:spLocks noGrp="1"/>
          </p:cNvSpPr>
          <p:nvPr/>
        </p:nvSpPr>
        <p:spPr>
          <a:xfrm>
            <a:off x="6477000" y="3390900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Среднее квадратов v</a:t>
            </a:r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D6137495-0BFF-48AE-AAEE-4E46584A1105}"/>
              </a:ext>
            </a:extLst>
          </p:cNvPr>
          <p:cNvSpPr>
            <a:spLocks noGrp="1"/>
          </p:cNvSpPr>
          <p:nvPr/>
        </p:nvSpPr>
        <p:spPr>
          <a:xfrm>
            <a:off x="6477000" y="3962400"/>
            <a:ext cx="51435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Учитывает размер градиентов.</a:t>
            </a:r>
          </a:p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Чем оно больше, тем сильнее</a:t>
            </a:r>
          </a:p>
          <a:p>
            <a:pPr>
              <a:lnSpc>
                <a:spcPct val="110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уменьшаем шаг по этому весу.</a:t>
            </a:r>
          </a:p>
        </p:txBody>
      </p:sp>
      <p:sp>
        <p:nvSpPr>
          <p:cNvPr id="12" name="revision-text">
            <a:extLst>
              <a:ext uri="{FF2B5EF4-FFF2-40B4-BE49-F238E27FC236}">
                <a16:creationId xmlns:a16="http://schemas.microsoft.com/office/drawing/2014/main" id="{0B7B2E1D-7332-4910-9791-2CA1523D1A1A}"/>
              </a:ext>
            </a:extLst>
          </p:cNvPr>
          <p:cNvSpPr>
            <a:spLocks noGrp="1"/>
          </p:cNvSpPr>
          <p:nvPr/>
        </p:nvSpPr>
        <p:spPr>
          <a:xfrm>
            <a:off x="2286000" y="5314950"/>
            <a:ext cx="7620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new</m:t>
                    </m:r>
                  </m:sub>
                </m:sSub>
                <m:r>
                  <m:t>=</m:t>
                </m:r>
                <m:r>
                  <m:t>w</m:t>
                </m:r>
                <m:r>
                  <m:t>-</m:t>
                </m:r>
                <m:r>
                  <m:t>η</m:t>
                </m:r>
                <m:f>
                  <m:fPr>
                    <m:type m:val="bar"/>
                  </m:fPr>
                  <m:num>
                    <m:sSup>
                      <m:e>
                        <m:r>
                          <m:t>m</m:t>
                        </m:r>
                      </m:e>
                      <m:sup>
                        <m:r>
                          <m:t>c</m:t>
                        </m:r>
                      </m:sup>
                    </m:sSup>
                  </m:num>
                  <m:den>
                    <m:rad>
                      <m:radPr>
                        <m:degHide m:val="on"/>
                      </m:radPr>
                      <m:e>
                        <m:sSup>
                          <m:e>
                            <m:r>
                              <m:t>v</m:t>
                            </m:r>
                          </m:e>
                          <m:sup>
                            <m:r>
                              <m:t>c</m:t>
                            </m:r>
                          </m:sup>
                        </m:sSup>
                      </m:e>
                    </m:rad>
                    <m:r>
                      <m:t>+</m:t>
                    </m:r>
                    <m:r>
                      <m:t>ε</m:t>
                    </m:r>
                  </m:den>
                </m:f>
              </m:oMath>
            </a14:m>
          </a:p>
        </p:txBody>
      </p:sp>
      <p:sp>
        <p:nvSpPr>
          <p:cNvPr id="13" name="revision-text">
            <a:extLst>
              <a:ext uri="{FF2B5EF4-FFF2-40B4-BE49-F238E27FC236}">
                <a16:creationId xmlns:a16="http://schemas.microsoft.com/office/drawing/2014/main" id="{6821D048-AD66-4E07-AF00-D9680D5FA145}"/>
              </a:ext>
            </a:extLst>
          </p:cNvPr>
          <p:cNvSpPr>
            <a:spLocks noGrp="1"/>
          </p:cNvSpPr>
          <p:nvPr/>
        </p:nvSpPr>
        <p:spPr>
          <a:xfrm>
            <a:off x="590550" y="6305550"/>
            <a:ext cx="11029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mᶜ и vᶜ: средние с поправкой на нулевые начальные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Какую задачу решает каждый метод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2. Методы изменения шага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="590550" y="2381250"/>
          <a:ext cx="11029950" cy="3457575"/>
        </p:xfrm>
        <a:graphic>
          <a:graphicData uri="http://schemas.openxmlformats.org/drawingml/2006/table">
            <a:tbl>
              <a:tblPr firstRow="1"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5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хотим исправить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 счёт чего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Momentum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Направление шага колеблется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Учитываем прошлые направления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AdaGrad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 признаков разная история градиентов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Свой накопленный масштаб для каждого веса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RMSprop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Старые большие градиенты уменьшают шаг надолго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Забываем старые квадраты градиентов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Нужны и устойчивое направление, и адаптивный масштаб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Сочетаем два скользящих средних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04-content-115">
            <a:extLst>
              <a:ext uri="{FF2B5EF4-FFF2-40B4-BE49-F238E27FC236}">
                <a16:creationId xmlns:a16="http://schemas.microsoft.com/office/drawing/2014/main" id="{386F072C-07C3-45B5-A554-05D3BEC6E197}"/>
              </a:ext>
            </a:extLst>
          </p:cNvPr>
          <p:cNvSpPr>
            <a:spLocks noGrp="1"/>
          </p:cNvSpPr>
          <p:nvPr/>
        </p:nvSpPr>
        <p:spPr>
          <a:xfrm>
            <a:off x="590550" y="6010275"/>
            <a:ext cx="11029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Это разные способы строить шаг. Подходящий метод выбираем по обучению и validation.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Линейная классификация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198">
            <a:extLst>
              <a:ext uri="{FF2B5EF4-FFF2-40B4-BE49-F238E27FC236}">
                <a16:creationId xmlns:a16="http://schemas.microsoft.com/office/drawing/2014/main" id="{A7A54E87-EFED-48FA-9AD8-5341060C8385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142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8" name="l04-content-199">
            <a:extLst>
              <a:ext uri="{FF2B5EF4-FFF2-40B4-BE49-F238E27FC236}">
                <a16:creationId xmlns:a16="http://schemas.microsoft.com/office/drawing/2014/main" id="{BAC0A384-429C-4123-8900-CAAB17C17C35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9048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Скор и прямая граница решений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Отступ объекта и доля ошибок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Бинарная задача: опоздает ли доставка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00">
            <a:extLst>
              <a:ext uri="{FF2B5EF4-FFF2-40B4-BE49-F238E27FC236}">
                <a16:creationId xmlns:a16="http://schemas.microsoft.com/office/drawing/2014/main" id="{246DA827-D92C-41DD-9B90-B1BBA30CF19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10299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подтверждении заказа хотим предсказать, займёт ли доставка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больше 30 минут. Признаки известны уже в этот момент.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676650"/>
          <a:ext cx="11029950" cy="1724025"/>
        </p:xfrm>
        <a:graphic>
          <a:graphicData uri="http://schemas.openxmlformats.org/drawingml/2006/table">
            <a:tbl>
              <a:tblPr firstRow="1"/>
              <a:tblGrid>
                <a:gridCol w="30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Смысл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= +1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Доставка заняла больше 30 минут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= 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Доставка заняла не больше 30 минут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Линейный скор и правило решения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01">
            <a:extLst>
              <a:ext uri="{FF2B5EF4-FFF2-40B4-BE49-F238E27FC236}">
                <a16:creationId xmlns:a16="http://schemas.microsoft.com/office/drawing/2014/main" id="{EDB2AA38-D4E6-4AA6-BF67-24C015583644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Каждый признак вносит в скор свой вклад. Положительный скор означает прогноз «опоздает», отрицательный «вовремя».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202">
                <a:extLst>
                  <a:ext uri="{FF2B5EF4-FFF2-40B4-BE49-F238E27FC236}">
                    <a16:creationId xmlns:a16="http://schemas.microsoft.com/office/drawing/2014/main" id="{E04301BA-9F6B-4FA2-A833-8CAA07F9225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228975"/>
                <a:ext cx="11029950" cy="800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92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202">
                <a:extLst>
                  <a:ext uri="{FF2B5EF4-FFF2-40B4-BE49-F238E27FC236}">
                    <a16:creationId xmlns:a16="http://schemas.microsoft.com/office/drawing/2014/main" id="{E04301BA-9F6B-4FA2-A833-8CAA07F92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228975"/>
                <a:ext cx="11029950" cy="800100"/>
              </a:xfrm>
              <a:prstGeom prst="rect">
                <a:avLst/>
              </a:prstGeom>
              <a:blipFill>
                <a:blip r:embed="rId3"/>
                <a:stretch>
                  <a:fillRect t="-195313" b="-30781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l04-content-203">
                <a:extLst>
                  <a:ext uri="{FF2B5EF4-FFF2-40B4-BE49-F238E27FC236}">
                    <a16:creationId xmlns:a16="http://schemas.microsoft.com/office/drawing/2014/main" id="{15B43288-B13C-45DE-BD78-EC875627836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4381500"/>
                <a:ext cx="11029950" cy="800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92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i="0"/>
                        <m:t>sign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l04-content-203">
                <a:extLst>
                  <a:ext uri="{FF2B5EF4-FFF2-40B4-BE49-F238E27FC236}">
                    <a16:creationId xmlns:a16="http://schemas.microsoft.com/office/drawing/2014/main" id="{15B43288-B13C-45DE-BD78-EC8756278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4381500"/>
                <a:ext cx="11029950" cy="800100"/>
              </a:xfrm>
              <a:prstGeom prst="rect">
                <a:avLst/>
              </a:prstGeom>
              <a:blipFill>
                <a:blip r:embed="rId4"/>
                <a:stretch>
                  <a:fillRect t="-156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04-content-204">
            <a:extLst>
              <a:ext uri="{FF2B5EF4-FFF2-40B4-BE49-F238E27FC236}">
                <a16:creationId xmlns:a16="http://schemas.microsoft.com/office/drawing/2014/main" id="{D49C62E8-C88F-4C4D-A9A4-CD84E31C744F}"/>
              </a:ext>
            </a:extLst>
          </p:cNvPr>
          <p:cNvSpPr>
            <a:spLocks noGrp="1"/>
          </p:cNvSpPr>
          <p:nvPr/>
        </p:nvSpPr>
        <p:spPr>
          <a:xfrm>
            <a:off x="590550" y="5572125"/>
            <a:ext cx="110299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Пример: f(x) = −7 + расстояние + нагрузка.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f(x) = 0 ответ считаем ошибкой.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Граница решений на двух признаках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05">
            <a:extLst>
              <a:ext uri="{FF2B5EF4-FFF2-40B4-BE49-F238E27FC236}">
                <a16:creationId xmlns:a16="http://schemas.microsoft.com/office/drawing/2014/main" id="{0C908D5B-86D4-4866-9486-A8B220545B41}"/>
              </a:ext>
            </a:extLst>
          </p:cNvPr>
          <p:cNvSpPr>
            <a:spLocks noGrp="1"/>
          </p:cNvSpPr>
          <p:nvPr/>
        </p:nvSpPr>
        <p:spPr>
          <a:xfrm>
            <a:off x="590550" y="2228850"/>
            <a:ext cx="11029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Учебные заказы. Выше прямой модель предсказывает опоздание,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ниже прямой: доставку вовремя. Граница: расстояние + нагрузка = 7.</a:t>
            </a:r>
          </a:p>
        </p:txBody>
      </p:sp>
      <p:sp>
        <p:nvSpPr>
          <p:cNvPr id="8" name="l04-content-206">
            <a:extLst>
              <a:ext uri="{FF2B5EF4-FFF2-40B4-BE49-F238E27FC236}">
                <a16:creationId xmlns:a16="http://schemas.microsoft.com/office/drawing/2014/main" id="{15CA6E3C-712B-48E6-8ED2-3F1BA5F9AF64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Оранжевые точки: опоздала (+1)</a:t>
            </a:r>
          </a:p>
        </p:txBody>
      </p:sp>
      <p:sp>
        <p:nvSpPr>
          <p:cNvPr id="9" name="l04-content-207">
            <a:extLst>
              <a:ext uri="{FF2B5EF4-FFF2-40B4-BE49-F238E27FC236}">
                <a16:creationId xmlns:a16="http://schemas.microsoft.com/office/drawing/2014/main" id="{84C519BA-6D88-4073-A65B-838A7DC6D72B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Синие точки: вовремя (−1)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762000" y="3495675"/>
          <a:ext cx="10668000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Отступ объекта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08">
            <a:extLst>
              <a:ext uri="{FF2B5EF4-FFF2-40B4-BE49-F238E27FC236}">
                <a16:creationId xmlns:a16="http://schemas.microsoft.com/office/drawing/2014/main" id="{6A54A30B-13C0-4A44-884A-C0545F3C9931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110299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Умножим скор на правильную метку y ∈ {−1,+1}.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Знак результата сразу показывает, верно ли решение.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209">
                <a:extLst>
                  <a:ext uri="{FF2B5EF4-FFF2-40B4-BE49-F238E27FC236}">
                    <a16:creationId xmlns:a16="http://schemas.microsoft.com/office/drawing/2014/main" id="{EAC530C3-0086-4F67-B8BA-EA90DAEF0F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505200"/>
                <a:ext cx="11029950" cy="876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300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209">
                <a:extLst>
                  <a:ext uri="{FF2B5EF4-FFF2-40B4-BE49-F238E27FC236}">
                    <a16:creationId xmlns:a16="http://schemas.microsoft.com/office/drawing/2014/main" id="{EAC530C3-0086-4F67-B8BA-EA90DAEF0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505200"/>
                <a:ext cx="11029950" cy="876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Таблица 16"/>
          <p:cNvGraphicFramePr/>
          <p:nvPr/>
        </p:nvGraphicFramePr>
        <p:xfrm>
          <a:off x="590550" y="4629150"/>
          <a:ext cx="11029950" cy="1562100"/>
        </p:xfrm>
        <a:graphic>
          <a:graphicData uri="http://schemas.openxmlformats.org/drawingml/2006/table">
            <a:tbl>
              <a:tblPr first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Интерпретация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Mᵢ &gt; 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определён верно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Mᵢ &lt;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определён неверно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Mᵢ = 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 лежит на границе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Отступ: три учебных объекта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10">
            <a:extLst>
              <a:ext uri="{FF2B5EF4-FFF2-40B4-BE49-F238E27FC236}">
                <a16:creationId xmlns:a16="http://schemas.microsoft.com/office/drawing/2014/main" id="{236D8CC3-0817-47A7-8618-9612F0DC48D5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одного и того же классификатора сравним знак и величину M.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238500"/>
          <a:ext cx="11029950" cy="2638424"/>
        </p:xfrm>
        <a:graphic>
          <a:graphicData uri="http://schemas.openxmlformats.org/drawingml/2006/table">
            <a:tbl>
              <a:tblPr first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96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Метка y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 f(x)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M = y f(x)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Результат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Верно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+0,3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Большая ошибка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Доля ошибок как критерий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11">
            <a:extLst>
              <a:ext uri="{FF2B5EF4-FFF2-40B4-BE49-F238E27FC236}">
                <a16:creationId xmlns:a16="http://schemas.microsoft.com/office/drawing/2014/main" id="{AE4A014E-D00A-476B-A531-BBAD4A57AC9B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110299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Естественный критерий классификации считает неверные ответы.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212">
                <a:extLst>
                  <a:ext uri="{FF2B5EF4-FFF2-40B4-BE49-F238E27FC236}">
                    <a16:creationId xmlns:a16="http://schemas.microsoft.com/office/drawing/2014/main" id="{EB8BCEBB-D8DE-44FF-AF12-3ED4D660EC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295650"/>
                <a:ext cx="11029950" cy="1000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70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0/1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≤0]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212">
                <a:extLst>
                  <a:ext uri="{FF2B5EF4-FFF2-40B4-BE49-F238E27FC236}">
                    <a16:creationId xmlns:a16="http://schemas.microsoft.com/office/drawing/2014/main" id="{EB8BCEBB-D8DE-44FF-AF12-3ED4D660EC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295650"/>
                <a:ext cx="11029950" cy="1000125"/>
              </a:xfrm>
              <a:prstGeom prst="rect">
                <a:avLst/>
              </a:prstGeom>
              <a:blipFill>
                <a:blip r:embed="rId3"/>
                <a:stretch>
                  <a:fillRect t="-147500" b="-2087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04-content-213">
            <a:extLst>
              <a:ext uri="{FF2B5EF4-FFF2-40B4-BE49-F238E27FC236}">
                <a16:creationId xmlns:a16="http://schemas.microsoft.com/office/drawing/2014/main" id="{B1623D2D-68A2-402B-B228-10CAE60FE79C}"/>
              </a:ext>
            </a:extLst>
          </p:cNvPr>
          <p:cNvSpPr>
            <a:spLocks noGrp="1"/>
          </p:cNvSpPr>
          <p:nvPr/>
        </p:nvSpPr>
        <p:spPr>
          <a:xfrm>
            <a:off x="590550" y="4733925"/>
            <a:ext cx="110299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Функция [M ≤ 0] кусочно постоянна. Её градиент почти всюду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равен нулю, поэтому обычный GD не получает полезного направления.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0–1 потеря: ступенька в нуле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3. Линейная классификация</a:t>
            </a:r>
          </a:p>
        </p:txBody>
      </p:sp>
      <p:sp>
        <p:nvSpPr>
          <p:cNvPr id="7" name="l04-content-214">
            <a:extLst>
              <a:ext uri="{FF2B5EF4-FFF2-40B4-BE49-F238E27FC236}">
                <a16:creationId xmlns:a16="http://schemas.microsoft.com/office/drawing/2014/main" id="{6DBE42C4-472A-4F52-82B2-700B587A166D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M ≤ 0 ошибка стоит 1. При M &gt; 0 стоит 0. Малый сдвиг вдали от нуля не меняет штраф.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809625" y="3371850"/>
          <a:ext cx="10534650" cy="2924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Потери и качество классификации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15">
            <a:extLst>
              <a:ext uri="{FF2B5EF4-FFF2-40B4-BE49-F238E27FC236}">
                <a16:creationId xmlns:a16="http://schemas.microsoft.com/office/drawing/2014/main" id="{080F758A-50E8-4CE8-9B56-2AD8932B30EE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142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8" name="l04-content-216">
            <a:extLst>
              <a:ext uri="{FF2B5EF4-FFF2-40B4-BE49-F238E27FC236}">
                <a16:creationId xmlns:a16="http://schemas.microsoft.com/office/drawing/2014/main" id="{C03B7805-4712-4F4F-8A84-48BAE00CCB4D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9048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Замена неудобной 0–1 потери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 и цена ошибок при дисбалансе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Вопрос: чем заменить ступеньку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17">
            <a:extLst>
              <a:ext uri="{FF2B5EF4-FFF2-40B4-BE49-F238E27FC236}">
                <a16:creationId xmlns:a16="http://schemas.microsoft.com/office/drawing/2014/main" id="{EBE4B968-42E3-47E4-BC97-D96499DA47E6}"/>
              </a:ext>
            </a:extLst>
          </p:cNvPr>
          <p:cNvSpPr>
            <a:spLocks noGrp="1"/>
          </p:cNvSpPr>
          <p:nvPr/>
        </p:nvSpPr>
        <p:spPr>
          <a:xfrm>
            <a:off x="590550" y="2505075"/>
            <a:ext cx="110299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объект имеет отступ M = −2.</a:t>
            </a:r>
          </a:p>
        </p:txBody>
      </p:sp>
      <p:sp>
        <p:nvSpPr>
          <p:cNvPr id="8" name="l04-content-218">
            <a:extLst>
              <a:ext uri="{FF2B5EF4-FFF2-40B4-BE49-F238E27FC236}">
                <a16:creationId xmlns:a16="http://schemas.microsoft.com/office/drawing/2014/main" id="{12419B9E-7675-48BC-830A-7C3C93C46E10}"/>
              </a:ext>
            </a:extLst>
          </p:cNvPr>
          <p:cNvSpPr>
            <a:spLocks noGrp="1"/>
          </p:cNvSpPr>
          <p:nvPr/>
        </p:nvSpPr>
        <p:spPr>
          <a:xfrm>
            <a:off x="590550" y="3467100"/>
            <a:ext cx="110299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Другой </a:t>
            </a:r>
            <a:r>
              <a:rPr sz="2400" b="0" dirty="0" err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находится</a:t>
            </a:r>
            <a:r>
              <a:rPr sz="2400" b="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400" b="0" dirty="0" err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рядом</a:t>
            </a:r>
            <a:r>
              <a:rPr sz="2400" b="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400" b="0" dirty="0" err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</a:t>
            </a:r>
            <a:r>
              <a:rPr sz="2400" b="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400" b="0" dirty="0" err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границей</a:t>
            </a:r>
            <a:r>
              <a:rPr sz="2400" b="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: M = −0,1.</a:t>
            </a:r>
          </a:p>
        </p:txBody>
      </p:sp>
      <p:sp>
        <p:nvSpPr>
          <p:cNvPr id="9" name="l04-content-219">
            <a:extLst>
              <a:ext uri="{FF2B5EF4-FFF2-40B4-BE49-F238E27FC236}">
                <a16:creationId xmlns:a16="http://schemas.microsoft.com/office/drawing/2014/main" id="{9B6E69CC-7FAE-4EEB-9384-90E05C19B4B9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110299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0–1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потеря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равна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1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для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обоих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. Как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показать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алгоритму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,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какая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ошибка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 </a:t>
            </a:r>
            <a:r>
              <a:rPr sz="2625" b="1" dirty="0" err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хуже</a:t>
            </a:r>
            <a:r>
              <a:rPr sz="2625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Заменяем 0–1 потерю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20">
            <a:extLst>
              <a:ext uri="{FF2B5EF4-FFF2-40B4-BE49-F238E27FC236}">
                <a16:creationId xmlns:a16="http://schemas.microsoft.com/office/drawing/2014/main" id="{7F65F776-B300-4F61-BA9B-4A0E6300BA91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Вместо скачка в нуле берём функцию от отступа, которая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меняется постепенно и даёт направление для оптимизации.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629025"/>
          <a:ext cx="11029950" cy="2171700"/>
        </p:xfrm>
        <a:graphic>
          <a:graphicData uri="http://schemas.openxmlformats.org/drawingml/2006/table">
            <a:tbl>
              <a:tblPr first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M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0–1 потеря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Желаемое поведение суррогата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Сильная ошибка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Большой штраф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Рядом с границей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Зависит от знака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Заметный штраф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Уверенно верно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Малый штраф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Четыре функции потерь от отступа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="590550" y="2400300"/>
          <a:ext cx="11029950" cy="3943350"/>
        </p:xfrm>
        <a:graphic>
          <a:graphicData uri="http://schemas.openxmlformats.org/drawingml/2006/table">
            <a:tbl>
              <a:tblPr/>
              <a:tblGrid>
                <a:gridCol w="3048000"/>
                <a:gridCol w="3571875"/>
                <a:gridCol w="4410075"/>
              </a:tblGrid>
              <a:tr h="5334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Формула L(M)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Свойство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8191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Экспоненциальная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Сильно наказывает большие ошибки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952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Сигмоидальная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Ограничена, но невыпукла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Логистическая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Гладкая и выпуклая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8191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Hinge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Нулевой штраф при M ≥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vision-text">
            <a:extLst>
              <a:ext uri="{FF2B5EF4-FFF2-40B4-BE49-F238E27FC236}">
                <a16:creationId xmlns:a16="http://schemas.microsoft.com/office/drawing/2014/main" id="{42FF6F71-A762-49CD-8AD3-E22D8B406720}"/>
              </a:ext>
            </a:extLst>
          </p:cNvPr>
          <p:cNvSpPr>
            <a:spLocks noGrp="1"/>
          </p:cNvSpPr>
          <p:nvPr/>
        </p:nvSpPr>
        <p:spPr>
          <a:xfrm>
            <a:off x="3790950" y="3019425"/>
            <a:ext cx="3257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exp</m:t>
                </m:r>
                <m:r>
                  <m:t>(</m:t>
                </m:r>
                <m:r>
                  <m:t>-</m:t>
                </m:r>
                <m:r>
                  <m:t>M</m:t>
                </m:r>
                <m:r>
                  <m:t>)</m:t>
                </m:r>
              </m:oMath>
            </a14:m>
          </a:p>
        </p:txBody>
      </p:sp>
      <p:sp>
        <p:nvSpPr>
          <p:cNvPr id="9" name="revision-text">
            <a:extLst>
              <a:ext uri="{FF2B5EF4-FFF2-40B4-BE49-F238E27FC236}">
                <a16:creationId xmlns:a16="http://schemas.microsoft.com/office/drawing/2014/main" id="{7F331D4A-2292-4902-89FC-2E3412982A70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32575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2</m:t>
                    </m:r>
                  </m:num>
                  <m:den>
                    <m:r>
                      <m:t>1</m:t>
                    </m:r>
                    <m:r>
                      <m:t>+</m:t>
                    </m:r>
                    <m:r>
                      <m:t>exp</m:t>
                    </m:r>
                    <m:r>
                      <m:t>(</m:t>
                    </m:r>
                    <m:r>
                      <m:t>M</m:t>
                    </m:r>
                    <m:r>
                      <m:t>)</m:t>
                    </m:r>
                  </m:den>
                </m:f>
              </m:oMath>
            </a14:m>
          </a:p>
        </p:txBody>
      </p:sp>
      <p:sp>
        <p:nvSpPr>
          <p:cNvPr id="10" name="revision-text">
            <a:extLst>
              <a:ext uri="{FF2B5EF4-FFF2-40B4-BE49-F238E27FC236}">
                <a16:creationId xmlns:a16="http://schemas.microsoft.com/office/drawing/2014/main" id="{25F0AC74-33AC-4E48-801D-DD4498ECFD65}"/>
              </a:ext>
            </a:extLst>
          </p:cNvPr>
          <p:cNvSpPr>
            <a:spLocks noGrp="1"/>
          </p:cNvSpPr>
          <p:nvPr/>
        </p:nvSpPr>
        <p:spPr>
          <a:xfrm>
            <a:off x="3790950" y="4772025"/>
            <a:ext cx="32575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ln</m:t>
                </m:r>
                <m:r>
                  <m:t>(</m:t>
                </m:r>
                <m:r>
                  <m:t>1</m:t>
                </m:r>
                <m:r>
                  <m:t>+</m:t>
                </m:r>
                <m:r>
                  <m:t>exp</m:t>
                </m:r>
                <m:r>
                  <m:t>(</m:t>
                </m:r>
                <m:r>
                  <m:t>-</m:t>
                </m:r>
                <m:r>
                  <m:t>M</m:t>
                </m:r>
                <m:r>
                  <m:t>)</m:t>
                </m:r>
                <m:r>
                  <m:t>)</m:t>
                </m:r>
              </m:oMath>
            </a14:m>
          </a:p>
        </p:txBody>
      </p:sp>
      <p:sp>
        <p:nvSpPr>
          <p:cNvPr id="11" name="revision-text">
            <a:extLst>
              <a:ext uri="{FF2B5EF4-FFF2-40B4-BE49-F238E27FC236}">
                <a16:creationId xmlns:a16="http://schemas.microsoft.com/office/drawing/2014/main" id="{2F33264F-6EFD-4798-BFB1-EE7412EF6268}"/>
              </a:ext>
            </a:extLst>
          </p:cNvPr>
          <p:cNvSpPr>
            <a:spLocks noGrp="1"/>
          </p:cNvSpPr>
          <p:nvPr/>
        </p:nvSpPr>
        <p:spPr>
          <a:xfrm>
            <a:off x="3790950" y="5591175"/>
            <a:ext cx="32575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max</m:t>
                </m:r>
                <m:r>
                  <m:t>(</m:t>
                </m:r>
                <m:r>
                  <m:t>0</m:t>
                </m:r>
                <m:r>
                  <m:t>,</m:t>
                </m:r>
                <m:r>
                  <m:t>1</m:t>
                </m:r>
                <m:r>
                  <m:t>-</m:t>
                </m:r>
                <m:r>
                  <m:t>M</m:t>
                </m:r>
                <m:r>
                  <m:t>)</m:t>
                </m:r>
              </m:oMath>
            </a14:m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Логистическая потеря и hinge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25">
            <a:extLst>
              <a:ext uri="{FF2B5EF4-FFF2-40B4-BE49-F238E27FC236}">
                <a16:creationId xmlns:a16="http://schemas.microsoft.com/office/drawing/2014/main" id="{6F59661B-D285-4F34-848E-EB66CE2CF913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Чёрная линия: 0–1 потеря. Цветная: потеря для обучения.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 обеих панелей одинаковые оси, поэтому высоты можно сравнивать.</a:t>
            </a:r>
          </a:p>
        </p:txBody>
      </p:sp>
      <p:sp>
        <p:nvSpPr>
          <p:cNvPr id="8" name="l04-content-226">
            <a:extLst>
              <a:ext uri="{FF2B5EF4-FFF2-40B4-BE49-F238E27FC236}">
                <a16:creationId xmlns:a16="http://schemas.microsoft.com/office/drawing/2014/main" id="{257F1F3A-5375-4F51-83B5-C9EA5B21D2E1}"/>
              </a:ext>
            </a:extLst>
          </p:cNvPr>
          <p:cNvSpPr>
            <a:spLocks noGrp="1"/>
          </p:cNvSpPr>
          <p:nvPr/>
        </p:nvSpPr>
        <p:spPr>
          <a:xfrm>
            <a:off x="590550" y="3286125"/>
            <a:ext cx="5219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Логистическая: плавно убывает</a:t>
            </a:r>
          </a:p>
        </p:txBody>
      </p:sp>
      <p:sp>
        <p:nvSpPr>
          <p:cNvPr id="9" name="l04-content-227">
            <a:extLst>
              <a:ext uri="{FF2B5EF4-FFF2-40B4-BE49-F238E27FC236}">
                <a16:creationId xmlns:a16="http://schemas.microsoft.com/office/drawing/2014/main" id="{3484DAFB-1B28-4EF0-9766-9F827D497D0D}"/>
              </a:ext>
            </a:extLst>
          </p:cNvPr>
          <p:cNvSpPr>
            <a:spLocks noGrp="1"/>
          </p:cNvSpPr>
          <p:nvPr/>
        </p:nvSpPr>
        <p:spPr>
          <a:xfrm>
            <a:off x="6381750" y="3286125"/>
            <a:ext cx="5219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Hinge: равна нулю при M ≥ 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590550" y="3962400"/>
          <a:ext cx="52197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381750" y="3962400"/>
          <a:ext cx="52197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при большом отрицательном отступе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28">
            <a:extLst>
              <a:ext uri="{FF2B5EF4-FFF2-40B4-BE49-F238E27FC236}">
                <a16:creationId xmlns:a16="http://schemas.microsoft.com/office/drawing/2014/main" id="{239D69A4-5DD9-487D-9727-B1163FD271E2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M = −2 экспоненциальная потеря равна 7,39, сигмоидальная 1,76.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Экспонента растёт без границы, сигмоидальная стремится к 2.</a:t>
            </a:r>
          </a:p>
        </p:txBody>
      </p:sp>
      <p:sp>
        <p:nvSpPr>
          <p:cNvPr id="8" name="l04-content-229">
            <a:extLst>
              <a:ext uri="{FF2B5EF4-FFF2-40B4-BE49-F238E27FC236}">
                <a16:creationId xmlns:a16="http://schemas.microsoft.com/office/drawing/2014/main" id="{B52750A7-2EFD-4983-A7E2-CF18A8DF8DBC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52197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Экспоненциальная: шкала 0–8</a:t>
            </a:r>
          </a:p>
        </p:txBody>
      </p:sp>
      <p:sp>
        <p:nvSpPr>
          <p:cNvPr id="9" name="l04-content-230">
            <a:extLst>
              <a:ext uri="{FF2B5EF4-FFF2-40B4-BE49-F238E27FC236}">
                <a16:creationId xmlns:a16="http://schemas.microsoft.com/office/drawing/2014/main" id="{EB16AA1F-581A-4A82-8A4F-7A4ED1375B69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52197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Сигмоидальная: шкала 0–2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590550" y="3990975"/>
          <a:ext cx="5219700" cy="227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381750" y="3990975"/>
          <a:ext cx="5219700" cy="227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потери относятся к ошибке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31">
            <a:extLst>
              <a:ext uri="{FF2B5EF4-FFF2-40B4-BE49-F238E27FC236}">
                <a16:creationId xmlns:a16="http://schemas.microsoft.com/office/drawing/2014/main" id="{38D57E08-EB08-44F7-835B-93D751DFC2B4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одинаковой доле ошибок модели могут иметь разные отступы.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Потери различают большой отрицательный отступ и точку у границы.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505200"/>
          <a:ext cx="11029950" cy="23241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M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0–1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exp(−M)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ln(1 + exp(−M))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max(0,1−M)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7,39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2,13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0,37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0,31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линейного классификатора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32">
            <a:extLst>
              <a:ext uri="{FF2B5EF4-FFF2-40B4-BE49-F238E27FC236}">
                <a16:creationId xmlns:a16="http://schemas.microsoft.com/office/drawing/2014/main" id="{4A221AF8-7D95-4BAC-B3C7-27C3A65FF897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Выбираем веса, минимизируя среднюю потерю на train.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Штраф за большие веса можно добавить отдельно.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l04-content-233">
                <a:extLst>
                  <a:ext uri="{FF2B5EF4-FFF2-40B4-BE49-F238E27FC236}">
                    <a16:creationId xmlns:a16="http://schemas.microsoft.com/office/drawing/2014/main" id="{4073BB90-01E2-4A66-897F-C90FC7E84F4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3476625"/>
                <a:ext cx="11029950" cy="1104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550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))+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l04-content-233">
                <a:extLst>
                  <a:ext uri="{FF2B5EF4-FFF2-40B4-BE49-F238E27FC236}">
                    <a16:creationId xmlns:a16="http://schemas.microsoft.com/office/drawing/2014/main" id="{4073BB90-01E2-4A66-897F-C90FC7E84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476625"/>
                <a:ext cx="11029950" cy="1104900"/>
              </a:xfrm>
              <a:prstGeom prst="rect">
                <a:avLst/>
              </a:prstGeom>
              <a:blipFill>
                <a:blip r:embed="rId3"/>
                <a:stretch>
                  <a:fillRect t="-129545" b="-16931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Что оптимизируем на трёх объектах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34">
            <a:extLst>
              <a:ext uri="{FF2B5EF4-FFF2-40B4-BE49-F238E27FC236}">
                <a16:creationId xmlns:a16="http://schemas.microsoft.com/office/drawing/2014/main" id="{68AA1737-333C-46DD-A76A-08411ABFF546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Вернёмся к объектам A, B и C. Выбрали логистическую потерю.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Пока считаем только среднюю потерю, без регуляризации.</a:t>
            </a:r>
          </a:p>
        </p:txBody>
      </p:sp>
      <p:graphicFrame>
        <p:nvGraphicFramePr>
          <p:cNvPr id="16" name="Таблица 15"/>
          <p:cNvGraphicFramePr/>
          <p:nvPr/>
        </p:nvGraphicFramePr>
        <p:xfrm>
          <a:off x="590550" y="3486150"/>
          <a:ext cx="11029950" cy="2152652"/>
        </p:xfrm>
        <a:graphic>
          <a:graphicData uri="http://schemas.openxmlformats.org/drawingml/2006/table">
            <a:tbl>
              <a:tblPr firstRow="1"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1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M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Правильный класс?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ln(1 + exp(−M))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Да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0,127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−2,0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2,127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l04-content-235">
            <a:extLst>
              <a:ext uri="{FF2B5EF4-FFF2-40B4-BE49-F238E27FC236}">
                <a16:creationId xmlns:a16="http://schemas.microsoft.com/office/drawing/2014/main" id="{38B4DA41-F928-44FD-9E9E-FBE2DB622882}"/>
              </a:ext>
            </a:extLst>
          </p:cNvPr>
          <p:cNvSpPr>
            <a:spLocks noGrp="1"/>
          </p:cNvSpPr>
          <p:nvPr/>
        </p:nvSpPr>
        <p:spPr>
          <a:xfrm>
            <a:off x="590550" y="5924550"/>
            <a:ext cx="110299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100" b="1" dirty="0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Средняя потеря ≈ 1,036. Доля ошибок = 2/3.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Accuracy: доля правильных ответов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l04-content-236">
                <a:extLst>
                  <a:ext uri="{FF2B5EF4-FFF2-40B4-BE49-F238E27FC236}">
                    <a16:creationId xmlns:a16="http://schemas.microsoft.com/office/drawing/2014/main" id="{ED06FCA5-B5FA-4C20-B7B1-CA60D23F7C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2686050"/>
                <a:ext cx="11029950" cy="1104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defRPr sz="2775" b="0">
                    <a:solidFill>
                      <a:srgbClr val="102D69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i="0"/>
                        <m:t>accuracy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l04-content-236">
                <a:extLst>
                  <a:ext uri="{FF2B5EF4-FFF2-40B4-BE49-F238E27FC236}">
                    <a16:creationId xmlns:a16="http://schemas.microsoft.com/office/drawing/2014/main" id="{ED06FCA5-B5FA-4C20-B7B1-CA60D23F7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2686050"/>
                <a:ext cx="11029950" cy="1104900"/>
              </a:xfrm>
              <a:prstGeom prst="rect">
                <a:avLst/>
              </a:prstGeom>
              <a:blipFill>
                <a:blip r:embed="rId3"/>
                <a:stretch>
                  <a:fillRect t="-137500" b="-18522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04-content-237">
            <a:extLst>
              <a:ext uri="{FF2B5EF4-FFF2-40B4-BE49-F238E27FC236}">
                <a16:creationId xmlns:a16="http://schemas.microsoft.com/office/drawing/2014/main" id="{05E67989-5755-4F84-B561-2312FEFBF372}"/>
              </a:ext>
            </a:extLst>
          </p:cNvPr>
          <p:cNvSpPr>
            <a:spLocks noGrp="1"/>
          </p:cNvSpPr>
          <p:nvPr/>
        </p:nvSpPr>
        <p:spPr>
          <a:xfrm>
            <a:off x="590550" y="4191000"/>
            <a:ext cx="110299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из 100 заказов правильно классифицированы 92,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 равна 0,92, или 92%.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 при редком положительном классе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38">
            <a:extLst>
              <a:ext uri="{FF2B5EF4-FFF2-40B4-BE49-F238E27FC236}">
                <a16:creationId xmlns:a16="http://schemas.microsoft.com/office/drawing/2014/main" id="{AF018C25-8F05-492A-A731-D850DE37CD37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102995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Среди 100 доставок только 5 опоздали. Модель, которая всегда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предсказывает «вовремя», правильно отвечает для 95 заказов.</a:t>
            </a:r>
          </a:p>
        </p:txBody>
      </p:sp>
      <p:graphicFrame>
        <p:nvGraphicFramePr>
          <p:cNvPr id="16" name="Таблица 15"/>
          <p:cNvGraphicFramePr/>
          <p:nvPr/>
        </p:nvGraphicFramePr>
        <p:xfrm>
          <a:off x="590550" y="3705225"/>
          <a:ext cx="11029950" cy="2019300"/>
        </p:xfrm>
        <a:graphic>
          <a:graphicData uri="http://schemas.openxmlformats.org/drawingml/2006/table">
            <a:tbl>
              <a:tblPr firstRow="1"/>
              <a:tblGrid>
                <a:gridCol w="412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Фактический класс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Сколько объектов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Правильно найдено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Вовремя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95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95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Опоздала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04-content-239">
            <a:extLst>
              <a:ext uri="{FF2B5EF4-FFF2-40B4-BE49-F238E27FC236}">
                <a16:creationId xmlns:a16="http://schemas.microsoft.com/office/drawing/2014/main" id="{FE9CF966-AAC5-43DA-8A00-01124093E49A}"/>
              </a:ext>
            </a:extLst>
          </p:cNvPr>
          <p:cNvSpPr>
            <a:spLocks noGrp="1"/>
          </p:cNvSpPr>
          <p:nvPr/>
        </p:nvSpPr>
        <p:spPr>
          <a:xfrm>
            <a:off x="590550" y="5924550"/>
            <a:ext cx="11029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EB681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EB681F"/>
                </a:solidFill>
                <a:latin typeface="HSE Sans"/>
                <a:ea typeface="HSE Sans"/>
                <a:cs typeface="HSE Sans"/>
              </a:rPr>
              <a:t>Accuracy = 95%, но все 5 опозданий пропущены.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Абсолютное и относительное улучшение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40">
            <a:extLst>
              <a:ext uri="{FF2B5EF4-FFF2-40B4-BE49-F238E27FC236}">
                <a16:creationId xmlns:a16="http://schemas.microsoft.com/office/drawing/2014/main" id="{7A241857-247A-4BE5-879E-A46BD3F2932B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110299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Относительное снижение ошибки нужно читать вместе с исходной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частотой ошибки и абсолютным изменением.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90550" y="3457575"/>
          <a:ext cx="11029950" cy="2190752"/>
        </p:xfrm>
        <a:graphic>
          <a:graphicData uri="http://schemas.openxmlformats.org/drawingml/2006/table">
            <a:tbl>
              <a:tblPr firstRow="1"/>
              <a:tblGrid>
                <a:gridCol w="32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Доля ошибок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Снижение в п. п.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Относительное снижение</a:t>
                      </a:r>
                    </a:p>
                  </a:txBody>
                  <a:tcPr anchor="ctr">
                    <a:solidFill>
                      <a:srgbClr val="10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20% до 10%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50%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50% до 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0,1% до 0,01%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0,09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90%</a:t>
                      </a:r>
                    </a:p>
                  </a:txBody>
                  <a:tcPr anchor="ctr"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сравнивать классификаторы</a:t>
            </a:r>
            <a:endParaRPr sz="3200" b="1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4. Потери и качество классификации</a:t>
            </a:r>
          </a:p>
        </p:txBody>
      </p:sp>
      <p:sp>
        <p:nvSpPr>
          <p:cNvPr id="7" name="l04-content-241">
            <a:extLst>
              <a:ext uri="{FF2B5EF4-FFF2-40B4-BE49-F238E27FC236}">
                <a16:creationId xmlns:a16="http://schemas.microsoft.com/office/drawing/2014/main" id="{2F930974-8845-41E2-914F-4BBBAE2860A5}"/>
              </a:ext>
            </a:extLst>
          </p:cNvPr>
          <p:cNvSpPr>
            <a:spLocks noGrp="1"/>
          </p:cNvSpPr>
          <p:nvPr/>
        </p:nvSpPr>
        <p:spPr>
          <a:xfrm>
            <a:off x="590550" y="2409825"/>
            <a:ext cx="1102995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1. Сначала определяем, какие ошибки важны для задачи.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2. Выбираем метрику и правило разбиения до подбора модели.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3. Сравниваем варианты на validation.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4. После выбора один раз считаем качество на test.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Градиентное обучение и</a:t>
            </a:r>
          </a:p>
          <a:p>
            <a:r>
              <a:t>линейная классификация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438275"/>
            <a:ext cx="11058525" cy="647700"/>
          </a:xfrm>
        </p:spPr>
        <p:txBody>
          <a:bodyPr lIns="0" tIns="0" rIns="0" bIns="0">
            <a:noAutofit/>
          </a:bodyPr>
          <a:lstStyle/>
          <a:p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Итоги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Итоги лекции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="590550" y="2543175"/>
          <a:ext cx="11029950" cy="3848100"/>
        </p:xfrm>
        <a:graphic>
          <a:graphicData uri="http://schemas.openxmlformats.org/drawingml/2006/table">
            <a:tbl>
              <a:tblPr/>
              <a:tblGrid>
                <a:gridCol w="2714625"/>
                <a:gridCol w="8315325"/>
              </a:tblGrid>
              <a:tr h="5524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Раздел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получили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12001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Градиентные методы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SAG хранит градиенты объектов. Momentum учитывает прошлые шаги.</a:t>
                      </a:r>
                    </a:p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AdaGrad, RMSprop и Adam подстраивают шаг для каждого веса.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1047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Классификация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Линейный скор задаёт границу.</a:t>
                      </a:r>
                    </a:p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показывает, верно ли классифицирован объект.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Обучение и оценка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 от отступа помогает обучать модель.</a:t>
                      </a:r>
                    </a:p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 оценке accuracy учитываем баланс классов.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4-content-242">
            <a:extLst>
              <a:ext uri="{FF2B5EF4-FFF2-40B4-BE49-F238E27FC236}">
                <a16:creationId xmlns:a16="http://schemas.microsoft.com/office/drawing/2014/main" id="{2E47DFA3-AAF8-497C-9DD6-6855FD3417A8}"/>
              </a:ext>
            </a:extLst>
          </p:cNvPr>
          <p:cNvSpPr>
            <a:spLocks noGrp="1"/>
          </p:cNvSpPr>
          <p:nvPr/>
        </p:nvSpPr>
        <p:spPr>
          <a:xfrm>
            <a:off x="590550" y="5162550"/>
            <a:ext cx="11010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2700" b="0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700" b="0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7401</Words>
  <Application>Microsoft Macintosh PowerPoint</Application>
  <DocSecurity>0</DocSecurity>
  <PresentationFormat>Широкоэкранный</PresentationFormat>
  <Paragraphs>1157</Paragraphs>
  <Slides>60</Slides>
  <Notes>60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HSE Sans</vt:lpstr>
      <vt:lpstr>Office Theme</vt:lpstr>
      <vt:lpstr>Градиентное обучение, линейная классификация</vt:lpstr>
      <vt:lpstr>Содержание</vt:lpstr>
      <vt:lpstr>SAG и выбор шага</vt:lpstr>
      <vt:lpstr>Что уже знаем: GD, mini-batch и SGD</vt:lpstr>
      <vt:lpstr>Вопрос: что не так с одним градиентом SGD</vt:lpstr>
      <vt:lpstr>Новый метод: SAG</vt:lpstr>
      <vt:lpstr>SAG: что делаем на каждой итерации</vt:lpstr>
      <vt:lpstr>SAG: первые два шага с пустой памятью</vt:lpstr>
      <vt:lpstr>Как коэффициент η меняет движение</vt:lpstr>
      <vt:lpstr>Шаг можно менять по расписанию</vt:lpstr>
      <vt:lpstr>Шаг можно подобрать по изменению ошибки</vt:lpstr>
      <vt:lpstr>Зачем отдельно обсуждают убывание шага в SGD</vt:lpstr>
      <vt:lpstr>Методы изменения шага</vt:lpstr>
      <vt:lpstr>Как пойдёт градиентный спуск из этой точки?</vt:lpstr>
      <vt:lpstr>Так идут 12 шагов градиентного спуска</vt:lpstr>
      <vt:lpstr>Momentum: шаг с инерцией</vt:lpstr>
      <vt:lpstr>GD и Momentum: сравнение траекторий</vt:lpstr>
      <vt:lpstr>Инерция и разреженный признак</vt:lpstr>
      <vt:lpstr>AdaGrad: отдельный масштаб для каждого веса</vt:lpstr>
      <vt:lpstr>AdaGrad: одинаковый градиент у двух признаков</vt:lpstr>
      <vt:lpstr>AdaGrad: от истории градиентов к новому шагу</vt:lpstr>
      <vt:lpstr>RMSprop: память с затуханием</vt:lpstr>
      <vt:lpstr>RMSprop: большой градиент постепенно забывается</vt:lpstr>
      <vt:lpstr>Adam: направление и масштаб шага</vt:lpstr>
      <vt:lpstr>Adam: куда двигаться и насколько</vt:lpstr>
      <vt:lpstr>Какую задачу решает каждый метод</vt:lpstr>
      <vt:lpstr>Разреженные модели</vt:lpstr>
      <vt:lpstr>Зачем после L2 обсуждать L1</vt:lpstr>
      <vt:lpstr>Разреженная модель</vt:lpstr>
      <vt:lpstr>L2 и L1: где решение касается ограничения</vt:lpstr>
      <vt:lpstr>Один вес: чем L1 отличается от L2</vt:lpstr>
      <vt:lpstr>L1: как обойти излом в нуле</vt:lpstr>
      <vt:lpstr>Мягкий порог: три числовых случая</vt:lpstr>
      <vt:lpstr>Почему порог равен ηλ</vt:lpstr>
      <vt:lpstr>Проксимальный шаг для L1</vt:lpstr>
      <vt:lpstr>Полный шаг: от двух весов до одного</vt:lpstr>
      <vt:lpstr>Что даёт и чего не даёт разреженность</vt:lpstr>
      <vt:lpstr>Линейная классификация</vt:lpstr>
      <vt:lpstr>Бинарная задача: опоздает ли доставка</vt:lpstr>
      <vt:lpstr>Линейный скор и правило решения</vt:lpstr>
      <vt:lpstr>Граница решений на двух признаках</vt:lpstr>
      <vt:lpstr>Отступ объекта</vt:lpstr>
      <vt:lpstr>Отступ: три учебных объекта</vt:lpstr>
      <vt:lpstr>Доля ошибок как критерий</vt:lpstr>
      <vt:lpstr>0–1 потеря: ступенька в нуле</vt:lpstr>
      <vt:lpstr>Потери и качество классификации</vt:lpstr>
      <vt:lpstr>Вопрос: чем заменить ступеньку</vt:lpstr>
      <vt:lpstr>Заменяем 0–1 потерю</vt:lpstr>
      <vt:lpstr>Четыре функции потерь от отступа</vt:lpstr>
      <vt:lpstr>Логистическая и hinge: как различаются формы</vt:lpstr>
      <vt:lpstr>Потеря при большом отрицательном отступе</vt:lpstr>
      <vt:lpstr>Как потери относятся к ошибке</vt:lpstr>
      <vt:lpstr>Обучение линейного классификатора</vt:lpstr>
      <vt:lpstr>Что оптимизируем на трёх объектах</vt:lpstr>
      <vt:lpstr>Accuracy: доля правильных ответов</vt:lpstr>
      <vt:lpstr>Accuracy при редком положительном классе</vt:lpstr>
      <vt:lpstr>Абсолютное и относительное улучшение</vt:lpstr>
      <vt:lpstr>Как сравнивать классификаторы</vt:lpstr>
      <vt:lpstr>Итоги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t68367</cp:lastModifiedBy>
  <cp:revision>1</cp:revision>
  <dcterms:created xsi:type="dcterms:W3CDTF">2026-09-30T08:42:47Z</dcterms:created>
  <dcterms:modified xsi:type="dcterms:W3CDTF">2026-09-30T10:38:03Z</dcterms:modified>
</cp:coreProperties>
</file>