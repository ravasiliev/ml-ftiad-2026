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3.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d0c87a83f2042eb" /><Relationship Type="http://schemas.openxmlformats.org/officeDocument/2006/relationships/extended-properties" Target="/docProps/app.xml" Id="Re7ebaf80b8144caf" /><Relationship Type="http://schemas.openxmlformats.org/officeDocument/2006/relationships/officeDocument" Target="/ppt/presentation.xml" Id="Rec76aabe43d442be" /></Relationships>
</file>

<file path=ppt/presentation.xml><?xml version="1.0" encoding="utf-8"?>
<p:presentation xmlns:p="http://schemas.openxmlformats.org/presentationml/2006/main">
  <p:sldMasterIdLst>
    <p:sldMasterId xmlns:r="http://schemas.openxmlformats.org/officeDocument/2006/relationships" id="2147483648" r:id="R265d887dbcd5488d"/>
  </p:sldMasterIdLst>
  <p:notesMasterIdLst>
    <p:notesMasterId xmlns:r="http://schemas.openxmlformats.org/officeDocument/2006/relationships" r:id="Rd03d69f1b5394ef0"/>
  </p:notesMasterIdLst>
  <p:sldIdLst>
    <p:sldId xmlns:r="http://schemas.openxmlformats.org/officeDocument/2006/relationships" id="256" r:id="Rbe8fb859d11a44b8"/>
    <p:sldId xmlns:r="http://schemas.openxmlformats.org/officeDocument/2006/relationships" id="257" r:id="R9cb3f93a5bb94daf"/>
    <p:sldId xmlns:r="http://schemas.openxmlformats.org/officeDocument/2006/relationships" id="258" r:id="R6026228c613f40c3"/>
    <p:sldId xmlns:r="http://schemas.openxmlformats.org/officeDocument/2006/relationships" id="259" r:id="R049a788089f8453a"/>
    <p:sldId xmlns:r="http://schemas.openxmlformats.org/officeDocument/2006/relationships" id="260" r:id="Rafddbbdc203e4ed3"/>
    <p:sldId xmlns:r="http://schemas.openxmlformats.org/officeDocument/2006/relationships" id="261" r:id="R883fd9576b7e49ad"/>
    <p:sldId xmlns:r="http://schemas.openxmlformats.org/officeDocument/2006/relationships" id="262" r:id="R942f32c7d4624419"/>
    <p:sldId xmlns:r="http://schemas.openxmlformats.org/officeDocument/2006/relationships" id="263" r:id="Rf7500e54e33641b3"/>
    <p:sldId xmlns:r="http://schemas.openxmlformats.org/officeDocument/2006/relationships" id="264" r:id="Rce82ce0307a640c9"/>
    <p:sldId xmlns:r="http://schemas.openxmlformats.org/officeDocument/2006/relationships" id="265" r:id="R89474d6d27b84664"/>
    <p:sldId xmlns:r="http://schemas.openxmlformats.org/officeDocument/2006/relationships" id="266" r:id="R4ffbc40ffc144b66"/>
    <p:sldId xmlns:r="http://schemas.openxmlformats.org/officeDocument/2006/relationships" id="267" r:id="Race88b02e8654850"/>
    <p:sldId xmlns:r="http://schemas.openxmlformats.org/officeDocument/2006/relationships" id="268" r:id="R907146678cb944d3"/>
    <p:sldId xmlns:r="http://schemas.openxmlformats.org/officeDocument/2006/relationships" id="269" r:id="R1a69a7705f8d474e"/>
    <p:sldId xmlns:r="http://schemas.openxmlformats.org/officeDocument/2006/relationships" id="270" r:id="R6c6800049cde48bd"/>
    <p:sldId xmlns:r="http://schemas.openxmlformats.org/officeDocument/2006/relationships" id="271" r:id="Rcb436f59843f4d33"/>
    <p:sldId xmlns:r="http://schemas.openxmlformats.org/officeDocument/2006/relationships" id="272" r:id="R0e1e7840fd604796"/>
    <p:sldId xmlns:r="http://schemas.openxmlformats.org/officeDocument/2006/relationships" id="273" r:id="R173925f9312344d4"/>
    <p:sldId xmlns:r="http://schemas.openxmlformats.org/officeDocument/2006/relationships" id="274" r:id="R4f34883e3d7f4fd8"/>
    <p:sldId xmlns:r="http://schemas.openxmlformats.org/officeDocument/2006/relationships" id="275" r:id="R9300d9348f5d41e6"/>
    <p:sldId xmlns:r="http://schemas.openxmlformats.org/officeDocument/2006/relationships" id="276" r:id="R159238fe49204330"/>
    <p:sldId xmlns:r="http://schemas.openxmlformats.org/officeDocument/2006/relationships" id="277" r:id="Ra7aad1bf51e84656"/>
    <p:sldId xmlns:r="http://schemas.openxmlformats.org/officeDocument/2006/relationships" id="278" r:id="R4ff6ccde0c784405"/>
    <p:sldId xmlns:r="http://schemas.openxmlformats.org/officeDocument/2006/relationships" id="279" r:id="R202358a3d8d144af"/>
    <p:sldId xmlns:r="http://schemas.openxmlformats.org/officeDocument/2006/relationships" id="280" r:id="Re13c509b58c24d78"/>
    <p:sldId xmlns:r="http://schemas.openxmlformats.org/officeDocument/2006/relationships" id="281" r:id="R0681dae59a0c4c95"/>
    <p:sldId xmlns:r="http://schemas.openxmlformats.org/officeDocument/2006/relationships" id="282" r:id="Re5e46d4763084425"/>
    <p:sldId xmlns:r="http://schemas.openxmlformats.org/officeDocument/2006/relationships" id="283" r:id="Rcc3c02ee6f1d46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d1486e27d514213" /><Relationship Type="http://schemas.openxmlformats.org/officeDocument/2006/relationships/slideMaster" Target="/ppt/slideMasters/slideMaster1.xml" Id="R265d887dbcd5488d" /><Relationship Type="http://schemas.openxmlformats.org/officeDocument/2006/relationships/notesMaster" Target="/ppt/notesMasters/notesMaster1.xml" Id="Rd03d69f1b5394ef0" /><Relationship Type="http://schemas.openxmlformats.org/officeDocument/2006/relationships/presProps" Target="/ppt/presProps.xml" Id="Rdf3cf48c32854e4f" /><Relationship Type="http://schemas.openxmlformats.org/officeDocument/2006/relationships/viewProps" Target="/ppt/viewProps.xml" Id="R00c35c380c6d4061" /><Relationship Type="http://schemas.openxmlformats.org/officeDocument/2006/relationships/tableStyles" Target="/ppt/tableStyles.xml" Id="Rea7abde3998c4664" /><Relationship Type="http://schemas.openxmlformats.org/officeDocument/2006/relationships/slide" Target="/ppt/slides/slide1.xml" Id="Rbe8fb859d11a44b8" /><Relationship Type="http://schemas.openxmlformats.org/officeDocument/2006/relationships/slide" Target="/ppt/slides/slide2.xml" Id="R9cb3f93a5bb94daf" /><Relationship Type="http://schemas.openxmlformats.org/officeDocument/2006/relationships/slide" Target="/ppt/slides/slide3.xml" Id="R6026228c613f40c3" /><Relationship Type="http://schemas.openxmlformats.org/officeDocument/2006/relationships/slide" Target="/ppt/slides/slide4.xml" Id="R049a788089f8453a" /><Relationship Type="http://schemas.openxmlformats.org/officeDocument/2006/relationships/slide" Target="/ppt/slides/slide5.xml" Id="Rafddbbdc203e4ed3" /><Relationship Type="http://schemas.openxmlformats.org/officeDocument/2006/relationships/slide" Target="/ppt/slides/slide6.xml" Id="R883fd9576b7e49ad" /><Relationship Type="http://schemas.openxmlformats.org/officeDocument/2006/relationships/slide" Target="/ppt/slides/slide7.xml" Id="R942f32c7d4624419" /><Relationship Type="http://schemas.openxmlformats.org/officeDocument/2006/relationships/slide" Target="/ppt/slides/slide8.xml" Id="Rf7500e54e33641b3" /><Relationship Type="http://schemas.openxmlformats.org/officeDocument/2006/relationships/slide" Target="/ppt/slides/slide9.xml" Id="Rce82ce0307a640c9" /><Relationship Type="http://schemas.openxmlformats.org/officeDocument/2006/relationships/slide" Target="/ppt/slides/slide10.xml" Id="R89474d6d27b84664" /><Relationship Type="http://schemas.openxmlformats.org/officeDocument/2006/relationships/slide" Target="/ppt/slides/slide11.xml" Id="R4ffbc40ffc144b66" /><Relationship Type="http://schemas.openxmlformats.org/officeDocument/2006/relationships/slide" Target="/ppt/slides/slide12.xml" Id="Race88b02e8654850" /><Relationship Type="http://schemas.openxmlformats.org/officeDocument/2006/relationships/slide" Target="/ppt/slides/slide13.xml" Id="R907146678cb944d3" /><Relationship Type="http://schemas.openxmlformats.org/officeDocument/2006/relationships/slide" Target="/ppt/slides/slide14.xml" Id="R1a69a7705f8d474e" /><Relationship Type="http://schemas.openxmlformats.org/officeDocument/2006/relationships/slide" Target="/ppt/slides/slide15.xml" Id="R6c6800049cde48bd" /><Relationship Type="http://schemas.openxmlformats.org/officeDocument/2006/relationships/slide" Target="/ppt/slides/slide16.xml" Id="Rcb436f59843f4d33" /><Relationship Type="http://schemas.openxmlformats.org/officeDocument/2006/relationships/slide" Target="/ppt/slides/slide17.xml" Id="R0e1e7840fd604796" /><Relationship Type="http://schemas.openxmlformats.org/officeDocument/2006/relationships/slide" Target="/ppt/slides/slide18.xml" Id="R173925f9312344d4" /><Relationship Type="http://schemas.openxmlformats.org/officeDocument/2006/relationships/slide" Target="/ppt/slides/slide19.xml" Id="R4f34883e3d7f4fd8" /><Relationship Type="http://schemas.openxmlformats.org/officeDocument/2006/relationships/slide" Target="/ppt/slides/slide20.xml" Id="R9300d9348f5d41e6" /><Relationship Type="http://schemas.openxmlformats.org/officeDocument/2006/relationships/slide" Target="/ppt/slides/slide21.xml" Id="R159238fe49204330" /><Relationship Type="http://schemas.openxmlformats.org/officeDocument/2006/relationships/slide" Target="/ppt/slides/slide22.xml" Id="Ra7aad1bf51e84656" /><Relationship Type="http://schemas.openxmlformats.org/officeDocument/2006/relationships/slide" Target="/ppt/slides/slide23.xml" Id="R4ff6ccde0c784405" /><Relationship Type="http://schemas.openxmlformats.org/officeDocument/2006/relationships/slide" Target="/ppt/slides/slide24.xml" Id="R202358a3d8d144af" /><Relationship Type="http://schemas.openxmlformats.org/officeDocument/2006/relationships/slide" Target="/ppt/slides/slide25.xml" Id="Re13c509b58c24d78" /><Relationship Type="http://schemas.openxmlformats.org/officeDocument/2006/relationships/slide" Target="/ppt/slides/slide26.xml" Id="R0681dae59a0c4c95" /><Relationship Type="http://schemas.openxmlformats.org/officeDocument/2006/relationships/slide" Target="/ppt/slides/slide27.xml" Id="Re5e46d4763084425" /><Relationship Type="http://schemas.openxmlformats.org/officeDocument/2006/relationships/slide" Target="/ppt/slides/slide28.xml" Id="Rcc3c02ee6f1d46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6dc395f9fd40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Пользовательские 1">
      <a:dk1>
        <a:srgbClr val="0F2C68"/>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Пользовательские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45e42791084969" /><Relationship Type="http://schemas.openxmlformats.org/officeDocument/2006/relationships/notesMaster" Target="/ppt/notesMasters/notesMaster1.xml" Id="R4cc5e21a2b704a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ce741fc2594fcb" /><Relationship Type="http://schemas.openxmlformats.org/officeDocument/2006/relationships/notesMaster" Target="/ppt/notesMasters/notesMaster1.xml" Id="R43133bffe0d845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5e05f717e143b9" /><Relationship Type="http://schemas.openxmlformats.org/officeDocument/2006/relationships/notesMaster" Target="/ppt/notesMasters/notesMaster1.xml" Id="R868affe9941b41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1cfbf87fdd48a7" /><Relationship Type="http://schemas.openxmlformats.org/officeDocument/2006/relationships/notesMaster" Target="/ppt/notesMasters/notesMaster1.xml" Id="R260f0202342249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06a2a4f31f42d2" /><Relationship Type="http://schemas.openxmlformats.org/officeDocument/2006/relationships/notesMaster" Target="/ppt/notesMasters/notesMaster1.xml" Id="R6907aea4f13e46a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6b7d00e65b4d3e" /><Relationship Type="http://schemas.openxmlformats.org/officeDocument/2006/relationships/notesMaster" Target="/ppt/notesMasters/notesMaster1.xml" Id="Reb6c1126725b4f6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0b346597fd485a" /><Relationship Type="http://schemas.openxmlformats.org/officeDocument/2006/relationships/notesMaster" Target="/ppt/notesMasters/notesMaster1.xml" Id="R0ddae32c89d246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e52fd333ac40a2" /><Relationship Type="http://schemas.openxmlformats.org/officeDocument/2006/relationships/notesMaster" Target="/ppt/notesMasters/notesMaster1.xml" Id="Ra956f3f8894e4900"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95aff7c7d441d5" /><Relationship Type="http://schemas.openxmlformats.org/officeDocument/2006/relationships/notesMaster" Target="/ppt/notesMasters/notesMaster1.xml" Id="R8cc62c4e030345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4b2c6536f2f40a1" /><Relationship Type="http://schemas.openxmlformats.org/officeDocument/2006/relationships/notesMaster" Target="/ppt/notesMasters/notesMaster1.xml" Id="R6f6e710c4528485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d329d2ca8b041f3" /><Relationship Type="http://schemas.openxmlformats.org/officeDocument/2006/relationships/notesMaster" Target="/ppt/notesMasters/notesMaster1.xml" Id="R3ab356cabc9e4d5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fdc2c0eca23447b" /><Relationship Type="http://schemas.openxmlformats.org/officeDocument/2006/relationships/notesMaster" Target="/ppt/notesMasters/notesMaster1.xml" Id="R4354bb73594a44d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55e73ae98ef491c" /><Relationship Type="http://schemas.openxmlformats.org/officeDocument/2006/relationships/notesMaster" Target="/ppt/notesMasters/notesMaster1.xml" Id="R8294a6eb662e460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414163eb6794051" /><Relationship Type="http://schemas.openxmlformats.org/officeDocument/2006/relationships/notesMaster" Target="/ppt/notesMasters/notesMaster1.xml" Id="Rd45ce14a54014f9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ade98ca3868454d" /><Relationship Type="http://schemas.openxmlformats.org/officeDocument/2006/relationships/notesMaster" Target="/ppt/notesMasters/notesMaster1.xml" Id="Raab08c495e88449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5b2276268224461" /><Relationship Type="http://schemas.openxmlformats.org/officeDocument/2006/relationships/notesMaster" Target="/ppt/notesMasters/notesMaster1.xml" Id="R29a22eb52c04498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832a68b14464014" /><Relationship Type="http://schemas.openxmlformats.org/officeDocument/2006/relationships/notesMaster" Target="/ppt/notesMasters/notesMaster1.xml" Id="R235b76d86aeb428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01c58ff9f4d4c80" /><Relationship Type="http://schemas.openxmlformats.org/officeDocument/2006/relationships/notesMaster" Target="/ppt/notesMasters/notesMaster1.xml" Id="R5483a346af9e45f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a059b2713e845bb" /><Relationship Type="http://schemas.openxmlformats.org/officeDocument/2006/relationships/notesMaster" Target="/ppt/notesMasters/notesMaster1.xml" Id="R28acd8d00ce94c0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db2a37e22a242ab" /><Relationship Type="http://schemas.openxmlformats.org/officeDocument/2006/relationships/notesMaster" Target="/ppt/notesMasters/notesMaster1.xml" Id="Rd9905d843e724a1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4c1d3434a3c47eb" /><Relationship Type="http://schemas.openxmlformats.org/officeDocument/2006/relationships/notesMaster" Target="/ppt/notesMasters/notesMaster1.xml" Id="R4b4613f20626467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30116b10bc444b2" /><Relationship Type="http://schemas.openxmlformats.org/officeDocument/2006/relationships/notesMaster" Target="/ppt/notesMasters/notesMaster1.xml" Id="Rff09610ba537483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a7bd0da205a4d63" /><Relationship Type="http://schemas.openxmlformats.org/officeDocument/2006/relationships/notesMaster" Target="/ppt/notesMasters/notesMaster1.xml" Id="R57b91e91643543c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cd4e897d6be4c09" /><Relationship Type="http://schemas.openxmlformats.org/officeDocument/2006/relationships/notesMaster" Target="/ppt/notesMasters/notesMaster1.xml" Id="Rb0599180bd9e436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6c171d77d844442" /><Relationship Type="http://schemas.openxmlformats.org/officeDocument/2006/relationships/notesMaster" Target="/ppt/notesMasters/notesMaster1.xml" Id="R49c2e7da29ef482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2be715f8c134809" /><Relationship Type="http://schemas.openxmlformats.org/officeDocument/2006/relationships/notesMaster" Target="/ppt/notesMasters/notesMaster1.xml" Id="R9319cecd84da4c7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cb04ff13aed4f30" /><Relationship Type="http://schemas.openxmlformats.org/officeDocument/2006/relationships/notesMaster" Target="/ppt/notesMasters/notesMaster1.xml" Id="R36039c32b18040f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a51ae042ffb4704" /><Relationship Type="http://schemas.openxmlformats.org/officeDocument/2006/relationships/notesMaster" Target="/ppt/notesMasters/notesMaster1.xml" Id="R4b13eed762bf43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Машинное обучение, ФТиАД. Лекция 5. 7 октября 2026 года. Продолжение линейной классификации из лекции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ФТиАД, «Лекция_5_Метрики_качества_классификации (3).pptx», прошлый год, слайды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ФТиАД, «Лекция_5_Метрики_качества_классификации (3).pptx», прошлый год, слайды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ФТиАД, «Лекция_5_Метрики_качества_классификации (3).pptx», прошлый год, слайды 3, 4.</a:t>
            </a:r>
          </a:p>
          <a:p xmlns:a="http://schemas.openxmlformats.org/drawingml/2006/main">
            <a:r>
              <a:t>ЦУ, «МАГА2026_Презентация 1_Неделя 2.pptx», новый запуск, слайды 20, 21.</a:t>
            </a:r>
          </a:p>
          <a:p xmlns:a="http://schemas.openxmlformats.org/drawingml/2006/main">
            <a:r>
              <a:t>Класс 1 положительный, класс 0 отрицательный. Нулевая гипотеза H0: объект относится к классу 0. FP означает отклонение верной H0, ошибку I рода. FN означает неотклонение ложной H0, ошибку II рода. При другом выборе H0 названия меняются. Accuracy одинаково учитывает оба типа ошибок, хотя их последствия могут различаться.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ФТиАД, «Лекция_5_Метрики_качества_классификации (3).pptx», прошлый год, слайды 4.</a:t>
            </a:r>
          </a:p>
          <a:p xmlns:a="http://schemas.openxmlformats.org/drawingml/2006/main">
            <a:r>
              <a:t>ЦУ, «МАГА2026_Презентация 1_Неделя 2.pptx», новый запуск, слайды 25, 26.</a:t>
            </a:r>
          </a:p>
          <a:p xmlns:a="http://schemas.openxmlformats.org/drawingml/2006/main">
            <a:r>
              <a:t>Восемь объектов: четыре класса 1 и четыре класса 0. TP=3,FP=1,FN=1,TN=3. Выделенный столбец соответствует положительным прогнозам, выделенная строка истинному классу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ФТиАД, «Лекция_5_Метрики_качества_классификации (3).pptx», прошлый год, слайды 3.</a:t>
            </a:r>
          </a:p>
          <a:p xmlns:a="http://schemas.openxmlformats.org/drawingml/2006/main">
            <a:r>
              <a:t>ЦУ, «МАГА2026_Презентация 1_Неделя 2.pptx», новый запуск, слайды 24.</a:t>
            </a:r>
          </a:p>
          <a:p xmlns:a="http://schemas.openxmlformats.org/drawingml/2006/main">
            <a:r>
              <a:t>1000 объектов: 900 класса 0, 100 класса 1. Постоянный прогноз 0 даёт TN=900,FN=100,TP=0,FP=0. Accuracy=.9,recall=0. Precision не определена, поскольку положительных прогнозов нет.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ФТиАД, «Лекция_5_Метрики_качества_классификации (3).pptx», прошлый год, слайды 7, 8.</a:t>
            </a:r>
          </a:p>
          <a:p xmlns:a="http://schemas.openxmlformats.org/drawingml/2006/main">
            <a:r>
              <a:t>ЦУ, «МАГА2026_Презентация 1_Неделя 2.pptx», новый запуск, слайды 28, 29.</a:t>
            </a:r>
          </a:p>
          <a:p xmlns:a="http://schemas.openxmlformats.org/drawingml/2006/main">
            <a:r>
              <a:t>Сначала выслушать предложения. Возможные ответы: среднее арифметическое, геометрическое, минимум, гармоническое. Затем обсудить, как каждая функция реагирует на низкую precision или recall.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ФТиАД, «Лекция_5_Метрики_качества_классификации (3).pptx», прошлый год, слайды 7, 8, 11.</a:t>
            </a:r>
          </a:p>
          <a:p xmlns:a="http://schemas.openxmlformats.org/drawingml/2006/main">
            <a:r>
              <a:t>ЦУ, «МАГА2026_Презентация 1_Неделя 2.pptx», новый запуск, слайды 28, 29.</a:t>
            </a:r>
          </a:p>
          <a:p xmlns:a="http://schemas.openxmlformats.org/drawingml/2006/main">
            <a:r>
              <a:t>Рисунки ЦУ со слайда 28: арифметическое, геометрическое, гармоническое средние и минимум. Оси каждой панели: P и R от 0 до 1. Линия соединяет пары с одинаковым значением функции. По первой панели обсудить, почему высокое значение одной метрики может компенсировать низкое значение другой. Для минимума сравнить P=.5,R=.9 и P=.5,R=1: минимум не реагирует на рост большей метрики. Геометрическое среднее при P=.1,R=.9 равно .3, гармоническое .18. Гармоническое сильнее реагирует на низкую метрику.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ФТиАД, «Лекция_5_Метрики_качества_классификации (3).pptx», прошлый год, слайды 9.</a:t>
            </a:r>
          </a:p>
          <a:p xmlns:a="http://schemas.openxmlformats.org/drawingml/2006/main">
            <a:r>
              <a:t>ЦУ, «МАГА2026_Презентация 1_Неделя 2.pptx», новый запуск, слайды 30.</a:t>
            </a:r>
          </a:p>
          <a:p xmlns:a="http://schemas.openxmlformats.org/drawingml/2006/main">
            <a:r>
              <a:t>Для P=.1,R=1 F1=2/11≈.1818. Для P=R=.55 F1=.55. TP=0 даётF1=0 при ненулевом знаменателе. Если TP=FP=FN=0, требуется явное соглашение.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ФТиАД, «Лекция_5_Метрики_качества_классификации (3).pptx», прошлый год, слайды 10.</a:t>
            </a:r>
          </a:p>
          <a:p xmlns:a="http://schemas.openxmlformats.org/drawingml/2006/main">
            <a:r>
              <a:t>ЦУ, «МАГА2026_Презентация 1_Неделя 2.pptx», новый запуск, слайды 27.</a:t>
            </a:r>
          </a:p>
          <a:p xmlns:a="http://schemas.openxmlformats.org/drawingml/2006/main">
            <a:r>
              <a:t>Параметр beta положителен. При beta=1 получаем F1. Если beta больше 1, увеличивается вес recall. Если beta меньше 1, увеличивается вес precision. Квадрат beta является частью определения, beta=2 не означает линейный вес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ФТиАД, «Лекция_5_Метрики_качества_классификации (3).pptx», прошлый год, слайды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ФТиАД, «Лекция_5_Метрики_качества_классификации (3).pptx», прошлый год, слайды 6, 12.</a:t>
            </a:r>
          </a:p>
          <a:p xmlns:a="http://schemas.openxmlformats.org/drawingml/2006/main">
            <a:r>
              <a:t>ЦУ, «МАГА2026_Презентация 1_Неделя 2.pptx», новый запуск, слайды 34, 35.</a:t>
            </a:r>
          </a:p>
          <a:p xmlns:a="http://schemas.openxmlformats.org/drawingml/2006/main">
            <a:r>
              <a:t>Модель уже обучена и выдаёт каждому письму число f(x). Более высокий скор означает более сильное предпочтение класса 1. Число t выбираем отдельно. При f(x)&gt;=t прогнозируем спам. Письма отсортированы по убыванию скора. Факт берём из разметки, он не зависит от модели или порога.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ФТиАД, «Лекция_5_Метрики_качества_классификации (3).pptx», прошлый год, слайды 6.</a:t>
            </a:r>
          </a:p>
          <a:p xmlns:a="http://schemas.openxmlformats.org/drawingml/2006/main">
            <a:r>
              <a:t>ЦУ, «МАГА2026_Презентация 1_Неделя 2.pptx», новый запуск, слайды 34, 35.</a:t>
            </a:r>
          </a:p>
          <a:p xmlns:a="http://schemas.openxmlformats.org/drawingml/2006/main">
            <a:r>
              <a:t>В клетках только истинные классы. Они остаются неизменными во всех трёх строках. Цвет класса не кодируем. Оранжевая черта обозначает порог, слева прогнозируем спам, справа обычное письмо. Снижение порога расширяет множество положительных прогнозов.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ФТиАД, «Лекция_5_Метрики_качества_классификации (3).pptx», прошлый год, слайды 13, 14.</a:t>
            </a:r>
          </a:p>
          <a:p xmlns:a="http://schemas.openxmlformats.org/drawingml/2006/main">
            <a:r>
              <a:t>ЦУ, «МАГА2026_Презентация 1_Неделя 2.pptx», новый запуск, слайды 31, 39.</a:t>
            </a:r>
          </a:p>
          <a:p xmlns:a="http://schemas.openxmlformats.org/drawingml/2006/main">
            <a:r>
              <a:t>В примере восемь объектов. TP=3,FN=1,FP=1,TN=3. TPR совпадает с recall. FPR делит FP на число объектов класса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ФТиАД, «Лекция_5_Метрики_качества_классификации (3).pptx», прошлый год, слайды 13, 14.</a:t>
            </a:r>
          </a:p>
          <a:p xmlns:a="http://schemas.openxmlformats.org/drawingml/2006/main">
            <a:r>
              <a:t>ЦУ, «МАГА2026_Презентация 1_Неделя 2.pptx», новый запуск, слайды 39, 40.</a:t>
            </a:r>
          </a:p>
          <a:p xmlns:a="http://schemas.openxmlformats.org/drawingml/2006/main">
            <a:r>
              <a:t>По образцу служебной лекции ЦУ, слайд 36: только скор, истинный класс и ответ модели, без таблицы координат всех точек. Показан порог 1.1. Первыми положительными прогнозами становятся четыре верхних объекта, среди них три класса 1 и один класса 0. Поэтому TPR=3/4,FPR=1/4. При снижении порога объект класса 1 даёт шаг вверх, класса 0 вправо.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ФТиАД, «Лекция_5_Метрики_качества_классификации (3).pptx», прошлый год, слайды 15, 16, 17.</a:t>
            </a:r>
          </a:p>
          <a:p xmlns:a="http://schemas.openxmlformats.org/drawingml/2006/main">
            <a:r>
              <a:t>ЦУ, «МАГА2026_Презентация 1_Неделя 2.pptx», новый запуск, слайды 41.</a:t>
            </a:r>
          </a:p>
          <a:p xmlns:a="http://schemas.openxmlformats.org/drawingml/2006/main">
            <a:r>
              <a:t>AUCпо площади. ПостоянныйскордаётдиагональAUC.5,случайноенезависимоеранжированиевсреднем.5. НормированныйGini=2AUC−1, вдвое площадь между ROC и диагональюсо знаком. Не критерий Джини для деревьев. Смена знака скора меняет AUC на 1-AUC. Поэтому AUC=0 исправляется обращением порядка. Значение 0.5 не является нижней границей AUC.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ФТиАД, «Лекция_5_Метрики_качества_классификации (3).pptx», прошлый год, слайды 15, 16.</a:t>
            </a:r>
          </a:p>
          <a:p xmlns:a="http://schemas.openxmlformats.org/drawingml/2006/main">
            <a:r>
              <a:t>ЦУ, «МАГА2026_Презентация 1_Неделя 2.pptx», новый запуск, слайды 42, 43.</a:t>
            </a:r>
          </a:p>
          <a:p xmlns:a="http://schemas.openxmlformats.org/drawingml/2006/main">
            <a:r>
              <a:t>Два объекта класса 1 со скорами .9 и .6, два класса 0 со скорами .8 и .1. Сравниваем каждый объект класса 1 с каждым объектом класса 0. Всего четыре пары. Три упорядочены верно, ошибочна пара .6 и .8. AUC=.75. При равенстве скоров пара даёт половину балла. Это тот же набор ответов, который позднее используем в log loss и итоговом примере. AUC зависит только от порядка скоров, а не от их масштаба.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ФТиАД, «Лекция_5_Метрики_качества_классификации (3).pptx», прошлый год, слайды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ЦУ, «МАГА2026_Презентация 1_Неделя 2.pptx», новый запуск, слайды 33, 45, 48.</a:t>
            </a:r>
          </a:p>
          <a:p xmlns:a="http://schemas.openxmlformats.org/drawingml/2006/main">
            <a:r>
              <a:t>Здесь p обозначает предсказанную вероятность спама, а не произвольный скор. Истинный класс письма 0. При пороге 0.5 обе модели предсказывают 1 и ошибаются. Модель B существенно увереннее. Дать студентам сформулировать, почему одного класса недостаточно для оценки вероятностного прогноза.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ЦУ, «МАГА2026_Презентация 1_Неделя 2.pptx», новый запуск, слайды 45, 46, 48.</a:t>
            </a:r>
          </a:p>
          <a:p xmlns:a="http://schemas.openxmlformats.org/drawingml/2006/main">
            <a:r>
              <a:t>p_i обозначает вероятность класса 1. Для истинного класса 1 берём -ln p_i. Для класса 0 берём -ln(1-p_i). Общее значение является средним по объектам. Чем меньше, тем лучше. Используется натуральный логарифм.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ЦУ, «МАГА2026_Презентация 1_Неделя 2.pptx», новый запуск, слайды 46, 48.</a:t>
            </a:r>
          </a:p>
          <a:p xmlns:a="http://schemas.openxmlformats.org/drawingml/2006/main">
            <a:r>
              <a:t>Те же четыре письма используются в итоговом примере. y=[1,0,1,0],p=[.9,.8,.6,.1]. Потеря на B=-ln(.2)=1.609, сумма потерь 2.331. На B приходится примерно 69% суммы. Среднее .582746. Если повысить ошибочную вероятность .8 до .99, потеря на B вырастет до 4.605.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ФТиАД, «Лекция_5_Метрики_качества_классификации (3).pptx», прошлый год, слайды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ФТиАД, «Лекция_5_Метрики_качества_классификации (3).pptx», прошлый год, слайды 21.</a:t>
            </a:r>
          </a:p>
          <a:p xmlns:a="http://schemas.openxmlformats.org/drawingml/2006/main">
            <a:r>
              <a:t>ЦУ, «МАГА2026_Презентация 1_Неделя 2.pptx», новый запуск, слайды 51, 52.</a:t>
            </a:r>
          </a:p>
          <a:p xmlns:a="http://schemas.openxmlformats.org/drawingml/2006/main">
            <a:r>
              <a:t>Возвращаемся к восьми письмам. Нужно найти максимум спама, но среди отправленных в папку спам должно быть не менее 75% настоящего спама. Precision измеряет процент настоящего спама среди отобранных писем. Recall измеряет процент найденных среди всего настоящего спама. Попросить сформулировать оптимизацию.</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ФТиАД, «Лекция_5_Метрики_качества_классификации (3).pptx», прошлый год, слайды 21.</a:t>
            </a:r>
          </a:p>
          <a:p xmlns:a="http://schemas.openxmlformats.org/drawingml/2006/main">
            <a:r>
              <a:t>ЦУ, «МАГА2026_Презентация 1_Неделя 2.pptx», новый запуск, слайды 52.</a:t>
            </a:r>
          </a:p>
          <a:p xmlns:a="http://schemas.openxmlformats.org/drawingml/2006/main">
            <a:r>
              <a:t>Считаем метрики на validation. Из восьми писем четыре со спамом. При t=3.2 выбран один спам, precision100%,recall25%. При t=1.1 выбрано четыре письма, три со спамом, precision75%,recall75%. При t=-.7 выбраны семь, четыре со спамом, precision4/7≈57%,recall100%. После выбора модель и порог фиксируем, итоговое качество проверяем на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ФТиАД, «Лекция_5_Метрики_качества_классификации (3).pptx», прошлый год, слайды 18.</a:t>
            </a:r>
          </a:p>
          <a:p xmlns:a="http://schemas.openxmlformats.org/drawingml/2006/main">
            <a:r>
              <a:t>ЦУ, «МАГА2026_Презентация 1_Неделя 2.pptx», новый запуск, слайды 44.</a:t>
            </a:r>
          </a:p>
          <a:p xmlns:a="http://schemas.openxmlformats.org/drawingml/2006/main">
            <a:r>
              <a:t>При тех же распределениях скоров внутри каждого класса и том же пороге меняем только долю класса 1. В обоих случаях TPR=.8,FPR=.1. У редкого класса число FP может значительно превышать TP. Precision 400/450=.889 или 8/107=.07477.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ЦУ, «МАГА2026_Презентация 1_Неделя 2.pptx», новый запуск, слайды 49, 50.</a:t>
            </a:r>
          </a:p>
          <a:p xmlns:a="http://schemas.openxmlformats.org/drawingml/2006/main">
            <a:r>
              <a:t>Те же четыре письма, что в расчёте log loss. При пороге .5: TP2,FP1,FN0,TN1. Accuracy .75,precision2/3,recall1,F1.8,F2=10/11,F.5=5/7. TPR1,FPR.5. Три верные пары из четырёх дают AUC.75 и Gini.5. Log loss .5827461418. Можно сначала скрыть правую колонку и предложить студентам посчитать метрики.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ФТиАД, «Лекция_5_Метрики_качества_классификации (3).pptx», прошлый год, слайды 22, 23.</a:t>
            </a:r>
          </a:p>
          <a:p xmlns:a="http://schemas.openxmlformats.org/drawingml/2006/main">
            <a:r>
              <a:t>ЦУ, «МАГА2026_Презентация 1_Неделя 2.pptx», новый запуск, слайды 32, 49, 50.</a:t>
            </a:r>
          </a:p>
          <a:p xmlns:a="http://schemas.openxmlformats.org/drawingml/2006/main">
            <a:r>
              <a:t>Обобщить пример с предыдущего слайда. Accuracy учитывает оба типа верных ответов. Precision и recall отвечают на разные вопросы о положительном классе. F-beta объединяет их с выбранным весом. TPR и FPR задают точку ROC при пороге. ROC-AUC оценивает порядок, Gini линейно пересчитывает AUC. Log loss оценивает вероятности. Все метрики считаются по ответам модели и известным истинным классам.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e5acbb548d4af9" /><Relationship Type="http://schemas.openxmlformats.org/officeDocument/2006/relationships/image" Target="/ppt/media/image.jpeg" Id="R17b644bcd91b4146" /><Relationship Type="http://schemas.openxmlformats.org/officeDocument/2006/relationships/image" Target="/ppt/media/image.png" Id="R57ab1aa2332340a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ec375b9d7244e2f" /><Relationship Type="http://schemas.openxmlformats.org/officeDocument/2006/relationships/image" Target="/ppt/media/image2.jpeg" Id="R7d5e71097e66432c" /><Relationship Type="http://schemas.openxmlformats.org/officeDocument/2006/relationships/image" Target="/ppt/media/image2.png" Id="R022e38aa0f2c448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b56b34d9064c17" /><Relationship Type="http://schemas.openxmlformats.org/officeDocument/2006/relationships/image" Target="/ppt/media/image2.jpeg" Id="R8029e056065e41d5" /><Relationship Type="http://schemas.openxmlformats.org/officeDocument/2006/relationships/image" Target="/ppt/media/image2.png" Id="R05cc6a9ed8f34bc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8069aca0bc849db" /><Relationship Type="http://schemas.openxmlformats.org/officeDocument/2006/relationships/image" Target="/ppt/media/image2.jpeg" Id="R3aac04455b134160" /><Relationship Type="http://schemas.openxmlformats.org/officeDocument/2006/relationships/image" Target="/ppt/media/image2.png" Id="R41ff3c0547004e1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62e2093ba2242af" /><Relationship Type="http://schemas.openxmlformats.org/officeDocument/2006/relationships/image" Target="/ppt/media/image2.jpeg" Id="R5e1210ca538e4bcc" /><Relationship Type="http://schemas.openxmlformats.org/officeDocument/2006/relationships/image" Target="/ppt/media/image2.png" Id="R679bdfae0224433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ad985c746e94d4c" /><Relationship Type="http://schemas.openxmlformats.org/officeDocument/2006/relationships/image" Target="/ppt/media/image2.jpeg" Id="Ra3b7afe352164860" /><Relationship Type="http://schemas.openxmlformats.org/officeDocument/2006/relationships/image" Target="/ppt/media/image2.png" Id="Rfbf688bb0a4c461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3f657ff1ce243f4" /><Relationship Type="http://schemas.openxmlformats.org/officeDocument/2006/relationships/image" Target="/ppt/media/image2.jpeg" Id="R4d1eb061397f4332" /><Relationship Type="http://schemas.openxmlformats.org/officeDocument/2006/relationships/image" Target="/ppt/media/image2.png" Id="R074d598cfa754b5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548eca638bd4eee" /><Relationship Type="http://schemas.openxmlformats.org/officeDocument/2006/relationships/image" Target="/ppt/media/image2.jpeg" Id="Rddb1bcc4f95f49e1" /><Relationship Type="http://schemas.openxmlformats.org/officeDocument/2006/relationships/image" Target="/ppt/media/image2.png" Id="R63d452d312344ce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dd21df4ef4c47cf" /><Relationship Type="http://schemas.openxmlformats.org/officeDocument/2006/relationships/image" Target="/ppt/media/image2.jpeg" Id="Reb208a611d884965" /><Relationship Type="http://schemas.openxmlformats.org/officeDocument/2006/relationships/image" Target="/ppt/media/image2.png" Id="Reed663b044914b5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084a0544c6f4595" /><Relationship Type="http://schemas.openxmlformats.org/officeDocument/2006/relationships/image" Target="/ppt/media/image2.jpeg" Id="R35a0436bb363489f" /><Relationship Type="http://schemas.openxmlformats.org/officeDocument/2006/relationships/image" Target="/ppt/media/image2.png" Id="R39224da58e334b8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9654d06900b47ec" /><Relationship Type="http://schemas.openxmlformats.org/officeDocument/2006/relationships/image" Target="/ppt/media/image2.jpeg" Id="Re4816781051c4734" /><Relationship Type="http://schemas.openxmlformats.org/officeDocument/2006/relationships/image" Target="/ppt/media/image2.png" Id="R3fcd70f318b74298"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b0ef14ae34214f11" /><Relationship Type="http://schemas.openxmlformats.org/officeDocument/2006/relationships/image" Target="/ppt/media/image2.jpeg" Id="Rf363963636ae42e2" /><Relationship Type="http://schemas.openxmlformats.org/officeDocument/2006/relationships/image" Target="/ppt/media/image3.png" Id="R77d4fbf6d5e846b4" /></Relationships>
</file>

<file path=ppt/slideLayouts/slideLayout1.xml><?xml version="1.0" encoding="utf-8"?>
<p:sldLayout xmlns:p="http://schemas.openxmlformats.org/presentationml/2006/main" preserve="1" userDrawn="1">
  <p:cSld name="Обложка">
    <p:bg>
      <p:bgPr>
        <a:blipFill xmlns:a="http://schemas.openxmlformats.org/drawingml/2006/main" rotWithShape="1">
          <a:blip xmlns:r="http://schemas.openxmlformats.org/officeDocument/2006/relationships" r:embed="R17b644bcd91b4146">
            <a:lum/>
          </a:blip>
          <a:srcRect l="0" t="0" r="0" b="0"/>
          <a:stretch>
            <a:fillRect l="0" t="0" r="0" b="0"/>
          </a:stretch>
        </a:blipFill>
      </p:bgPr>
    </p:bg>
    <p:spTree>
      <p:nvGrpSpPr>
        <p:cNvPr id="1" name=""/>
        <p:cNvGrpSpPr/>
        <p:nvPr/>
      </p:nvGrpSpPr>
      <p:grpSpPr>
        <a:xfrm xmlns:a="http://schemas.openxmlformats.org/drawingml/2006/main"/>
      </p:grpSpPr>
      <p:pic>
        <p:nvPicPr>
          <p:cNvPr id="31" name="Picture 28"/>
          <p:cNvPicPr>
            <a:picLocks xmlns:a="http://schemas.openxmlformats.org/drawingml/2006/main" noChangeAspect="1"/>
          </p:cNvPicPr>
          <p:nvPr/>
        </p:nvPicPr>
        <p:blipFill>
          <a:blip xmlns:r="http://schemas.openxmlformats.org/officeDocument/2006/relationships" xmlns:a="http://schemas.openxmlformats.org/drawingml/2006/main" r:embed="R57ab1aa2332340a2"/>
          <a:stretch xmlns:a="http://schemas.openxmlformats.org/drawingml/2006/main">
            <a:fillRect l="0" t="0" r="0" b="0"/>
          </a:stretch>
        </p:blipFill>
        <p:spPr>
          <a:xfrm xmlns:a="http://schemas.openxmlformats.org/drawingml/2006/main">
            <a:off x="1013859" y="962173"/>
            <a:ext cx="886499" cy="886499"/>
          </a:xfrm>
          <a:prstGeom xmlns:a="http://schemas.openxmlformats.org/drawingml/2006/main" prst="rect">
            <a:avLst/>
          </a:prstGeom>
        </p:spPr>
      </p:pic>
      <p:sp>
        <p:nvSpPr>
          <p:cNvPr id="11" name="Straight Connector 48">
            <a:extLst xmlns:a="http://schemas.openxmlformats.org/drawingml/2006/main">
              <a:ext uri="{FF2B5EF4-FFF2-40B4-BE49-F238E27FC236}">
                <a16:creationId xmlns:a16="http://schemas.microsoft.com/office/drawing/2014/main" id="{EEADE9BC-9B37-4F22-9ABB-E74986668368}"/>
              </a:ext>
            </a:extLst>
          </p:cNvPr>
          <p:cNvSpPr>
            <a:spLocks xmlns:a="http://schemas.openxmlformats.org/drawingml/2006/main" noGrp="1"/>
          </p:cNvSpPr>
          <p:nvPr/>
        </p:nvSpPr>
        <p:spPr>
          <a:xfrm xmlns:a="http://schemas.openxmlformats.org/drawingml/2006/main">
            <a:off x="6090212" y="985336"/>
            <a:ext cx="0" cy="840173"/>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2" name="Straight Connector 50">
            <a:extLst xmlns:a="http://schemas.openxmlformats.org/drawingml/2006/main">
              <a:ext uri="{FF2B5EF4-FFF2-40B4-BE49-F238E27FC236}">
                <a16:creationId xmlns:a16="http://schemas.microsoft.com/office/drawing/2014/main" id="{4B8E1B1F-71D4-4C20-A3A9-A5693DF4C569}"/>
              </a:ext>
            </a:extLst>
          </p:cNvPr>
          <p:cNvSpPr>
            <a:spLocks xmlns:a="http://schemas.openxmlformats.org/drawingml/2006/main" noGrp="1"/>
          </p:cNvSpPr>
          <p:nvPr/>
        </p:nvSpPr>
        <p:spPr>
          <a:xfrm xmlns:a="http://schemas.openxmlformats.org/drawingml/2006/main">
            <a:off x="8642581" y="985336"/>
            <a:ext cx="0" cy="840173"/>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3" name="Straight Connector 51">
            <a:extLst xmlns:a="http://schemas.openxmlformats.org/drawingml/2006/main">
              <a:ext uri="{FF2B5EF4-FFF2-40B4-BE49-F238E27FC236}">
                <a16:creationId xmlns:a16="http://schemas.microsoft.com/office/drawing/2014/main" id="{1FDDDC34-4D03-46F3-AE7A-163F88582320}"/>
              </a:ext>
            </a:extLst>
          </p:cNvPr>
          <p:cNvSpPr>
            <a:spLocks xmlns:a="http://schemas.openxmlformats.org/drawingml/2006/main" noGrp="1"/>
          </p:cNvSpPr>
          <p:nvPr/>
        </p:nvSpPr>
        <p:spPr>
          <a:xfrm xmlns:a="http://schemas.openxmlformats.org/drawingml/2006/main">
            <a:off x="11179047" y="985336"/>
            <a:ext cx="0" cy="840173"/>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6" name="Заголовок 15">
            <a:extLst xmlns:a="http://schemas.openxmlformats.org/drawingml/2006/main">
              <a:ext uri="{FF2B5EF4-FFF2-40B4-BE49-F238E27FC236}">
                <a16:creationId xmlns:a16="http://schemas.microsoft.com/office/drawing/2014/main" id="{6007C52F-2E27-E24A-B9DC-AAAB052DBD59}"/>
              </a:ext>
            </a:extLst>
          </p:cNvPr>
          <p:cNvSpPr>
            <a:spLocks xmlns:a="http://schemas.openxmlformats.org/drawingml/2006/main" noGrp="1"/>
          </p:cNvSpPr>
          <p:nvPr>
            <p:ph type="title" idx="0"/>
          </p:nvPr>
        </p:nvSpPr>
        <p:spPr>
          <a:xfrm xmlns:a="http://schemas.openxmlformats.org/drawingml/2006/main">
            <a:off x="1027967" y="2404670"/>
            <a:ext cx="7634059" cy="1978323"/>
          </a:xfrm>
        </p:spPr>
        <p:txBody>
          <a:bodyPr xmlns:a="http://schemas.openxmlformats.org/drawingml/2006/main" lIns="0" tIns="0" rIns="0" bIns="0" anchor="t">
            <a:normAutofit/>
          </a:bodyPr>
          <a:lstStyle xmlns:a="http://schemas.openxmlformats.org/drawingml/2006/main">
            <a:lvl1pPr>
              <a:lnSpc>
                <a:spcPct val="100000"/>
              </a:lnSpc>
              <a:buNone/>
              <a:defRPr sz="4300" b="0" i="0" baseline="0">
                <a:solidFill>
                  <a:srgbClr val="0E2D69"/>
                </a:solidFill>
                <a:latin typeface="HSE Sans"/>
                <a:ea typeface="HSE Sans"/>
                <a:cs typeface="HSE Sans"/>
              </a:defRPr>
            </a:lvl1pPr>
          </a:lstStyle>
          <a:p xmlns:a="http://schemas.openxmlformats.org/drawingml/2006/main">
            <a:br/>
            <a:br/>
            <a:endParaRPr sz="4400">
              <a:solidFill>
                <a:srgbClr val="102D69"/>
              </a:solidFill>
              <a:latin typeface="HSE Sans"/>
              <a:ea typeface="HSE Sans"/>
              <a:cs typeface="HSE Sans"/>
            </a:endParaRPr>
          </a:p>
        </p:txBody>
      </p:sp>
      <p:sp>
        <p:nvSpPr>
          <p:cNvPr id="20" name="Текст 19">
            <a:extLst xmlns:a="http://schemas.openxmlformats.org/drawingml/2006/main">
              <a:ext uri="{FF2B5EF4-FFF2-40B4-BE49-F238E27FC236}">
                <a16:creationId xmlns:a16="http://schemas.microsoft.com/office/drawing/2014/main" id="{18109844-C2E7-354F-9C01-8834E4DCE373}"/>
              </a:ext>
            </a:extLst>
          </p:cNvPr>
          <p:cNvSpPr>
            <a:spLocks xmlns:a="http://schemas.openxmlformats.org/drawingml/2006/main" noGrp="1"/>
          </p:cNvSpPr>
          <p:nvPr>
            <p:ph type="body" idx="10"/>
          </p:nvPr>
        </p:nvSpPr>
        <p:spPr>
          <a:xfrm xmlns:a="http://schemas.openxmlformats.org/drawingml/2006/main">
            <a:off x="2074947" y="1187841"/>
            <a:ext cx="3848717" cy="435163"/>
          </a:xfrm>
        </p:spPr>
        <p:txBody>
          <a:bodyPr xmlns:a="http://schemas.openxmlformats.org/drawingml/2006/main" lIns="0" tIns="0" rIns="0" bIns="0" anchor="t">
            <a:noAutofit/>
          </a:bodyPr>
          <a:lstStyle xmlns:a="http://schemas.openxmlformats.org/drawingml/2006/main">
            <a:lvl1pPr marL="0" indent="0" algn="l">
              <a:lnSpc>
                <a:spcPct val="100000"/>
              </a:lnSpc>
              <a:spcBef>
                <a:spcPts val="0"/>
              </a:spcBef>
              <a:buNone/>
              <a:defRPr sz="1600" b="0" i="0">
                <a:latin typeface="HSE Sans"/>
                <a:ea typeface="HSE Sans"/>
                <a:cs typeface="HSE Sans"/>
              </a:defRPr>
            </a:lvl1pPr>
            <a:lvl2pPr marL="457200" indent="0" algn="l">
              <a:buNone/>
              <a:defRPr sz="1600" b="0" i="0">
                <a:latin typeface="HSE Sans"/>
                <a:ea typeface="HSE Sans"/>
                <a:cs typeface="HSE Sans"/>
              </a:defRPr>
            </a:lvl2pPr>
            <a:lvl3pPr marL="914400" indent="0" algn="l">
              <a:buNone/>
              <a:defRPr sz="1600" b="0" i="0">
                <a:latin typeface="HSE Sans"/>
                <a:ea typeface="HSE Sans"/>
                <a:cs typeface="HSE Sans"/>
              </a:defRPr>
            </a:lvl3pPr>
            <a:lvl4pPr marL="1371600" indent="0" algn="l">
              <a:buNone/>
              <a:defRPr sz="1600" b="0" i="0">
                <a:latin typeface="HSE Sans"/>
                <a:ea typeface="HSE Sans"/>
                <a:cs typeface="HSE Sans"/>
              </a:defRPr>
            </a:lvl4pPr>
            <a:lvl5pPr marL="1828800" indent="0" algn="l">
              <a:buNone/>
              <a:defRPr sz="1600" b="0" i="0">
                <a:latin typeface="HSE Sans"/>
                <a:ea typeface="HSE Sans"/>
                <a:cs typeface="HSE Sans"/>
              </a:defRPr>
            </a:lvl5pPr>
          </a:lstStyle>
          <a:p xmlns:a="http://schemas.openxmlformats.org/drawingml/2006/main">
            <a:br/>
            <a:endParaRPr>
              <a:latin typeface="HSE Sans"/>
              <a:ea typeface="HSE Sans"/>
              <a:cs typeface="HSE Sans"/>
            </a:endParaRPr>
          </a:p>
        </p:txBody>
      </p:sp>
      <p:sp>
        <p:nvSpPr>
          <p:cNvPr id="25" name="Текст 24">
            <a:extLst xmlns:a="http://schemas.openxmlformats.org/drawingml/2006/main">
              <a:ext uri="{FF2B5EF4-FFF2-40B4-BE49-F238E27FC236}">
                <a16:creationId xmlns:a16="http://schemas.microsoft.com/office/drawing/2014/main" id="{40A04329-C800-BB42-BFE0-7E3C68848DA7}"/>
              </a:ext>
            </a:extLst>
          </p:cNvPr>
          <p:cNvSpPr>
            <a:spLocks xmlns:a="http://schemas.openxmlformats.org/drawingml/2006/main" noGrp="1"/>
          </p:cNvSpPr>
          <p:nvPr>
            <p:ph type="body" idx="11"/>
          </p:nvPr>
        </p:nvSpPr>
        <p:spPr>
          <a:xfrm xmlns:a="http://schemas.openxmlformats.org/drawingml/2006/main">
            <a:off x="6259420" y="1173829"/>
            <a:ext cx="2278063" cy="463186"/>
          </a:xfrm>
        </p:spPr>
        <p:txBody>
          <a:bodyPr xmlns:a="http://schemas.openxmlformats.org/drawingml/2006/main" lIns="0" tIns="0" rIns="0" bIns="0" anchor="t">
            <a:normAutofit/>
          </a:bodyPr>
          <a:lstStyle xmlns:a="http://schemas.openxmlformats.org/drawingml/2006/main">
            <a:lvl1pPr marL="0" marR="0" indent="0" algn="l" defTabSz="914400">
              <a:lnSpc>
                <a:spcPct val="100000"/>
              </a:lnSpc>
              <a:spcBef>
                <a:spcPts val="0"/>
              </a:spcBef>
              <a:spcAft>
                <a:spcPts val="0"/>
              </a:spcAft>
              <a:buClrTx/>
              <a:buSzTx/>
              <a:buFont typeface="Arial"/>
              <a:buNone/>
              <a:defRPr sz="1200" b="0" i="0">
                <a:solidFill>
                  <a:srgbClr val="0E2D69"/>
                </a:solidFill>
                <a:latin typeface="HSE Sans"/>
                <a:ea typeface="HSE Sans"/>
                <a:cs typeface="HSE Sans"/>
              </a:defRPr>
            </a:lvl1pPr>
          </a:lstStyle>
          <a:p xmlns:a="http://schemas.openxmlformats.org/drawingml/2006/main">
            <a:pPr marL="0" marR="0" lvl="0" indent="0" algn="l" defTabSz="914400">
              <a:lnSpc>
                <a:spcPct val="90000"/>
              </a:lnSpc>
              <a:spcBef>
                <a:spcPts val="1000"/>
              </a:spcBef>
              <a:spcAft>
                <a:spcPts val="0"/>
              </a:spcAft>
              <a:buClrTx/>
              <a:buSzTx/>
              <a:buFont typeface="Arial"/>
              <a:buNone/>
            </a:pPr>
            <a:br/>
            <a:endParaRPr sz="1200">
              <a:latin typeface="HSE Sans"/>
              <a:ea typeface="HSE Sans"/>
              <a:cs typeface="HSE Sans"/>
            </a:endParaRPr>
          </a:p>
        </p:txBody>
      </p:sp>
      <p:sp>
        <p:nvSpPr>
          <p:cNvPr id="27" name="Текст 26">
            <a:extLst xmlns:a="http://schemas.openxmlformats.org/drawingml/2006/main">
              <a:ext uri="{FF2B5EF4-FFF2-40B4-BE49-F238E27FC236}">
                <a16:creationId xmlns:a16="http://schemas.microsoft.com/office/drawing/2014/main" id="{98337931-3EC2-F348-99EA-860F4FFDC188}"/>
              </a:ext>
            </a:extLst>
          </p:cNvPr>
          <p:cNvSpPr>
            <a:spLocks xmlns:a="http://schemas.openxmlformats.org/drawingml/2006/main" noGrp="1"/>
          </p:cNvSpPr>
          <p:nvPr>
            <p:ph type="body" idx="12"/>
          </p:nvPr>
        </p:nvSpPr>
        <p:spPr>
          <a:xfrm xmlns:a="http://schemas.openxmlformats.org/drawingml/2006/main">
            <a:off x="8786720" y="1173829"/>
            <a:ext cx="2217738" cy="463186"/>
          </a:xfrm>
        </p:spPr>
        <p:txBody>
          <a:bodyPr xmlns:a="http://schemas.openxmlformats.org/drawingml/2006/main" lIns="0" tIns="0" rIns="0" bIns="0" anchor="t">
            <a:normAutofit/>
          </a:bodyPr>
          <a:lstStyle xmlns:a="http://schemas.openxmlformats.org/drawingml/2006/main">
            <a:lvl1pPr marL="0" marR="0" indent="0" algn="l" defTabSz="914400">
              <a:lnSpc>
                <a:spcPct val="100000"/>
              </a:lnSpc>
              <a:spcBef>
                <a:spcPts val="0"/>
              </a:spcBef>
              <a:spcAft>
                <a:spcPts val="0"/>
              </a:spcAft>
              <a:buClrTx/>
              <a:buSzTx/>
              <a:buFont typeface="Arial"/>
              <a:buNone/>
              <a:defRPr sz="1200" b="0" i="0">
                <a:solidFill>
                  <a:srgbClr val="0E2D69"/>
                </a:solidFill>
                <a:latin typeface="HSE Sans"/>
                <a:ea typeface="HSE Sans"/>
                <a:cs typeface="HSE Sans"/>
              </a:defRPr>
            </a:lvl1pPr>
          </a:lstStyle>
          <a:p xmlns:a="http://schemas.openxmlformats.org/drawingml/2006/main">
            <a:pPr marL="0" marR="0" lvl="0" indent="0" algn="l" defTabSz="914400">
              <a:lnSpc>
                <a:spcPct val="90000"/>
              </a:lnSpc>
              <a:spcBef>
                <a:spcPts val="1000"/>
              </a:spcBef>
              <a:spcAft>
                <a:spcPts val="0"/>
              </a:spcAft>
              <a:buClrTx/>
              <a:buSzTx/>
              <a:buFont typeface="Arial"/>
              <a:buNone/>
            </a:pPr>
            <a:br/>
            <a:endParaRPr sz="1200">
              <a:latin typeface="HSE Sans"/>
              <a:ea typeface="HSE Sans"/>
              <a:cs typeface="HSE Sans"/>
            </a:endParaRPr>
          </a:p>
        </p:txBody>
      </p:sp>
      <p:sp>
        <p:nvSpPr>
          <p:cNvPr id="29" name="Текст 28">
            <a:extLst xmlns:a="http://schemas.openxmlformats.org/drawingml/2006/main">
              <a:ext uri="{FF2B5EF4-FFF2-40B4-BE49-F238E27FC236}">
                <a16:creationId xmlns:a16="http://schemas.microsoft.com/office/drawing/2014/main" id="{EEA7A79B-D410-B44F-BF32-C3EAEFC20A6E}"/>
              </a:ext>
            </a:extLst>
          </p:cNvPr>
          <p:cNvSpPr>
            <a:spLocks xmlns:a="http://schemas.openxmlformats.org/drawingml/2006/main" noGrp="1"/>
          </p:cNvSpPr>
          <p:nvPr>
            <p:ph type="body" idx="13"/>
          </p:nvPr>
        </p:nvSpPr>
        <p:spPr>
          <a:xfrm xmlns:a="http://schemas.openxmlformats.org/drawingml/2006/main">
            <a:off x="1027967" y="4824914"/>
            <a:ext cx="7625267" cy="652860"/>
          </a:xfrm>
        </p:spPr>
        <p:txBody>
          <a:bodyPr xmlns:a="http://schemas.openxmlformats.org/drawingml/2006/main" lIns="0" tIns="0" rIns="0" bIns="0">
            <a:normAutofit/>
          </a:bodyPr>
          <a:lstStyle xmlns:a="http://schemas.openxmlformats.org/drawingml/2006/main">
            <a:lvl1pPr marL="0" marR="0" indent="0" algn="l" defTabSz="914400">
              <a:lnSpc>
                <a:spcPct val="100000"/>
              </a:lnSpc>
              <a:spcBef>
                <a:spcPts val="0"/>
              </a:spcBef>
              <a:spcAft>
                <a:spcPts val="0"/>
              </a:spcAft>
              <a:buClrTx/>
              <a:buSzTx/>
              <a:buFont typeface="Arial"/>
              <a:buNone/>
              <a:defRPr sz="1600" b="0" i="0">
                <a:solidFill>
                  <a:srgbClr val="0E2D69"/>
                </a:solidFill>
                <a:latin typeface="HSE Sans"/>
                <a:ea typeface="HSE Sans"/>
                <a:cs typeface="HSE Sans"/>
              </a:defRPr>
            </a:lvl1pPr>
          </a:lstStyle>
          <a:p xmlns:a="http://schemas.openxmlformats.org/drawingml/2006/main">
            <a:pPr marL="0" marR="0" lvl="0" indent="0" algn="l" defTabSz="914400">
              <a:lnSpc>
                <a:spcPct val="90000"/>
              </a:lnSpc>
              <a:spcBef>
                <a:spcPts val="1000"/>
              </a:spcBef>
              <a:spcAft>
                <a:spcPts val="0"/>
              </a:spcAft>
              <a:buClrTx/>
              <a:buSzTx/>
              <a:buFont typeface="Arial"/>
              <a:buNone/>
            </a:pPr>
            <a:endParaRPr sz="1600">
              <a:latin typeface="HSE Sans"/>
              <a:ea typeface="HSE Sans"/>
              <a:cs typeface="HSE Sans"/>
            </a:endParaRPr>
          </a:p>
        </p:txBody>
      </p:sp>
    </p:spTree>
  </p:cSld>
</p:sldLayout>
</file>

<file path=ppt/slideLayouts/slideLayout2.xml><?xml version="1.0" encoding="utf-8"?>
<p:sldLayout xmlns:p="http://schemas.openxmlformats.org/presentationml/2006/main" preserve="1" userDrawn="1">
  <p:cSld name="Текст_1">
    <p:bg>
      <p:bgPr>
        <a:blipFill xmlns:a="http://schemas.openxmlformats.org/drawingml/2006/main" rotWithShape="1">
          <a:blip xmlns:r="http://schemas.openxmlformats.org/officeDocument/2006/relationships" r:embed="R7d5e71097e66432c">
            <a:lum/>
          </a:blip>
          <a:srcRect l="0" t="0" r="0" b="0"/>
          <a:stretch>
            <a:fillRect l="0" t="0" r="0" b="0"/>
          </a:stretch>
        </a:blipFill>
      </p:bgPr>
    </p:bg>
    <p:spTree>
      <p:nvGrpSpPr>
        <p:cNvPr id="1" name=""/>
        <p:cNvGrpSpPr/>
        <p:nvPr/>
      </p:nvGrpSpPr>
      <p:grpSpPr>
        <a:xfrm xmlns:a="http://schemas.openxmlformats.org/drawingml/2006/main"/>
      </p:grpSpPr>
      <p:pic>
        <p:nvPicPr>
          <p:cNvPr id="43" name="Picture 4"/>
          <p:cNvPicPr>
            <a:picLocks xmlns:a="http://schemas.openxmlformats.org/drawingml/2006/main" noChangeAspect="1"/>
          </p:cNvPicPr>
          <p:nvPr/>
        </p:nvPicPr>
        <p:blipFill>
          <a:blip xmlns:r="http://schemas.openxmlformats.org/officeDocument/2006/relationships" xmlns:a="http://schemas.openxmlformats.org/drawingml/2006/main" r:embed="R022e38aa0f2c4481"/>
          <a:stretch xmlns:a="http://schemas.openxmlformats.org/drawingml/2006/main">
            <a:fillRect l="0" t="0" r="0" b="0"/>
          </a:stretch>
        </p:blipFill>
        <p:spPr>
          <a:xfrm xmlns:a="http://schemas.openxmlformats.org/drawingml/2006/main">
            <a:off x="517199" y="464363"/>
            <a:ext cx="448276" cy="448276"/>
          </a:xfrm>
          <a:prstGeom xmlns:a="http://schemas.openxmlformats.org/drawingml/2006/main" prst="rect">
            <a:avLst/>
          </a:prstGeom>
        </p:spPr>
      </p:pic>
      <p:sp>
        <p:nvSpPr>
          <p:cNvPr id="11" name="Straight Connector 19">
            <a:extLst xmlns:a="http://schemas.openxmlformats.org/drawingml/2006/main">
              <a:ext uri="{FF2B5EF4-FFF2-40B4-BE49-F238E27FC236}">
                <a16:creationId xmlns:a16="http://schemas.microsoft.com/office/drawing/2014/main" id="{C3055ED3-604C-4B81-91CE-1DDBBB35E0C2}"/>
              </a:ext>
            </a:extLst>
          </p:cNvPr>
          <p:cNvSpPr>
            <a:spLocks xmlns:a="http://schemas.openxmlformats.org/drawingml/2006/main" noGrp="1"/>
          </p:cNvSpPr>
          <p:nvPr/>
        </p:nvSpPr>
        <p:spPr>
          <a:xfrm xmlns:a="http://schemas.openxmlformats.org/drawingml/2006/main">
            <a:off x="3298686"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2" name="Straight Connector 21">
            <a:extLst xmlns:a="http://schemas.openxmlformats.org/drawingml/2006/main">
              <a:ext uri="{FF2B5EF4-FFF2-40B4-BE49-F238E27FC236}">
                <a16:creationId xmlns:a16="http://schemas.microsoft.com/office/drawing/2014/main" id="{CCB29F97-9CA1-4DB3-8938-6A52A7BBEFC8}"/>
              </a:ext>
            </a:extLst>
          </p:cNvPr>
          <p:cNvSpPr>
            <a:spLocks xmlns:a="http://schemas.openxmlformats.org/drawingml/2006/main" noGrp="1"/>
          </p:cNvSpPr>
          <p:nvPr/>
        </p:nvSpPr>
        <p:spPr>
          <a:xfrm xmlns:a="http://schemas.openxmlformats.org/drawingml/2006/main">
            <a:off x="6099416"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3" name="Straight Connector 25">
            <a:extLst xmlns:a="http://schemas.openxmlformats.org/drawingml/2006/main">
              <a:ext uri="{FF2B5EF4-FFF2-40B4-BE49-F238E27FC236}">
                <a16:creationId xmlns:a16="http://schemas.microsoft.com/office/drawing/2014/main" id="{2006DE1D-9F0C-4B9D-B1B0-F607E95688D4}"/>
              </a:ext>
            </a:extLst>
          </p:cNvPr>
          <p:cNvSpPr>
            <a:spLocks xmlns:a="http://schemas.openxmlformats.org/drawingml/2006/main" noGrp="1"/>
          </p:cNvSpPr>
          <p:nvPr/>
        </p:nvSpPr>
        <p:spPr>
          <a:xfrm xmlns:a="http://schemas.openxmlformats.org/drawingml/2006/main">
            <a:off x="10277081"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TextBox 16">
            <a:extLst xmlns:a="http://schemas.openxmlformats.org/drawingml/2006/main">
              <a:ext uri="{FF2B5EF4-FFF2-40B4-BE49-F238E27FC236}">
                <a16:creationId xmlns:a16="http://schemas.microsoft.com/office/drawing/2014/main" id="{24D3A12E-0E10-C441-81D2-C3C1EB6A0537}"/>
              </a:ext>
            </a:extLst>
          </p:cNvPr>
          <p:cNvSpPr>
            <a:spLocks xmlns:a="http://schemas.openxmlformats.org/drawingml/2006/main" noGrp="1"/>
          </p:cNvSpPr>
          <p:nvPr/>
        </p:nvSpPr>
        <p:spPr>
          <a:xfrm xmlns:a="http://schemas.openxmlformats.org/drawingml/2006/main">
            <a:off x="10410201" y="532278"/>
            <a:ext cx="671977" cy="30777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9" name="Straight Connector 59">
            <a:extLst xmlns:a="http://schemas.openxmlformats.org/drawingml/2006/main">
              <a:ext uri="{FF2B5EF4-FFF2-40B4-BE49-F238E27FC236}">
                <a16:creationId xmlns:a16="http://schemas.microsoft.com/office/drawing/2014/main" id="{C57E620C-8BE2-4AF7-9C99-CD8485DD024F}"/>
              </a:ext>
            </a:extLst>
          </p:cNvPr>
          <p:cNvSpPr>
            <a:spLocks xmlns:a="http://schemas.openxmlformats.org/drawingml/2006/main" noGrp="1"/>
          </p:cNvSpPr>
          <p:nvPr/>
        </p:nvSpPr>
        <p:spPr>
          <a:xfrm xmlns:a="http://schemas.openxmlformats.org/drawingml/2006/main">
            <a:off x="11643868"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4" name="Рисунок 23">
            <a:extLst xmlns:a="http://schemas.openxmlformats.org/drawingml/2006/main">
              <a:ext uri="{FF2B5EF4-FFF2-40B4-BE49-F238E27FC236}">
                <a16:creationId xmlns:a16="http://schemas.microsoft.com/office/drawing/2014/main" id="{61115A7A-23E5-E442-9551-F72F1CDA57B9}"/>
              </a:ext>
            </a:extLst>
          </p:cNvPr>
          <p:cNvSpPr>
            <a:spLocks xmlns:a="http://schemas.openxmlformats.org/drawingml/2006/main" noGrp="1"/>
          </p:cNvSpPr>
          <p:nvPr>
            <p:ph type="pic" idx="10"/>
          </p:nvPr>
        </p:nvSpPr>
        <p:spPr>
          <a:xfrm xmlns:a="http://schemas.openxmlformats.org/drawingml/2006/main">
            <a:off x="6684653" y="1447790"/>
            <a:ext cx="4325167" cy="4325107"/>
          </a:xfrm>
          <a:prstGeom xmlns:a="http://schemas.openxmlformats.org/drawingml/2006/main" prst="rect">
            <a:avLst/>
          </a:prstGeom>
          <a:solidFill xmlns:a="http://schemas.openxmlformats.org/drawingml/2006/main">
            <a:srgbClr val="D9D9D9"/>
          </a:solidFill>
        </p:spPr>
        <p:txBody>
          <a:bodyPr xmlns:a="http://schemas.openxmlformats.org/drawingml/2006/main" anchor="ctr">
            <a:normAutofit/>
          </a:bodyPr>
          <a:lstStyle xmlns:a="http://schemas.openxmlformats.org/drawingml/2006/main">
            <a:lvl1pPr marL="0" marR="0" indent="0" algn="ctr" defTabSz="914400">
              <a:lnSpc>
                <a:spcPct val="90000"/>
              </a:lnSpc>
              <a:spcBef>
                <a:spcPts val="1000"/>
              </a:spcBef>
              <a:spcAft>
                <a:spcPts val="0"/>
              </a:spcAft>
              <a:buClrTx/>
              <a:buSzTx/>
              <a:buFont typeface="Arial"/>
              <a:buNone/>
              <a:defRPr sz="1200">
                <a:solidFill>
                  <a:schemeClr val="bg2">
                    <a:lumMod val="10000"/>
                  </a:schemeClr>
                </a:solidFill>
              </a:defRPr>
            </a:lvl1pPr>
          </a:lstStyle>
          <a:p xmlns:a="http://schemas.openxmlformats.org/drawingml/2006/main">
            <a:pPr marL="0" marR="0" lvl="0" indent="0" algn="ctr" defTabSz="914400">
              <a:lnSpc>
                <a:spcPct val="90000"/>
              </a:lnSpc>
              <a:spcBef>
                <a:spcPts val="1000"/>
              </a:spcBef>
              <a:spcAft>
                <a:spcPts val="0"/>
              </a:spcAft>
              <a:buClrTx/>
              <a:buSzTx/>
              <a:buFont typeface="Arial"/>
              <a:buNone/>
            </a:pPr>
            <a:endParaRPr sz="2800">
              <a:solidFill>
                <a:schemeClr val="tx1"/>
              </a:solidFill>
              <a:latin typeface="HSE Sans"/>
              <a:ea typeface="HSE Sans"/>
              <a:cs typeface="HSE Sans"/>
            </a:endParaRPr>
          </a:p>
        </p:txBody>
      </p:sp>
      <p:sp>
        <p:nvSpPr>
          <p:cNvPr id="32" name="Заголовок 31">
            <a:extLst xmlns:a="http://schemas.openxmlformats.org/drawingml/2006/main">
              <a:ext uri="{FF2B5EF4-FFF2-40B4-BE49-F238E27FC236}">
                <a16:creationId xmlns:a16="http://schemas.microsoft.com/office/drawing/2014/main" id="{9ED7AA97-D972-DF4F-B662-A65F2A544CC5}"/>
              </a:ext>
            </a:extLst>
          </p:cNvPr>
          <p:cNvSpPr>
            <a:spLocks xmlns:a="http://schemas.openxmlformats.org/drawingml/2006/main" noGrp="1"/>
          </p:cNvSpPr>
          <p:nvPr>
            <p:ph type="title" idx="0"/>
          </p:nvPr>
        </p:nvSpPr>
        <p:spPr>
          <a:xfrm xmlns:a="http://schemas.openxmlformats.org/drawingml/2006/main">
            <a:off x="585898" y="1447790"/>
            <a:ext cx="5245560" cy="777025"/>
          </a:xfrm>
        </p:spPr>
        <p:txBody>
          <a:bodyPr xmlns:a="http://schemas.openxmlformats.org/drawingml/2006/main" lIns="0" tIns="0" rIns="0" bIns="0" anchor="t">
            <a:normAutofit/>
          </a:bodyPr>
          <a:lstStyle xmlns:a="http://schemas.openxmlformats.org/drawingml/2006/main">
            <a:lvl1pPr>
              <a:lnSpc>
                <a:spcPct val="100000"/>
              </a:lnSpc>
              <a:buNone/>
              <a:defRPr sz="2400" b="0" i="0">
                <a:latin typeface="HSE Sans"/>
                <a:ea typeface="HSE Sans"/>
                <a:cs typeface="HSE Sans"/>
              </a:defRPr>
            </a:lvl1pPr>
          </a:lstStyle>
          <a:p xmlns:a="http://schemas.openxmlformats.org/drawingml/2006/main">
            <a:br/>
            <a:endParaRPr sz="2400">
              <a:solidFill>
                <a:srgbClr val="102D69"/>
              </a:solidFill>
              <a:latin typeface="HSE Sans"/>
              <a:ea typeface="HSE Sans"/>
              <a:cs typeface="HSE Sans"/>
            </a:endParaRPr>
          </a:p>
        </p:txBody>
      </p:sp>
      <p:sp>
        <p:nvSpPr>
          <p:cNvPr id="36" name="Текст 35">
            <a:extLst xmlns:a="http://schemas.openxmlformats.org/drawingml/2006/main">
              <a:ext uri="{FF2B5EF4-FFF2-40B4-BE49-F238E27FC236}">
                <a16:creationId xmlns:a16="http://schemas.microsoft.com/office/drawing/2014/main" id="{69E35E54-2B19-7441-876F-1C6A84F4F156}"/>
              </a:ext>
            </a:extLst>
          </p:cNvPr>
          <p:cNvSpPr>
            <a:spLocks xmlns:a="http://schemas.openxmlformats.org/drawingml/2006/main" noGrp="1"/>
          </p:cNvSpPr>
          <p:nvPr>
            <p:ph type="body" idx="12"/>
          </p:nvPr>
        </p:nvSpPr>
        <p:spPr>
          <a:xfrm xmlns:a="http://schemas.openxmlformats.org/drawingml/2006/main">
            <a:off x="585897" y="2379663"/>
            <a:ext cx="5245561" cy="3393234"/>
          </a:xfrm>
        </p:spPr>
        <p:txBody>
          <a:bodyPr xmlns:a="http://schemas.openxmlformats.org/drawingml/2006/main" lIns="0" tIns="0" rIns="0">
            <a:normAutofit/>
          </a:bodyPr>
          <a:lstStyle xmlns:a="http://schemas.openxmlformats.org/drawingml/2006/main">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xmlns:a="http://schemas.openxmlformats.org/drawingml/2006/main">
            <a:pPr lvl="0">
              <a:buNone/>
            </a:pPr>
            <a:endParaRPr/>
          </a:p>
        </p:txBody>
      </p:sp>
      <p:sp>
        <p:nvSpPr>
          <p:cNvPr id="38" name="Текст 37">
            <a:extLst xmlns:a="http://schemas.openxmlformats.org/drawingml/2006/main">
              <a:ext uri="{FF2B5EF4-FFF2-40B4-BE49-F238E27FC236}">
                <a16:creationId xmlns:a16="http://schemas.microsoft.com/office/drawing/2014/main" id="{7FB4A275-856E-364D-8AA4-2071AADC6AAA}"/>
              </a:ext>
            </a:extLst>
          </p:cNvPr>
          <p:cNvSpPr>
            <a:spLocks xmlns:a="http://schemas.openxmlformats.org/drawingml/2006/main" noGrp="1"/>
          </p:cNvSpPr>
          <p:nvPr>
            <p:ph type="body" idx="13"/>
          </p:nvPr>
        </p:nvSpPr>
        <p:spPr>
          <a:xfrm xmlns:a="http://schemas.openxmlformats.org/drawingml/2006/main">
            <a:off x="1143689" y="540904"/>
            <a:ext cx="1901825" cy="415925"/>
          </a:xfrm>
        </p:spPr>
        <p:txBody>
          <a:bodyPr xmlns:a="http://schemas.openxmlformats.org/drawingml/2006/main" lIns="0" tIns="0" rIns="0" bIns="0">
            <a:noAutofit/>
          </a:bodyPr>
          <a:lstStyle xmlns:a="http://schemas.openxmlformats.org/drawingml/2006/main">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xmlns:a="http://schemas.openxmlformats.org/drawingml/2006/main">
            <a:pPr marL="0" marR="0" lvl="0" indent="0" algn="l" defTabSz="914400">
              <a:lnSpc>
                <a:spcPct val="100000"/>
              </a:lnSpc>
              <a:spcBef>
                <a:spcPts val="1000"/>
              </a:spcBef>
              <a:spcAft>
                <a:spcPts val="0"/>
              </a:spcAft>
              <a:buClrTx/>
              <a:buSzTx/>
              <a:buFont typeface="Arial"/>
              <a:buNone/>
            </a:pPr>
            <a:br/>
            <a:endParaRPr sz="1000">
              <a:latin typeface="HSE Sans"/>
              <a:ea typeface="HSE Sans"/>
              <a:cs typeface="HSE Sans"/>
            </a:endParaRPr>
          </a:p>
        </p:txBody>
      </p:sp>
      <p:sp>
        <p:nvSpPr>
          <p:cNvPr id="40" name="Текст 39">
            <a:extLst xmlns:a="http://schemas.openxmlformats.org/drawingml/2006/main">
              <a:ext uri="{FF2B5EF4-FFF2-40B4-BE49-F238E27FC236}">
                <a16:creationId xmlns:a16="http://schemas.microsoft.com/office/drawing/2014/main" id="{58FBA0EA-8BE0-A643-B258-4E5C34467172}"/>
              </a:ext>
            </a:extLst>
          </p:cNvPr>
          <p:cNvSpPr>
            <a:spLocks xmlns:a="http://schemas.openxmlformats.org/drawingml/2006/main" noGrp="1"/>
          </p:cNvSpPr>
          <p:nvPr>
            <p:ph type="body" idx="14"/>
          </p:nvPr>
        </p:nvSpPr>
        <p:spPr>
          <a:xfrm xmlns:a="http://schemas.openxmlformats.org/drawingml/2006/main">
            <a:off x="3459163" y="548720"/>
            <a:ext cx="2070100" cy="408109"/>
          </a:xfrm>
        </p:spPr>
        <p:txBody>
          <a:bodyPr xmlns:a="http://schemas.openxmlformats.org/drawingml/2006/main" lIns="0" tIns="0" rIns="0" bIns="0">
            <a:noAutofit/>
          </a:bodyPr>
          <a:lstStyle xmlns:a="http://schemas.openxmlformats.org/drawingml/2006/main">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xmlns:a="http://schemas.openxmlformats.org/drawingml/2006/main">
            <a:endParaRPr sz="1000">
              <a:latin typeface="HSE Sans"/>
              <a:ea typeface="HSE Sans"/>
              <a:cs typeface="HSE Sans"/>
            </a:endParaRPr>
          </a:p>
        </p:txBody>
      </p:sp>
      <p:sp>
        <p:nvSpPr>
          <p:cNvPr id="41" name="Текст 39">
            <a:extLst xmlns:a="http://schemas.openxmlformats.org/drawingml/2006/main">
              <a:ext uri="{FF2B5EF4-FFF2-40B4-BE49-F238E27FC236}">
                <a16:creationId xmlns:a16="http://schemas.microsoft.com/office/drawing/2014/main" id="{0BEC062F-1BEB-DE4C-B7EE-C552C9D45F13}"/>
              </a:ext>
            </a:extLst>
          </p:cNvPr>
          <p:cNvSpPr>
            <a:spLocks xmlns:a="http://schemas.openxmlformats.org/drawingml/2006/main" noGrp="1"/>
          </p:cNvSpPr>
          <p:nvPr>
            <p:ph type="body" idx="15"/>
          </p:nvPr>
        </p:nvSpPr>
        <p:spPr>
          <a:xfrm xmlns:a="http://schemas.openxmlformats.org/drawingml/2006/main">
            <a:off x="6259892" y="548720"/>
            <a:ext cx="2070100" cy="408109"/>
          </a:xfrm>
        </p:spPr>
        <p:txBody>
          <a:bodyPr xmlns:a="http://schemas.openxmlformats.org/drawingml/2006/main" lIns="0" tIns="0" rIns="0" bIns="0">
            <a:noAutofit/>
          </a:bodyPr>
          <a:lstStyle xmlns:a="http://schemas.openxmlformats.org/drawingml/2006/main">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xmlns:a="http://schemas.openxmlformats.org/drawingml/2006/main">
            <a:endParaRPr sz="1000">
              <a:latin typeface="HSE Sans"/>
              <a:ea typeface="HSE Sans"/>
              <a:cs typeface="HSE Sans"/>
            </a:endParaRPr>
          </a:p>
        </p:txBody>
      </p:sp>
    </p:spTree>
  </p:cSld>
</p:sldLayout>
</file>

<file path=ppt/slideLayouts/slideLayout3.xml><?xml version="1.0" encoding="utf-8"?>
<p:sldLayout xmlns:p="http://schemas.openxmlformats.org/presentationml/2006/main" preserve="1" userDrawn="1">
  <p:cSld name="Текст_2">
    <p:bg>
      <p:bgPr>
        <a:blipFill xmlns:a="http://schemas.openxmlformats.org/drawingml/2006/main" rotWithShape="1">
          <a:blip xmlns:r="http://schemas.openxmlformats.org/officeDocument/2006/relationships" r:embed="R8029e056065e41d5">
            <a:lum/>
          </a:blip>
          <a:srcRect l="0" t="0" r="0" b="0"/>
          <a:stretch>
            <a:fillRect l="0" t="0" r="0" b="0"/>
          </a:stretch>
        </a:blipFill>
      </p:bgPr>
    </p:bg>
    <p:spTree>
      <p:nvGrpSpPr>
        <p:cNvPr id="1" name=""/>
        <p:cNvGrpSpPr/>
        <p:nvPr/>
      </p:nvGrpSpPr>
      <p:grpSpPr>
        <a:xfrm xmlns:a="http://schemas.openxmlformats.org/drawingml/2006/main"/>
      </p:grpSpPr>
      <p:pic>
        <p:nvPicPr>
          <p:cNvPr id="20" name="Picture 4"/>
          <p:cNvPicPr>
            <a:picLocks xmlns:a="http://schemas.openxmlformats.org/drawingml/2006/main" noChangeAspect="1"/>
          </p:cNvPicPr>
          <p:nvPr/>
        </p:nvPicPr>
        <p:blipFill>
          <a:blip xmlns:r="http://schemas.openxmlformats.org/officeDocument/2006/relationships" xmlns:a="http://schemas.openxmlformats.org/drawingml/2006/main" r:embed="R05cc6a9ed8f34bcb"/>
          <a:stretch xmlns:a="http://schemas.openxmlformats.org/drawingml/2006/main">
            <a:fillRect l="0" t="0" r="0" b="0"/>
          </a:stretch>
        </p:blipFill>
        <p:spPr>
          <a:xfrm xmlns:a="http://schemas.openxmlformats.org/drawingml/2006/main">
            <a:off x="517199" y="464363"/>
            <a:ext cx="448276" cy="448276"/>
          </a:xfrm>
          <a:prstGeom xmlns:a="http://schemas.openxmlformats.org/drawingml/2006/main" prst="rect">
            <a:avLst/>
          </a:prstGeom>
        </p:spPr>
      </p:pic>
      <p:sp>
        <p:nvSpPr>
          <p:cNvPr id="8" name="Straight Connector 19">
            <a:extLst xmlns:a="http://schemas.openxmlformats.org/drawingml/2006/main">
              <a:ext uri="{FF2B5EF4-FFF2-40B4-BE49-F238E27FC236}">
                <a16:creationId xmlns:a16="http://schemas.microsoft.com/office/drawing/2014/main" id="{E5AB669A-F86F-41B6-A63D-94F97D673BF9}"/>
              </a:ext>
            </a:extLst>
          </p:cNvPr>
          <p:cNvSpPr>
            <a:spLocks xmlns:a="http://schemas.openxmlformats.org/drawingml/2006/main" noGrp="1"/>
          </p:cNvSpPr>
          <p:nvPr/>
        </p:nvSpPr>
        <p:spPr>
          <a:xfrm xmlns:a="http://schemas.openxmlformats.org/drawingml/2006/main">
            <a:off x="3298686"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9" name="Straight Connector 21">
            <a:extLst xmlns:a="http://schemas.openxmlformats.org/drawingml/2006/main">
              <a:ext uri="{FF2B5EF4-FFF2-40B4-BE49-F238E27FC236}">
                <a16:creationId xmlns:a16="http://schemas.microsoft.com/office/drawing/2014/main" id="{C57E3C49-BAC6-419A-BA1B-590331B05AA2}"/>
              </a:ext>
            </a:extLst>
          </p:cNvPr>
          <p:cNvSpPr>
            <a:spLocks xmlns:a="http://schemas.openxmlformats.org/drawingml/2006/main" noGrp="1"/>
          </p:cNvSpPr>
          <p:nvPr/>
        </p:nvSpPr>
        <p:spPr>
          <a:xfrm xmlns:a="http://schemas.openxmlformats.org/drawingml/2006/main">
            <a:off x="6099416"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0" name="Straight Connector 25">
            <a:extLst xmlns:a="http://schemas.openxmlformats.org/drawingml/2006/main">
              <a:ext uri="{FF2B5EF4-FFF2-40B4-BE49-F238E27FC236}">
                <a16:creationId xmlns:a16="http://schemas.microsoft.com/office/drawing/2014/main" id="{CC9060E4-0970-4B1E-B49E-B701FA6A3095}"/>
              </a:ext>
            </a:extLst>
          </p:cNvPr>
          <p:cNvSpPr>
            <a:spLocks xmlns:a="http://schemas.openxmlformats.org/drawingml/2006/main" noGrp="1"/>
          </p:cNvSpPr>
          <p:nvPr/>
        </p:nvSpPr>
        <p:spPr>
          <a:xfrm xmlns:a="http://schemas.openxmlformats.org/drawingml/2006/main">
            <a:off x="10277081"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1" name="TextBox 10">
            <a:extLst xmlns:a="http://schemas.openxmlformats.org/drawingml/2006/main">
              <a:ext uri="{FF2B5EF4-FFF2-40B4-BE49-F238E27FC236}">
                <a16:creationId xmlns:a16="http://schemas.microsoft.com/office/drawing/2014/main" id="{55E88681-53A8-3B45-B80A-372EDFB53883}"/>
              </a:ext>
            </a:extLst>
          </p:cNvPr>
          <p:cNvSpPr>
            <a:spLocks xmlns:a="http://schemas.openxmlformats.org/drawingml/2006/main" noGrp="1"/>
          </p:cNvSpPr>
          <p:nvPr/>
        </p:nvSpPr>
        <p:spPr>
          <a:xfrm xmlns:a="http://schemas.openxmlformats.org/drawingml/2006/main">
            <a:off x="10410201" y="532278"/>
            <a:ext cx="671977" cy="30777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2" name="Straight Connector 59">
            <a:extLst xmlns:a="http://schemas.openxmlformats.org/drawingml/2006/main">
              <a:ext uri="{FF2B5EF4-FFF2-40B4-BE49-F238E27FC236}">
                <a16:creationId xmlns:a16="http://schemas.microsoft.com/office/drawing/2014/main" id="{EE7F59C3-65B5-4D92-8DCC-BE23EA514FAF}"/>
              </a:ext>
            </a:extLst>
          </p:cNvPr>
          <p:cNvSpPr>
            <a:spLocks xmlns:a="http://schemas.openxmlformats.org/drawingml/2006/main" noGrp="1"/>
          </p:cNvSpPr>
          <p:nvPr/>
        </p:nvSpPr>
        <p:spPr>
          <a:xfrm xmlns:a="http://schemas.openxmlformats.org/drawingml/2006/main">
            <a:off x="11643868"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3" name="Текст 37">
            <a:extLst xmlns:a="http://schemas.openxmlformats.org/drawingml/2006/main">
              <a:ext uri="{FF2B5EF4-FFF2-40B4-BE49-F238E27FC236}">
                <a16:creationId xmlns:a16="http://schemas.microsoft.com/office/drawing/2014/main" id="{5026DBD8-54A3-1446-9D3B-BA2B38460F1E}"/>
              </a:ext>
            </a:extLst>
          </p:cNvPr>
          <p:cNvSpPr>
            <a:spLocks xmlns:a="http://schemas.openxmlformats.org/drawingml/2006/main" noGrp="1"/>
          </p:cNvSpPr>
          <p:nvPr>
            <p:ph type="body" idx="13"/>
          </p:nvPr>
        </p:nvSpPr>
        <p:spPr>
          <a:xfrm xmlns:a="http://schemas.openxmlformats.org/drawingml/2006/main">
            <a:off x="1143689" y="540904"/>
            <a:ext cx="1901825" cy="415925"/>
          </a:xfrm>
        </p:spPr>
        <p:txBody>
          <a:bodyPr xmlns:a="http://schemas.openxmlformats.org/drawingml/2006/main" lIns="0" tIns="0" rIns="0" bIns="0">
            <a:noAutofit/>
          </a:bodyPr>
          <a:lstStyle xmlns:a="http://schemas.openxmlformats.org/drawingml/2006/main">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xmlns:a="http://schemas.openxmlformats.org/drawingml/2006/main">
            <a:pPr marL="0" marR="0" lvl="0" indent="0" algn="l" defTabSz="914400">
              <a:lnSpc>
                <a:spcPct val="100000"/>
              </a:lnSpc>
              <a:spcBef>
                <a:spcPts val="1000"/>
              </a:spcBef>
              <a:spcAft>
                <a:spcPts val="0"/>
              </a:spcAft>
              <a:buClrTx/>
              <a:buSzTx/>
              <a:buFont typeface="Arial"/>
              <a:buNone/>
            </a:pPr>
            <a:br/>
            <a:endParaRPr sz="1000">
              <a:latin typeface="HSE Sans"/>
              <a:ea typeface="HSE Sans"/>
              <a:cs typeface="HSE Sans"/>
            </a:endParaRPr>
          </a:p>
        </p:txBody>
      </p:sp>
      <p:sp>
        <p:nvSpPr>
          <p:cNvPr id="14" name="Текст 39">
            <a:extLst xmlns:a="http://schemas.openxmlformats.org/drawingml/2006/main">
              <a:ext uri="{FF2B5EF4-FFF2-40B4-BE49-F238E27FC236}">
                <a16:creationId xmlns:a16="http://schemas.microsoft.com/office/drawing/2014/main" id="{E8AA3569-5054-7D47-AB14-BCFB0440D0A6}"/>
              </a:ext>
            </a:extLst>
          </p:cNvPr>
          <p:cNvSpPr>
            <a:spLocks xmlns:a="http://schemas.openxmlformats.org/drawingml/2006/main" noGrp="1"/>
          </p:cNvSpPr>
          <p:nvPr>
            <p:ph type="body" idx="14"/>
          </p:nvPr>
        </p:nvSpPr>
        <p:spPr>
          <a:xfrm xmlns:a="http://schemas.openxmlformats.org/drawingml/2006/main">
            <a:off x="3459163" y="548720"/>
            <a:ext cx="2070100" cy="408109"/>
          </a:xfrm>
        </p:spPr>
        <p:txBody>
          <a:bodyPr xmlns:a="http://schemas.openxmlformats.org/drawingml/2006/main" lIns="0" tIns="0" rIns="0" bIns="0">
            <a:noAutofit/>
          </a:bodyPr>
          <a:lstStyle xmlns:a="http://schemas.openxmlformats.org/drawingml/2006/main">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xmlns:a="http://schemas.openxmlformats.org/drawingml/2006/main">
            <a:endParaRPr sz="1000">
              <a:latin typeface="HSE Sans"/>
              <a:ea typeface="HSE Sans"/>
              <a:cs typeface="HSE Sans"/>
            </a:endParaRPr>
          </a:p>
        </p:txBody>
      </p:sp>
      <p:sp>
        <p:nvSpPr>
          <p:cNvPr id="16" name="Заголовок 31">
            <a:extLst xmlns:a="http://schemas.openxmlformats.org/drawingml/2006/main">
              <a:ext uri="{FF2B5EF4-FFF2-40B4-BE49-F238E27FC236}">
                <a16:creationId xmlns:a16="http://schemas.microsoft.com/office/drawing/2014/main" id="{76942483-EB13-0A4B-8060-DB65024C294E}"/>
              </a:ext>
            </a:extLst>
          </p:cNvPr>
          <p:cNvSpPr>
            <a:spLocks xmlns:a="http://schemas.openxmlformats.org/drawingml/2006/main" noGrp="1"/>
          </p:cNvSpPr>
          <p:nvPr>
            <p:ph type="title" idx="0"/>
          </p:nvPr>
        </p:nvSpPr>
        <p:spPr>
          <a:xfrm xmlns:a="http://schemas.openxmlformats.org/drawingml/2006/main">
            <a:off x="585897" y="1447790"/>
            <a:ext cx="11057955" cy="777025"/>
          </a:xfrm>
        </p:spPr>
        <p:txBody>
          <a:bodyPr xmlns:a="http://schemas.openxmlformats.org/drawingml/2006/main" lIns="0" tIns="0" rIns="0" bIns="0" anchor="t">
            <a:normAutofit/>
          </a:bodyPr>
          <a:lstStyle xmlns:a="http://schemas.openxmlformats.org/drawingml/2006/main">
            <a:lvl1pPr>
              <a:lnSpc>
                <a:spcPct val="100000"/>
              </a:lnSpc>
              <a:buNone/>
              <a:defRPr sz="2400" b="0" i="0">
                <a:latin typeface="HSE Sans"/>
                <a:ea typeface="HSE Sans"/>
                <a:cs typeface="HSE Sans"/>
              </a:defRPr>
            </a:lvl1pPr>
          </a:lstStyle>
          <a:p xmlns:a="http://schemas.openxmlformats.org/drawingml/2006/main">
            <a:endParaRPr sz="2400">
              <a:solidFill>
                <a:srgbClr val="102D69"/>
              </a:solidFill>
              <a:latin typeface="HSE Sans"/>
              <a:ea typeface="HSE Sans"/>
              <a:cs typeface="HSE Sans"/>
            </a:endParaRPr>
          </a:p>
        </p:txBody>
      </p:sp>
      <p:sp>
        <p:nvSpPr>
          <p:cNvPr id="17" name="Текст 35">
            <a:extLst xmlns:a="http://schemas.openxmlformats.org/drawingml/2006/main">
              <a:ext uri="{FF2B5EF4-FFF2-40B4-BE49-F238E27FC236}">
                <a16:creationId xmlns:a16="http://schemas.microsoft.com/office/drawing/2014/main" id="{66FAD63B-F743-0F47-BBE3-D7731766705A}"/>
              </a:ext>
            </a:extLst>
          </p:cNvPr>
          <p:cNvSpPr>
            <a:spLocks xmlns:a="http://schemas.openxmlformats.org/drawingml/2006/main" noGrp="1"/>
          </p:cNvSpPr>
          <p:nvPr>
            <p:ph type="body" idx="12"/>
          </p:nvPr>
        </p:nvSpPr>
        <p:spPr>
          <a:xfrm xmlns:a="http://schemas.openxmlformats.org/drawingml/2006/main">
            <a:off x="585897" y="2379663"/>
            <a:ext cx="11057971" cy="3745092"/>
          </a:xfrm>
        </p:spPr>
        <p:txBody>
          <a:bodyPr xmlns:a="http://schemas.openxmlformats.org/drawingml/2006/main" lIns="0" tIns="0" rIns="0">
            <a:noAutofit/>
          </a:bodyPr>
          <a:lstStyle xmlns:a="http://schemas.openxmlformats.org/drawingml/2006/main">
            <a:lvl1pPr marL="0" marR="0" indent="0" algn="l" defTabSz="914400">
              <a:lnSpc>
                <a:spcPct val="100000"/>
              </a:lnSpc>
              <a:spcBef>
                <a:spcPts val="12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xmlns:a="http://schemas.openxmlformats.org/drawingml/2006/main">
            <a:pPr marL="0" marR="0" lvl="0" indent="0" algn="l" defTabSz="914400">
              <a:lnSpc>
                <a:spcPct val="100000"/>
              </a:lnSpc>
              <a:spcBef>
                <a:spcPts val="1200"/>
              </a:spcBef>
              <a:spcAft>
                <a:spcPts val="0"/>
              </a:spcAft>
              <a:buClrTx/>
              <a:buSzTx/>
              <a:buFont typeface="Arial"/>
              <a:buNone/>
            </a:pPr>
            <a:endParaRPr/>
          </a:p>
        </p:txBody>
      </p:sp>
      <p:sp>
        <p:nvSpPr>
          <p:cNvPr id="18" name="Текст 39">
            <a:extLst xmlns:a="http://schemas.openxmlformats.org/drawingml/2006/main">
              <a:ext uri="{FF2B5EF4-FFF2-40B4-BE49-F238E27FC236}">
                <a16:creationId xmlns:a16="http://schemas.microsoft.com/office/drawing/2014/main" id="{8A048480-30C9-044E-8C2E-0F67398FEE12}"/>
              </a:ext>
            </a:extLst>
          </p:cNvPr>
          <p:cNvSpPr>
            <a:spLocks xmlns:a="http://schemas.openxmlformats.org/drawingml/2006/main" noGrp="1"/>
          </p:cNvSpPr>
          <p:nvPr>
            <p:ph type="body" idx="15"/>
          </p:nvPr>
        </p:nvSpPr>
        <p:spPr>
          <a:xfrm xmlns:a="http://schemas.openxmlformats.org/drawingml/2006/main">
            <a:off x="6259892" y="548720"/>
            <a:ext cx="2070100" cy="408109"/>
          </a:xfrm>
        </p:spPr>
        <p:txBody>
          <a:bodyPr xmlns:a="http://schemas.openxmlformats.org/drawingml/2006/main" lIns="0" tIns="0" rIns="0" bIns="0">
            <a:noAutofit/>
          </a:bodyPr>
          <a:lstStyle xmlns:a="http://schemas.openxmlformats.org/drawingml/2006/main">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xmlns:a="http://schemas.openxmlformats.org/drawingml/2006/main">
            <a:endParaRPr sz="1000">
              <a:latin typeface="HSE Sans"/>
              <a:ea typeface="HSE Sans"/>
              <a:cs typeface="HSE Sans"/>
            </a:endParaRPr>
          </a:p>
        </p:txBody>
      </p:sp>
    </p:spTree>
  </p:cSld>
</p:sldLayout>
</file>

<file path=ppt/slideLayouts/slideLayout4.xml><?xml version="1.0" encoding="utf-8"?>
<p:sldLayout xmlns:p="http://schemas.openxmlformats.org/presentationml/2006/main" preserve="1" userDrawn="1">
  <p:cSld name="Текст_3">
    <p:bg>
      <p:bgPr>
        <a:blipFill xmlns:a="http://schemas.openxmlformats.org/drawingml/2006/main" rotWithShape="1">
          <a:blip xmlns:r="http://schemas.openxmlformats.org/officeDocument/2006/relationships" r:embed="R3aac04455b134160">
            <a:lum/>
          </a:blip>
          <a:srcRect l="0" t="0" r="0" b="0"/>
          <a:stretch>
            <a:fillRect l="0" t="0" r="0" b="0"/>
          </a:stretch>
        </a:blipFill>
      </p:bgPr>
    </p:bg>
    <p:spTree>
      <p:nvGrpSpPr>
        <p:cNvPr id="1" name=""/>
        <p:cNvGrpSpPr/>
        <p:nvPr/>
      </p:nvGrpSpPr>
      <p:grpSpPr>
        <a:xfrm xmlns:a="http://schemas.openxmlformats.org/drawingml/2006/main"/>
      </p:grpSpPr>
      <p:pic>
        <p:nvPicPr>
          <p:cNvPr id="27" name="Picture 4"/>
          <p:cNvPicPr>
            <a:picLocks xmlns:a="http://schemas.openxmlformats.org/drawingml/2006/main" noChangeAspect="1"/>
          </p:cNvPicPr>
          <p:nvPr/>
        </p:nvPicPr>
        <p:blipFill>
          <a:blip xmlns:r="http://schemas.openxmlformats.org/officeDocument/2006/relationships" xmlns:a="http://schemas.openxmlformats.org/drawingml/2006/main" r:embed="R41ff3c0547004e18"/>
          <a:stretch xmlns:a="http://schemas.openxmlformats.org/drawingml/2006/main">
            <a:fillRect l="0" t="0" r="0" b="0"/>
          </a:stretch>
        </p:blipFill>
        <p:spPr>
          <a:xfrm xmlns:a="http://schemas.openxmlformats.org/drawingml/2006/main">
            <a:off x="517199" y="464363"/>
            <a:ext cx="448276" cy="448276"/>
          </a:xfrm>
          <a:prstGeom xmlns:a="http://schemas.openxmlformats.org/drawingml/2006/main" prst="rect">
            <a:avLst/>
          </a:prstGeom>
        </p:spPr>
      </p:pic>
      <p:sp>
        <p:nvSpPr>
          <p:cNvPr id="8" name="Straight Connector 19">
            <a:extLst xmlns:a="http://schemas.openxmlformats.org/drawingml/2006/main">
              <a:ext uri="{FF2B5EF4-FFF2-40B4-BE49-F238E27FC236}">
                <a16:creationId xmlns:a16="http://schemas.microsoft.com/office/drawing/2014/main" id="{FFABCA9E-6DCB-417D-B9E0-FC26E2ED7231}"/>
              </a:ext>
            </a:extLst>
          </p:cNvPr>
          <p:cNvSpPr>
            <a:spLocks xmlns:a="http://schemas.openxmlformats.org/drawingml/2006/main" noGrp="1"/>
          </p:cNvSpPr>
          <p:nvPr/>
        </p:nvSpPr>
        <p:spPr>
          <a:xfrm xmlns:a="http://schemas.openxmlformats.org/drawingml/2006/main">
            <a:off x="3298686"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9" name="Straight Connector 21">
            <a:extLst xmlns:a="http://schemas.openxmlformats.org/drawingml/2006/main">
              <a:ext uri="{FF2B5EF4-FFF2-40B4-BE49-F238E27FC236}">
                <a16:creationId xmlns:a16="http://schemas.microsoft.com/office/drawing/2014/main" id="{7AF5C5B0-B330-4B12-BBF3-A9A6C84657AA}"/>
              </a:ext>
            </a:extLst>
          </p:cNvPr>
          <p:cNvSpPr>
            <a:spLocks xmlns:a="http://schemas.openxmlformats.org/drawingml/2006/main" noGrp="1"/>
          </p:cNvSpPr>
          <p:nvPr/>
        </p:nvSpPr>
        <p:spPr>
          <a:xfrm xmlns:a="http://schemas.openxmlformats.org/drawingml/2006/main">
            <a:off x="6099416"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Straight Connector 25">
            <a:extLst xmlns:a="http://schemas.openxmlformats.org/drawingml/2006/main">
              <a:ext uri="{FF2B5EF4-FFF2-40B4-BE49-F238E27FC236}">
                <a16:creationId xmlns:a16="http://schemas.microsoft.com/office/drawing/2014/main" id="{7B27E8F8-2EE0-4F74-BAB5-F77FD2CF7083}"/>
              </a:ext>
            </a:extLst>
          </p:cNvPr>
          <p:cNvSpPr>
            <a:spLocks xmlns:a="http://schemas.openxmlformats.org/drawingml/2006/main" noGrp="1"/>
          </p:cNvSpPr>
          <p:nvPr/>
        </p:nvSpPr>
        <p:spPr>
          <a:xfrm xmlns:a="http://schemas.openxmlformats.org/drawingml/2006/main">
            <a:off x="10277081"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 name="TextBox 10">
            <a:extLst xmlns:a="http://schemas.openxmlformats.org/drawingml/2006/main">
              <a:ext uri="{FF2B5EF4-FFF2-40B4-BE49-F238E27FC236}">
                <a16:creationId xmlns:a16="http://schemas.microsoft.com/office/drawing/2014/main" id="{05ECCF8F-5855-7943-B503-5573887A534D}"/>
              </a:ext>
            </a:extLst>
          </p:cNvPr>
          <p:cNvSpPr>
            <a:spLocks xmlns:a="http://schemas.openxmlformats.org/drawingml/2006/main" noGrp="1"/>
          </p:cNvSpPr>
          <p:nvPr/>
        </p:nvSpPr>
        <p:spPr>
          <a:xfrm xmlns:a="http://schemas.openxmlformats.org/drawingml/2006/main">
            <a:off x="10410201" y="532278"/>
            <a:ext cx="671977" cy="30777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2" name="Straight Connector 59">
            <a:extLst xmlns:a="http://schemas.openxmlformats.org/drawingml/2006/main">
              <a:ext uri="{FF2B5EF4-FFF2-40B4-BE49-F238E27FC236}">
                <a16:creationId xmlns:a16="http://schemas.microsoft.com/office/drawing/2014/main" id="{252B18F1-14E1-4A26-8802-5189A4339713}"/>
              </a:ext>
            </a:extLst>
          </p:cNvPr>
          <p:cNvSpPr>
            <a:spLocks xmlns:a="http://schemas.openxmlformats.org/drawingml/2006/main" noGrp="1"/>
          </p:cNvSpPr>
          <p:nvPr/>
        </p:nvSpPr>
        <p:spPr>
          <a:xfrm xmlns:a="http://schemas.openxmlformats.org/drawingml/2006/main">
            <a:off x="11643868"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3" name="Текст 37">
            <a:extLst xmlns:a="http://schemas.openxmlformats.org/drawingml/2006/main">
              <a:ext uri="{FF2B5EF4-FFF2-40B4-BE49-F238E27FC236}">
                <a16:creationId xmlns:a16="http://schemas.microsoft.com/office/drawing/2014/main" id="{C2D710AE-3CBE-5940-A7EB-F96132E6592D}"/>
              </a:ext>
            </a:extLst>
          </p:cNvPr>
          <p:cNvSpPr>
            <a:spLocks xmlns:a="http://schemas.openxmlformats.org/drawingml/2006/main" noGrp="1"/>
          </p:cNvSpPr>
          <p:nvPr>
            <p:ph type="body" idx="13"/>
          </p:nvPr>
        </p:nvSpPr>
        <p:spPr>
          <a:xfrm xmlns:a="http://schemas.openxmlformats.org/drawingml/2006/main">
            <a:off x="1143689" y="540904"/>
            <a:ext cx="1901825" cy="415925"/>
          </a:xfrm>
        </p:spPr>
        <p:txBody>
          <a:bodyPr xmlns:a="http://schemas.openxmlformats.org/drawingml/2006/main" lIns="0" tIns="0" rIns="0" bIns="0">
            <a:noAutofit/>
          </a:bodyPr>
          <a:lstStyle xmlns:a="http://schemas.openxmlformats.org/drawingml/2006/main">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xmlns:a="http://schemas.openxmlformats.org/drawingml/2006/main">
            <a:pPr marL="0" marR="0" lvl="0" indent="0" algn="l" defTabSz="914400">
              <a:lnSpc>
                <a:spcPct val="100000"/>
              </a:lnSpc>
              <a:spcBef>
                <a:spcPts val="1000"/>
              </a:spcBef>
              <a:spcAft>
                <a:spcPts val="0"/>
              </a:spcAft>
              <a:buClrTx/>
              <a:buSzTx/>
              <a:buFont typeface="Arial"/>
              <a:buNone/>
            </a:pPr>
            <a:br/>
            <a:endParaRPr sz="1000">
              <a:latin typeface="HSE Sans"/>
              <a:ea typeface="HSE Sans"/>
              <a:cs typeface="HSE Sans"/>
            </a:endParaRPr>
          </a:p>
        </p:txBody>
      </p:sp>
      <p:sp>
        <p:nvSpPr>
          <p:cNvPr id="14" name="Текст 39">
            <a:extLst xmlns:a="http://schemas.openxmlformats.org/drawingml/2006/main">
              <a:ext uri="{FF2B5EF4-FFF2-40B4-BE49-F238E27FC236}">
                <a16:creationId xmlns:a16="http://schemas.microsoft.com/office/drawing/2014/main" id="{FCC5A33D-0A3C-F140-B745-367744A5F308}"/>
              </a:ext>
            </a:extLst>
          </p:cNvPr>
          <p:cNvSpPr>
            <a:spLocks xmlns:a="http://schemas.openxmlformats.org/drawingml/2006/main" noGrp="1"/>
          </p:cNvSpPr>
          <p:nvPr>
            <p:ph type="body" idx="14"/>
          </p:nvPr>
        </p:nvSpPr>
        <p:spPr>
          <a:xfrm xmlns:a="http://schemas.openxmlformats.org/drawingml/2006/main">
            <a:off x="3459163" y="548720"/>
            <a:ext cx="2070100" cy="408109"/>
          </a:xfrm>
        </p:spPr>
        <p:txBody>
          <a:bodyPr xmlns:a="http://schemas.openxmlformats.org/drawingml/2006/main" lIns="0" tIns="0" rIns="0" bIns="0">
            <a:noAutofit/>
          </a:bodyPr>
          <a:lstStyle xmlns:a="http://schemas.openxmlformats.org/drawingml/2006/main">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xmlns:a="http://schemas.openxmlformats.org/drawingml/2006/main">
            <a:endParaRPr sz="1000">
              <a:latin typeface="HSE Sans"/>
              <a:ea typeface="HSE Sans"/>
              <a:cs typeface="HSE Sans"/>
            </a:endParaRPr>
          </a:p>
        </p:txBody>
      </p:sp>
      <p:sp>
        <p:nvSpPr>
          <p:cNvPr id="17" name="Текст 35">
            <a:extLst xmlns:a="http://schemas.openxmlformats.org/drawingml/2006/main">
              <a:ext uri="{FF2B5EF4-FFF2-40B4-BE49-F238E27FC236}">
                <a16:creationId xmlns:a16="http://schemas.microsoft.com/office/drawing/2014/main" id="{5163BE0A-A745-414A-AF21-D968BD69D2DA}"/>
              </a:ext>
            </a:extLst>
          </p:cNvPr>
          <p:cNvSpPr>
            <a:spLocks xmlns:a="http://schemas.openxmlformats.org/drawingml/2006/main" noGrp="1"/>
          </p:cNvSpPr>
          <p:nvPr>
            <p:ph type="body" idx="12"/>
          </p:nvPr>
        </p:nvSpPr>
        <p:spPr>
          <a:xfrm xmlns:a="http://schemas.openxmlformats.org/drawingml/2006/main">
            <a:off x="585898" y="2379663"/>
            <a:ext cx="4322531" cy="2399371"/>
          </a:xfrm>
        </p:spPr>
        <p:txBody>
          <a:bodyPr xmlns:a="http://schemas.openxmlformats.org/drawingml/2006/main" lIns="0" tIns="0" rIns="0">
            <a:normAutofit/>
          </a:bodyPr>
          <a:lstStyle xmlns:a="http://schemas.openxmlformats.org/drawingml/2006/main">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xmlns:a="http://schemas.openxmlformats.org/drawingml/2006/main">
            <a:pPr lvl="0">
              <a:buNone/>
            </a:pPr>
            <a:endParaRPr/>
          </a:p>
        </p:txBody>
      </p:sp>
      <p:sp>
        <p:nvSpPr>
          <p:cNvPr id="20" name="Текст 35">
            <a:extLst xmlns:a="http://schemas.openxmlformats.org/drawingml/2006/main">
              <a:ext uri="{FF2B5EF4-FFF2-40B4-BE49-F238E27FC236}">
                <a16:creationId xmlns:a16="http://schemas.microsoft.com/office/drawing/2014/main" id="{B3D47CF6-5FC1-2346-8894-A7CC39063DE3}"/>
              </a:ext>
            </a:extLst>
          </p:cNvPr>
          <p:cNvSpPr>
            <a:spLocks xmlns:a="http://schemas.openxmlformats.org/drawingml/2006/main" noGrp="1"/>
          </p:cNvSpPr>
          <p:nvPr>
            <p:ph type="body" idx="16"/>
          </p:nvPr>
        </p:nvSpPr>
        <p:spPr>
          <a:xfrm xmlns:a="http://schemas.openxmlformats.org/drawingml/2006/main">
            <a:off x="585897" y="5183249"/>
            <a:ext cx="3934345" cy="553998"/>
          </a:xfrm>
        </p:spPr>
        <p:txBody>
          <a:bodyPr xmlns:a="http://schemas.openxmlformats.org/drawingml/2006/main" lIns="0" tIns="0" rIns="0">
            <a:normAutofit/>
          </a:bodyPr>
          <a:lstStyle xmlns:a="http://schemas.openxmlformats.org/drawingml/2006/main">
            <a:lvl1pPr marL="0" marR="0" indent="0" algn="l" defTabSz="914400">
              <a:lnSpc>
                <a:spcPct val="100000"/>
              </a:lnSpc>
              <a:spcBef>
                <a:spcPts val="1000"/>
              </a:spcBef>
              <a:spcAft>
                <a:spcPts val="0"/>
              </a:spcAft>
              <a:buClrTx/>
              <a:buSzTx/>
              <a:buFont typeface="Arial"/>
              <a:buNone/>
              <a:defRPr sz="10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xmlns:a="http://schemas.openxmlformats.org/drawingml/2006/main">
            <a:endParaRPr sz="1000">
              <a:latin typeface="HSE Sans"/>
              <a:ea typeface="HSE Sans"/>
              <a:cs typeface="HSE Sans"/>
            </a:endParaRPr>
          </a:p>
        </p:txBody>
      </p:sp>
      <p:sp>
        <p:nvSpPr>
          <p:cNvPr id="23" name="Текст 22">
            <a:extLst xmlns:a="http://schemas.openxmlformats.org/drawingml/2006/main">
              <a:ext uri="{FF2B5EF4-FFF2-40B4-BE49-F238E27FC236}">
                <a16:creationId xmlns:a16="http://schemas.microsoft.com/office/drawing/2014/main" id="{CD14B8F3-89C2-9F45-809E-D1EAF85AC566}"/>
              </a:ext>
            </a:extLst>
          </p:cNvPr>
          <p:cNvSpPr>
            <a:spLocks xmlns:a="http://schemas.openxmlformats.org/drawingml/2006/main" noGrp="1"/>
          </p:cNvSpPr>
          <p:nvPr>
            <p:ph type="body" idx="18"/>
          </p:nvPr>
        </p:nvSpPr>
        <p:spPr>
          <a:xfrm xmlns:a="http://schemas.openxmlformats.org/drawingml/2006/main">
            <a:off x="6259892" y="2379663"/>
            <a:ext cx="5383968" cy="3451794"/>
          </a:xfrm>
        </p:spPr>
        <p:txBody>
          <a:bodyPr xmlns:a="http://schemas.openxmlformats.org/drawingml/2006/main" lIns="0" tIns="0" rIns="0" bIns="0">
            <a:normAutofit/>
          </a:bodyPr>
          <a:lstStyle xmlns:a="http://schemas.openxmlformats.org/drawingml/2006/main">
            <a:lvl1pPr marL="0" marR="0" indent="0" algn="l" defTabSz="914400">
              <a:lnSpc>
                <a:spcPct val="90000"/>
              </a:lnSpc>
              <a:spcBef>
                <a:spcPts val="1000"/>
              </a:spcBef>
              <a:spcAft>
                <a:spcPts val="0"/>
              </a:spcAft>
              <a:buClrTx/>
              <a:buSzTx/>
              <a:buFont typeface="Arial"/>
              <a:buNone/>
              <a:defRPr sz="3200" b="0" i="0">
                <a:solidFill>
                  <a:srgbClr val="0E2D69"/>
                </a:solidFill>
                <a:latin typeface="HSE Sans"/>
                <a:ea typeface="HSE Sans"/>
                <a:cs typeface="HSE Sans"/>
              </a:defRPr>
            </a:lvl1pPr>
          </a:lstStyle>
          <a:p xmlns:a="http://schemas.openxmlformats.org/drawingml/2006/main">
            <a:pPr marL="0" marR="0" lvl="0" indent="0" algn="l" defTabSz="914400">
              <a:lnSpc>
                <a:spcPct val="90000"/>
              </a:lnSpc>
              <a:spcBef>
                <a:spcPts val="1000"/>
              </a:spcBef>
              <a:spcAft>
                <a:spcPts val="0"/>
              </a:spcAft>
              <a:buClrTx/>
              <a:buSzTx/>
              <a:buFont typeface="Arial"/>
              <a:buNone/>
            </a:pPr>
            <a:endParaRPr/>
          </a:p>
          <a:p xmlns:a="http://schemas.openxmlformats.org/drawingml/2006/main">
            <a:pPr lvl="0">
              <a:buNone/>
            </a:pPr>
            <a:endParaRPr/>
          </a:p>
        </p:txBody>
      </p:sp>
      <p:sp>
        <p:nvSpPr>
          <p:cNvPr id="24" name="Текст 39">
            <a:extLst xmlns:a="http://schemas.openxmlformats.org/drawingml/2006/main">
              <a:ext uri="{FF2B5EF4-FFF2-40B4-BE49-F238E27FC236}">
                <a16:creationId xmlns:a16="http://schemas.microsoft.com/office/drawing/2014/main" id="{3BE4279A-8109-B244-B721-18F10C696B17}"/>
              </a:ext>
            </a:extLst>
          </p:cNvPr>
          <p:cNvSpPr>
            <a:spLocks xmlns:a="http://schemas.openxmlformats.org/drawingml/2006/main" noGrp="1"/>
          </p:cNvSpPr>
          <p:nvPr>
            <p:ph type="body" idx="15"/>
          </p:nvPr>
        </p:nvSpPr>
        <p:spPr>
          <a:xfrm xmlns:a="http://schemas.openxmlformats.org/drawingml/2006/main">
            <a:off x="6259892" y="548720"/>
            <a:ext cx="2070100" cy="408109"/>
          </a:xfrm>
        </p:spPr>
        <p:txBody>
          <a:bodyPr xmlns:a="http://schemas.openxmlformats.org/drawingml/2006/main" lIns="0" tIns="0" rIns="0" bIns="0">
            <a:noAutofit/>
          </a:bodyPr>
          <a:lstStyle xmlns:a="http://schemas.openxmlformats.org/drawingml/2006/main">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xmlns:a="http://schemas.openxmlformats.org/drawingml/2006/main">
            <a:endParaRPr sz="1000">
              <a:latin typeface="HSE Sans"/>
              <a:ea typeface="HSE Sans"/>
              <a:cs typeface="HSE Sans"/>
            </a:endParaRPr>
          </a:p>
        </p:txBody>
      </p:sp>
      <p:sp>
        <p:nvSpPr>
          <p:cNvPr id="25" name="Заголовок 31">
            <a:extLst xmlns:a="http://schemas.openxmlformats.org/drawingml/2006/main">
              <a:ext uri="{FF2B5EF4-FFF2-40B4-BE49-F238E27FC236}">
                <a16:creationId xmlns:a16="http://schemas.microsoft.com/office/drawing/2014/main" id="{B32DC3D4-97A5-3E4F-A29B-422D5E3129B7}"/>
              </a:ext>
            </a:extLst>
          </p:cNvPr>
          <p:cNvSpPr>
            <a:spLocks xmlns:a="http://schemas.openxmlformats.org/drawingml/2006/main" noGrp="1"/>
          </p:cNvSpPr>
          <p:nvPr>
            <p:ph type="title" idx="0"/>
          </p:nvPr>
        </p:nvSpPr>
        <p:spPr>
          <a:xfrm xmlns:a="http://schemas.openxmlformats.org/drawingml/2006/main">
            <a:off x="585897" y="1447790"/>
            <a:ext cx="11057955" cy="777025"/>
          </a:xfrm>
        </p:spPr>
        <p:txBody>
          <a:bodyPr xmlns:a="http://schemas.openxmlformats.org/drawingml/2006/main" lIns="0" tIns="0" rIns="0" bIns="0" anchor="t">
            <a:normAutofit/>
          </a:bodyPr>
          <a:lstStyle xmlns:a="http://schemas.openxmlformats.org/drawingml/2006/main">
            <a:lvl1pPr>
              <a:lnSpc>
                <a:spcPct val="100000"/>
              </a:lnSpc>
              <a:buNone/>
              <a:defRPr sz="2400" b="0" i="0">
                <a:latin typeface="HSE Sans"/>
                <a:ea typeface="HSE Sans"/>
                <a:cs typeface="HSE Sans"/>
              </a:defRPr>
            </a:lvl1pPr>
          </a:lstStyle>
          <a:p xmlns:a="http://schemas.openxmlformats.org/drawingml/2006/main">
            <a:endParaRPr sz="2400">
              <a:solidFill>
                <a:srgbClr val="102D69"/>
              </a:solidFill>
              <a:latin typeface="HSE Sans"/>
              <a:ea typeface="HSE Sans"/>
              <a:cs typeface="HSE Sans"/>
            </a:endParaRPr>
          </a:p>
        </p:txBody>
      </p:sp>
    </p:spTree>
  </p:cSld>
</p:sldLayout>
</file>

<file path=ppt/slideLayouts/slideLayout5.xml><?xml version="1.0" encoding="utf-8"?>
<p:sldLayout xmlns:p="http://schemas.openxmlformats.org/presentationml/2006/main" preserve="1" userDrawn="1">
  <p:cSld name="График_1">
    <p:bg>
      <p:bgPr>
        <a:blipFill xmlns:a="http://schemas.openxmlformats.org/drawingml/2006/main" rotWithShape="1">
          <a:blip xmlns:r="http://schemas.openxmlformats.org/officeDocument/2006/relationships" r:embed="R5e1210ca538e4bcc">
            <a:lum/>
          </a:blip>
          <a:srcRect l="0" t="0" r="0" b="0"/>
          <a:stretch>
            <a:fillRect l="0" t="0" r="0" b="0"/>
          </a:stretch>
        </a:blipFill>
      </p:bgPr>
    </p:bg>
    <p:spTree>
      <p:nvGrpSpPr>
        <p:cNvPr id="1" name=""/>
        <p:cNvGrpSpPr/>
        <p:nvPr/>
      </p:nvGrpSpPr>
      <p:grpSpPr>
        <a:xfrm xmlns:a="http://schemas.openxmlformats.org/drawingml/2006/main"/>
      </p:grpSpPr>
      <p:pic>
        <p:nvPicPr>
          <p:cNvPr id="23" name="Picture 4"/>
          <p:cNvPicPr>
            <a:picLocks xmlns:a="http://schemas.openxmlformats.org/drawingml/2006/main" noChangeAspect="1"/>
          </p:cNvPicPr>
          <p:nvPr/>
        </p:nvPicPr>
        <p:blipFill>
          <a:blip xmlns:r="http://schemas.openxmlformats.org/officeDocument/2006/relationships" xmlns:a="http://schemas.openxmlformats.org/drawingml/2006/main" r:embed="R679bdfae02244330"/>
          <a:stretch xmlns:a="http://schemas.openxmlformats.org/drawingml/2006/main">
            <a:fillRect l="0" t="0" r="0" b="0"/>
          </a:stretch>
        </p:blipFill>
        <p:spPr>
          <a:xfrm xmlns:a="http://schemas.openxmlformats.org/drawingml/2006/main">
            <a:off x="517199" y="464363"/>
            <a:ext cx="448276" cy="448276"/>
          </a:xfrm>
          <a:prstGeom xmlns:a="http://schemas.openxmlformats.org/drawingml/2006/main" prst="rect">
            <a:avLst/>
          </a:prstGeom>
        </p:spPr>
      </p:pic>
      <p:sp>
        <p:nvSpPr>
          <p:cNvPr id="8" name="Straight Connector 19">
            <a:extLst xmlns:a="http://schemas.openxmlformats.org/drawingml/2006/main">
              <a:ext uri="{FF2B5EF4-FFF2-40B4-BE49-F238E27FC236}">
                <a16:creationId xmlns:a16="http://schemas.microsoft.com/office/drawing/2014/main" id="{86374445-4437-43DF-8A0C-34B019E2C328}"/>
              </a:ext>
            </a:extLst>
          </p:cNvPr>
          <p:cNvSpPr>
            <a:spLocks xmlns:a="http://schemas.openxmlformats.org/drawingml/2006/main" noGrp="1"/>
          </p:cNvSpPr>
          <p:nvPr/>
        </p:nvSpPr>
        <p:spPr>
          <a:xfrm xmlns:a="http://schemas.openxmlformats.org/drawingml/2006/main">
            <a:off x="3298686"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9" name="Straight Connector 21">
            <a:extLst xmlns:a="http://schemas.openxmlformats.org/drawingml/2006/main">
              <a:ext uri="{FF2B5EF4-FFF2-40B4-BE49-F238E27FC236}">
                <a16:creationId xmlns:a16="http://schemas.microsoft.com/office/drawing/2014/main" id="{818244FD-1EC5-4E34-A6BE-350F8A06512B}"/>
              </a:ext>
            </a:extLst>
          </p:cNvPr>
          <p:cNvSpPr>
            <a:spLocks xmlns:a="http://schemas.openxmlformats.org/drawingml/2006/main" noGrp="1"/>
          </p:cNvSpPr>
          <p:nvPr/>
        </p:nvSpPr>
        <p:spPr>
          <a:xfrm xmlns:a="http://schemas.openxmlformats.org/drawingml/2006/main">
            <a:off x="6099416"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Straight Connector 25">
            <a:extLst xmlns:a="http://schemas.openxmlformats.org/drawingml/2006/main">
              <a:ext uri="{FF2B5EF4-FFF2-40B4-BE49-F238E27FC236}">
                <a16:creationId xmlns:a16="http://schemas.microsoft.com/office/drawing/2014/main" id="{33084662-68F3-4C04-B765-1789B9181541}"/>
              </a:ext>
            </a:extLst>
          </p:cNvPr>
          <p:cNvSpPr>
            <a:spLocks xmlns:a="http://schemas.openxmlformats.org/drawingml/2006/main" noGrp="1"/>
          </p:cNvSpPr>
          <p:nvPr/>
        </p:nvSpPr>
        <p:spPr>
          <a:xfrm xmlns:a="http://schemas.openxmlformats.org/drawingml/2006/main">
            <a:off x="10277081"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 name="TextBox 10">
            <a:extLst xmlns:a="http://schemas.openxmlformats.org/drawingml/2006/main">
              <a:ext uri="{FF2B5EF4-FFF2-40B4-BE49-F238E27FC236}">
                <a16:creationId xmlns:a16="http://schemas.microsoft.com/office/drawing/2014/main" id="{66DF89EC-1E7C-3B40-85F4-6D19A7D29AC7}"/>
              </a:ext>
            </a:extLst>
          </p:cNvPr>
          <p:cNvSpPr>
            <a:spLocks xmlns:a="http://schemas.openxmlformats.org/drawingml/2006/main" noGrp="1"/>
          </p:cNvSpPr>
          <p:nvPr/>
        </p:nvSpPr>
        <p:spPr>
          <a:xfrm xmlns:a="http://schemas.openxmlformats.org/drawingml/2006/main">
            <a:off x="10410201" y="532278"/>
            <a:ext cx="671977" cy="30777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2" name="Straight Connector 59">
            <a:extLst xmlns:a="http://schemas.openxmlformats.org/drawingml/2006/main">
              <a:ext uri="{FF2B5EF4-FFF2-40B4-BE49-F238E27FC236}">
                <a16:creationId xmlns:a16="http://schemas.microsoft.com/office/drawing/2014/main" id="{A0269AFA-AABA-40AA-864B-9540D48FC79A}"/>
              </a:ext>
            </a:extLst>
          </p:cNvPr>
          <p:cNvSpPr>
            <a:spLocks xmlns:a="http://schemas.openxmlformats.org/drawingml/2006/main" noGrp="1"/>
          </p:cNvSpPr>
          <p:nvPr/>
        </p:nvSpPr>
        <p:spPr>
          <a:xfrm xmlns:a="http://schemas.openxmlformats.org/drawingml/2006/main">
            <a:off x="11643868"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3" name="Текст 37">
            <a:extLst xmlns:a="http://schemas.openxmlformats.org/drawingml/2006/main">
              <a:ext uri="{FF2B5EF4-FFF2-40B4-BE49-F238E27FC236}">
                <a16:creationId xmlns:a16="http://schemas.microsoft.com/office/drawing/2014/main" id="{A9BD5ADD-B3F2-C342-82F7-83683F040D2F}"/>
              </a:ext>
            </a:extLst>
          </p:cNvPr>
          <p:cNvSpPr>
            <a:spLocks xmlns:a="http://schemas.openxmlformats.org/drawingml/2006/main" noGrp="1"/>
          </p:cNvSpPr>
          <p:nvPr>
            <p:ph type="body" idx="13"/>
          </p:nvPr>
        </p:nvSpPr>
        <p:spPr>
          <a:xfrm xmlns:a="http://schemas.openxmlformats.org/drawingml/2006/main">
            <a:off x="1143689" y="540904"/>
            <a:ext cx="1901825" cy="415925"/>
          </a:xfrm>
        </p:spPr>
        <p:txBody>
          <a:bodyPr xmlns:a="http://schemas.openxmlformats.org/drawingml/2006/main" lIns="0" tIns="0" rIns="0" bIns="0">
            <a:noAutofit/>
          </a:bodyPr>
          <a:lstStyle xmlns:a="http://schemas.openxmlformats.org/drawingml/2006/main">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xmlns:a="http://schemas.openxmlformats.org/drawingml/2006/main">
            <a:pPr marL="0" marR="0" lvl="0" indent="0" algn="l" defTabSz="914400">
              <a:lnSpc>
                <a:spcPct val="100000"/>
              </a:lnSpc>
              <a:spcBef>
                <a:spcPts val="1000"/>
              </a:spcBef>
              <a:spcAft>
                <a:spcPts val="0"/>
              </a:spcAft>
              <a:buClrTx/>
              <a:buSzTx/>
              <a:buFont typeface="Arial"/>
              <a:buNone/>
            </a:pPr>
            <a:br/>
            <a:endParaRPr sz="1000">
              <a:latin typeface="HSE Sans"/>
              <a:ea typeface="HSE Sans"/>
              <a:cs typeface="HSE Sans"/>
            </a:endParaRPr>
          </a:p>
        </p:txBody>
      </p:sp>
      <p:sp>
        <p:nvSpPr>
          <p:cNvPr id="14" name="Текст 39">
            <a:extLst xmlns:a="http://schemas.openxmlformats.org/drawingml/2006/main">
              <a:ext uri="{FF2B5EF4-FFF2-40B4-BE49-F238E27FC236}">
                <a16:creationId xmlns:a16="http://schemas.microsoft.com/office/drawing/2014/main" id="{4F15CBC0-FC8B-744E-95A7-C9863CDC31BD}"/>
              </a:ext>
            </a:extLst>
          </p:cNvPr>
          <p:cNvSpPr>
            <a:spLocks xmlns:a="http://schemas.openxmlformats.org/drawingml/2006/main" noGrp="1"/>
          </p:cNvSpPr>
          <p:nvPr>
            <p:ph type="body" idx="14"/>
          </p:nvPr>
        </p:nvSpPr>
        <p:spPr>
          <a:xfrm xmlns:a="http://schemas.openxmlformats.org/drawingml/2006/main">
            <a:off x="3459163" y="548720"/>
            <a:ext cx="2070100" cy="408109"/>
          </a:xfrm>
        </p:spPr>
        <p:txBody>
          <a:bodyPr xmlns:a="http://schemas.openxmlformats.org/drawingml/2006/main" lIns="0" tIns="0" rIns="0" bIns="0">
            <a:noAutofit/>
          </a:bodyPr>
          <a:lstStyle xmlns:a="http://schemas.openxmlformats.org/drawingml/2006/main">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xmlns:a="http://schemas.openxmlformats.org/drawingml/2006/main">
            <a:endParaRPr sz="1000">
              <a:latin typeface="HSE Sans"/>
              <a:ea typeface="HSE Sans"/>
              <a:cs typeface="HSE Sans"/>
            </a:endParaRPr>
          </a:p>
        </p:txBody>
      </p:sp>
      <p:sp>
        <p:nvSpPr>
          <p:cNvPr id="16" name="Текст 39">
            <a:extLst xmlns:a="http://schemas.openxmlformats.org/drawingml/2006/main">
              <a:ext uri="{FF2B5EF4-FFF2-40B4-BE49-F238E27FC236}">
                <a16:creationId xmlns:a16="http://schemas.microsoft.com/office/drawing/2014/main" id="{BC3B54AA-A0BD-E646-B3B7-C0E724D26D23}"/>
              </a:ext>
            </a:extLst>
          </p:cNvPr>
          <p:cNvSpPr>
            <a:spLocks xmlns:a="http://schemas.openxmlformats.org/drawingml/2006/main" noGrp="1"/>
          </p:cNvSpPr>
          <p:nvPr>
            <p:ph type="body" idx="15"/>
          </p:nvPr>
        </p:nvSpPr>
        <p:spPr>
          <a:xfrm xmlns:a="http://schemas.openxmlformats.org/drawingml/2006/main">
            <a:off x="6259892" y="548720"/>
            <a:ext cx="2070100" cy="408109"/>
          </a:xfrm>
        </p:spPr>
        <p:txBody>
          <a:bodyPr xmlns:a="http://schemas.openxmlformats.org/drawingml/2006/main" lIns="0" tIns="0" rIns="0" bIns="0">
            <a:noAutofit/>
          </a:bodyPr>
          <a:lstStyle xmlns:a="http://schemas.openxmlformats.org/drawingml/2006/main">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xmlns:a="http://schemas.openxmlformats.org/drawingml/2006/main">
            <a:endParaRPr sz="1000">
              <a:latin typeface="HSE Sans"/>
              <a:ea typeface="HSE Sans"/>
              <a:cs typeface="HSE Sans"/>
            </a:endParaRPr>
          </a:p>
        </p:txBody>
      </p:sp>
      <p:sp>
        <p:nvSpPr>
          <p:cNvPr id="17" name="Заголовок 31">
            <a:extLst xmlns:a="http://schemas.openxmlformats.org/drawingml/2006/main">
              <a:ext uri="{FF2B5EF4-FFF2-40B4-BE49-F238E27FC236}">
                <a16:creationId xmlns:a16="http://schemas.microsoft.com/office/drawing/2014/main" id="{B3F16318-C9C3-B948-A508-4BC53D0B7716}"/>
              </a:ext>
            </a:extLst>
          </p:cNvPr>
          <p:cNvSpPr>
            <a:spLocks xmlns:a="http://schemas.openxmlformats.org/drawingml/2006/main" noGrp="1"/>
          </p:cNvSpPr>
          <p:nvPr>
            <p:ph type="title" idx="0"/>
          </p:nvPr>
        </p:nvSpPr>
        <p:spPr>
          <a:xfrm xmlns:a="http://schemas.openxmlformats.org/drawingml/2006/main">
            <a:off x="585899" y="1447790"/>
            <a:ext cx="4322530" cy="777025"/>
          </a:xfrm>
        </p:spPr>
        <p:txBody>
          <a:bodyPr xmlns:a="http://schemas.openxmlformats.org/drawingml/2006/main" lIns="0" tIns="0" rIns="0" bIns="0" anchor="t">
            <a:normAutofit/>
          </a:bodyPr>
          <a:lstStyle xmlns:a="http://schemas.openxmlformats.org/drawingml/2006/main">
            <a:lvl1pPr>
              <a:lnSpc>
                <a:spcPct val="100000"/>
              </a:lnSpc>
              <a:buNone/>
              <a:defRPr sz="2400" b="0" i="0">
                <a:latin typeface="HSE Sans"/>
                <a:ea typeface="HSE Sans"/>
                <a:cs typeface="HSE Sans"/>
              </a:defRPr>
            </a:lvl1pPr>
          </a:lstStyle>
          <a:p xmlns:a="http://schemas.openxmlformats.org/drawingml/2006/main">
            <a:br/>
            <a:endParaRPr sz="2400">
              <a:solidFill>
                <a:srgbClr val="102D69"/>
              </a:solidFill>
              <a:latin typeface="HSE Sans"/>
              <a:ea typeface="HSE Sans"/>
              <a:cs typeface="HSE Sans"/>
            </a:endParaRPr>
          </a:p>
        </p:txBody>
      </p:sp>
      <p:sp>
        <p:nvSpPr>
          <p:cNvPr id="18" name="Текст 35">
            <a:extLst xmlns:a="http://schemas.openxmlformats.org/drawingml/2006/main">
              <a:ext uri="{FF2B5EF4-FFF2-40B4-BE49-F238E27FC236}">
                <a16:creationId xmlns:a16="http://schemas.microsoft.com/office/drawing/2014/main" id="{23B3E5FB-BBCE-4149-AD9A-8CAB06CC9FCF}"/>
              </a:ext>
            </a:extLst>
          </p:cNvPr>
          <p:cNvSpPr>
            <a:spLocks xmlns:a="http://schemas.openxmlformats.org/drawingml/2006/main" noGrp="1"/>
          </p:cNvSpPr>
          <p:nvPr>
            <p:ph type="body" idx="12"/>
          </p:nvPr>
        </p:nvSpPr>
        <p:spPr>
          <a:xfrm xmlns:a="http://schemas.openxmlformats.org/drawingml/2006/main">
            <a:off x="585898" y="2379663"/>
            <a:ext cx="4322531" cy="2399371"/>
          </a:xfrm>
        </p:spPr>
        <p:txBody>
          <a:bodyPr xmlns:a="http://schemas.openxmlformats.org/drawingml/2006/main" lIns="0" tIns="0" rIns="0">
            <a:normAutofit/>
          </a:bodyPr>
          <a:lstStyle xmlns:a="http://schemas.openxmlformats.org/drawingml/2006/main">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xmlns:a="http://schemas.openxmlformats.org/drawingml/2006/main">
            <a:endParaRPr sz="1300">
              <a:latin typeface="HSE Sans"/>
              <a:ea typeface="HSE Sans"/>
              <a:cs typeface="HSE Sans"/>
            </a:endParaRPr>
          </a:p>
        </p:txBody>
      </p:sp>
      <p:sp>
        <p:nvSpPr>
          <p:cNvPr id="19" name="Текст 35">
            <a:extLst xmlns:a="http://schemas.openxmlformats.org/drawingml/2006/main">
              <a:ext uri="{FF2B5EF4-FFF2-40B4-BE49-F238E27FC236}">
                <a16:creationId xmlns:a16="http://schemas.microsoft.com/office/drawing/2014/main" id="{658542D3-7E45-6E46-8039-27C4C43DD617}"/>
              </a:ext>
            </a:extLst>
          </p:cNvPr>
          <p:cNvSpPr>
            <a:spLocks xmlns:a="http://schemas.openxmlformats.org/drawingml/2006/main" noGrp="1"/>
          </p:cNvSpPr>
          <p:nvPr>
            <p:ph type="body" idx="16"/>
          </p:nvPr>
        </p:nvSpPr>
        <p:spPr>
          <a:xfrm xmlns:a="http://schemas.openxmlformats.org/drawingml/2006/main">
            <a:off x="585897" y="5183249"/>
            <a:ext cx="3934345" cy="553998"/>
          </a:xfrm>
        </p:spPr>
        <p:txBody>
          <a:bodyPr xmlns:a="http://schemas.openxmlformats.org/drawingml/2006/main" lIns="0" tIns="0" rIns="0">
            <a:normAutofit/>
          </a:bodyPr>
          <a:lstStyle xmlns:a="http://schemas.openxmlformats.org/drawingml/2006/main">
            <a:lvl1pPr marL="0" marR="0" indent="0" algn="l" defTabSz="914400">
              <a:lnSpc>
                <a:spcPct val="100000"/>
              </a:lnSpc>
              <a:spcBef>
                <a:spcPts val="1000"/>
              </a:spcBef>
              <a:spcAft>
                <a:spcPts val="0"/>
              </a:spcAft>
              <a:buClrTx/>
              <a:buSzTx/>
              <a:buFont typeface="Arial"/>
              <a:buNone/>
              <a:defRPr sz="10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xmlns:a="http://schemas.openxmlformats.org/drawingml/2006/main">
            <a:endParaRPr sz="1000">
              <a:latin typeface="HSE Sans"/>
              <a:ea typeface="HSE Sans"/>
              <a:cs typeface="HSE Sans"/>
            </a:endParaRPr>
          </a:p>
        </p:txBody>
      </p:sp>
      <p:sp>
        <p:nvSpPr>
          <p:cNvPr id="21" name="Диаграмма 7">
            <a:extLst xmlns:a="http://schemas.openxmlformats.org/drawingml/2006/main">
              <a:ext uri="{FF2B5EF4-FFF2-40B4-BE49-F238E27FC236}">
                <a16:creationId xmlns:a16="http://schemas.microsoft.com/office/drawing/2014/main" id="{57965DCA-4776-7546-97FD-A69317A34CF2}"/>
              </a:ext>
            </a:extLst>
          </p:cNvPr>
          <p:cNvSpPr>
            <a:spLocks xmlns:a="http://schemas.openxmlformats.org/drawingml/2006/main" noGrp="1"/>
          </p:cNvSpPr>
          <p:nvPr>
            <p:ph type="chart" idx="10"/>
          </p:nvPr>
        </p:nvSpPr>
        <p:spPr>
          <a:xfrm xmlns:a="http://schemas.openxmlformats.org/drawingml/2006/main">
            <a:off x="5272097" y="1447790"/>
            <a:ext cx="6371768" cy="4289457"/>
          </a:xfrm>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6.xml><?xml version="1.0" encoding="utf-8"?>
<p:sldLayout xmlns:p="http://schemas.openxmlformats.org/presentationml/2006/main" preserve="1" userDrawn="1">
  <p:cSld name="График_2">
    <p:bg>
      <p:bgPr>
        <a:blipFill xmlns:a="http://schemas.openxmlformats.org/drawingml/2006/main" rotWithShape="1">
          <a:blip xmlns:r="http://schemas.openxmlformats.org/officeDocument/2006/relationships" r:embed="Ra3b7afe352164860">
            <a:lum/>
          </a:blip>
          <a:srcRect l="0" t="0" r="0" b="0"/>
          <a:stretch>
            <a:fillRect l="0" t="0" r="0" b="0"/>
          </a:stretch>
        </a:blipFill>
      </p:bgPr>
    </p:bg>
    <p:spTree>
      <p:nvGrpSpPr>
        <p:cNvPr id="1" name=""/>
        <p:cNvGrpSpPr/>
        <p:nvPr/>
      </p:nvGrpSpPr>
      <p:grpSpPr>
        <a:xfrm xmlns:a="http://schemas.openxmlformats.org/drawingml/2006/main"/>
      </p:grpSpPr>
      <p:pic>
        <p:nvPicPr>
          <p:cNvPr id="30" name="Picture 4"/>
          <p:cNvPicPr>
            <a:picLocks xmlns:a="http://schemas.openxmlformats.org/drawingml/2006/main" noChangeAspect="1"/>
          </p:cNvPicPr>
          <p:nvPr/>
        </p:nvPicPr>
        <p:blipFill>
          <a:blip xmlns:r="http://schemas.openxmlformats.org/officeDocument/2006/relationships" xmlns:a="http://schemas.openxmlformats.org/drawingml/2006/main" r:embed="Rfbf688bb0a4c461e"/>
          <a:stretch xmlns:a="http://schemas.openxmlformats.org/drawingml/2006/main">
            <a:fillRect l="0" t="0" r="0" b="0"/>
          </a:stretch>
        </p:blipFill>
        <p:spPr>
          <a:xfrm xmlns:a="http://schemas.openxmlformats.org/drawingml/2006/main">
            <a:off x="517199" y="464363"/>
            <a:ext cx="448276" cy="448276"/>
          </a:xfrm>
          <a:prstGeom xmlns:a="http://schemas.openxmlformats.org/drawingml/2006/main" prst="rect">
            <a:avLst/>
          </a:prstGeom>
        </p:spPr>
      </p:pic>
      <p:sp>
        <p:nvSpPr>
          <p:cNvPr id="9" name="Straight Connector 19">
            <a:extLst xmlns:a="http://schemas.openxmlformats.org/drawingml/2006/main">
              <a:ext uri="{FF2B5EF4-FFF2-40B4-BE49-F238E27FC236}">
                <a16:creationId xmlns:a16="http://schemas.microsoft.com/office/drawing/2014/main" id="{61787CF7-BA47-4FA6-9240-D8B49B8D4ABD}"/>
              </a:ext>
            </a:extLst>
          </p:cNvPr>
          <p:cNvSpPr>
            <a:spLocks xmlns:a="http://schemas.openxmlformats.org/drawingml/2006/main" noGrp="1"/>
          </p:cNvSpPr>
          <p:nvPr/>
        </p:nvSpPr>
        <p:spPr>
          <a:xfrm xmlns:a="http://schemas.openxmlformats.org/drawingml/2006/main">
            <a:off x="3298686"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Straight Connector 21">
            <a:extLst xmlns:a="http://schemas.openxmlformats.org/drawingml/2006/main">
              <a:ext uri="{FF2B5EF4-FFF2-40B4-BE49-F238E27FC236}">
                <a16:creationId xmlns:a16="http://schemas.microsoft.com/office/drawing/2014/main" id="{1CB78848-65D7-4239-8C8A-FFC51E97D839}"/>
              </a:ext>
            </a:extLst>
          </p:cNvPr>
          <p:cNvSpPr>
            <a:spLocks xmlns:a="http://schemas.openxmlformats.org/drawingml/2006/main" noGrp="1"/>
          </p:cNvSpPr>
          <p:nvPr/>
        </p:nvSpPr>
        <p:spPr>
          <a:xfrm xmlns:a="http://schemas.openxmlformats.org/drawingml/2006/main">
            <a:off x="6099416"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 name="Straight Connector 25">
            <a:extLst xmlns:a="http://schemas.openxmlformats.org/drawingml/2006/main">
              <a:ext uri="{FF2B5EF4-FFF2-40B4-BE49-F238E27FC236}">
                <a16:creationId xmlns:a16="http://schemas.microsoft.com/office/drawing/2014/main" id="{0FFA75B8-2A58-44AD-AD7B-BEFB34FDEC13}"/>
              </a:ext>
            </a:extLst>
          </p:cNvPr>
          <p:cNvSpPr>
            <a:spLocks xmlns:a="http://schemas.openxmlformats.org/drawingml/2006/main" noGrp="1"/>
          </p:cNvSpPr>
          <p:nvPr/>
        </p:nvSpPr>
        <p:spPr>
          <a:xfrm xmlns:a="http://schemas.openxmlformats.org/drawingml/2006/main">
            <a:off x="10277081"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2" name="TextBox 11">
            <a:extLst xmlns:a="http://schemas.openxmlformats.org/drawingml/2006/main">
              <a:ext uri="{FF2B5EF4-FFF2-40B4-BE49-F238E27FC236}">
                <a16:creationId xmlns:a16="http://schemas.microsoft.com/office/drawing/2014/main" id="{C65A5D7C-EB12-9D4D-A99A-4B26C81B7387}"/>
              </a:ext>
            </a:extLst>
          </p:cNvPr>
          <p:cNvSpPr>
            <a:spLocks xmlns:a="http://schemas.openxmlformats.org/drawingml/2006/main" noGrp="1"/>
          </p:cNvSpPr>
          <p:nvPr/>
        </p:nvSpPr>
        <p:spPr>
          <a:xfrm xmlns:a="http://schemas.openxmlformats.org/drawingml/2006/main">
            <a:off x="10410201" y="532278"/>
            <a:ext cx="671977" cy="30777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3" name="Straight Connector 59">
            <a:extLst xmlns:a="http://schemas.openxmlformats.org/drawingml/2006/main">
              <a:ext uri="{FF2B5EF4-FFF2-40B4-BE49-F238E27FC236}">
                <a16:creationId xmlns:a16="http://schemas.microsoft.com/office/drawing/2014/main" id="{23A0A609-A378-475B-BD8A-C68FCDDF0D31}"/>
              </a:ext>
            </a:extLst>
          </p:cNvPr>
          <p:cNvSpPr>
            <a:spLocks xmlns:a="http://schemas.openxmlformats.org/drawingml/2006/main" noGrp="1"/>
          </p:cNvSpPr>
          <p:nvPr/>
        </p:nvSpPr>
        <p:spPr>
          <a:xfrm xmlns:a="http://schemas.openxmlformats.org/drawingml/2006/main">
            <a:off x="11643868"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Текст 37">
            <a:extLst xmlns:a="http://schemas.openxmlformats.org/drawingml/2006/main">
              <a:ext uri="{FF2B5EF4-FFF2-40B4-BE49-F238E27FC236}">
                <a16:creationId xmlns:a16="http://schemas.microsoft.com/office/drawing/2014/main" id="{3E0AB43B-5E98-6042-A282-C61E0C5A37B9}"/>
              </a:ext>
            </a:extLst>
          </p:cNvPr>
          <p:cNvSpPr>
            <a:spLocks xmlns:a="http://schemas.openxmlformats.org/drawingml/2006/main" noGrp="1"/>
          </p:cNvSpPr>
          <p:nvPr>
            <p:ph type="body" idx="13"/>
          </p:nvPr>
        </p:nvSpPr>
        <p:spPr>
          <a:xfrm xmlns:a="http://schemas.openxmlformats.org/drawingml/2006/main">
            <a:off x="1143689" y="540904"/>
            <a:ext cx="1901825" cy="415925"/>
          </a:xfrm>
        </p:spPr>
        <p:txBody>
          <a:bodyPr xmlns:a="http://schemas.openxmlformats.org/drawingml/2006/main" lIns="0" tIns="0" rIns="0" bIns="0">
            <a:noAutofit/>
          </a:bodyPr>
          <a:lstStyle xmlns:a="http://schemas.openxmlformats.org/drawingml/2006/main">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xmlns:a="http://schemas.openxmlformats.org/drawingml/2006/main">
            <a:pPr marL="0" marR="0" lvl="0" indent="0" algn="l" defTabSz="914400">
              <a:lnSpc>
                <a:spcPct val="100000"/>
              </a:lnSpc>
              <a:spcBef>
                <a:spcPts val="1000"/>
              </a:spcBef>
              <a:spcAft>
                <a:spcPts val="0"/>
              </a:spcAft>
              <a:buClrTx/>
              <a:buSzTx/>
              <a:buFont typeface="Arial"/>
              <a:buNone/>
            </a:pPr>
            <a:br/>
            <a:endParaRPr sz="1000">
              <a:latin typeface="HSE Sans"/>
              <a:ea typeface="HSE Sans"/>
              <a:cs typeface="HSE Sans"/>
            </a:endParaRPr>
          </a:p>
        </p:txBody>
      </p:sp>
      <p:sp>
        <p:nvSpPr>
          <p:cNvPr id="15" name="Текст 39">
            <a:extLst xmlns:a="http://schemas.openxmlformats.org/drawingml/2006/main">
              <a:ext uri="{FF2B5EF4-FFF2-40B4-BE49-F238E27FC236}">
                <a16:creationId xmlns:a16="http://schemas.microsoft.com/office/drawing/2014/main" id="{7388A8DF-D130-5445-A3F8-F96E1202BA19}"/>
              </a:ext>
            </a:extLst>
          </p:cNvPr>
          <p:cNvSpPr>
            <a:spLocks xmlns:a="http://schemas.openxmlformats.org/drawingml/2006/main" noGrp="1"/>
          </p:cNvSpPr>
          <p:nvPr>
            <p:ph type="body" idx="14"/>
          </p:nvPr>
        </p:nvSpPr>
        <p:spPr>
          <a:xfrm xmlns:a="http://schemas.openxmlformats.org/drawingml/2006/main">
            <a:off x="3459163" y="548720"/>
            <a:ext cx="2070100" cy="408109"/>
          </a:xfrm>
        </p:spPr>
        <p:txBody>
          <a:bodyPr xmlns:a="http://schemas.openxmlformats.org/drawingml/2006/main" lIns="0" tIns="0" rIns="0" bIns="0">
            <a:noAutofit/>
          </a:bodyPr>
          <a:lstStyle xmlns:a="http://schemas.openxmlformats.org/drawingml/2006/main">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xmlns:a="http://schemas.openxmlformats.org/drawingml/2006/main">
            <a:endParaRPr sz="1000">
              <a:latin typeface="HSE Sans"/>
              <a:ea typeface="HSE Sans"/>
              <a:cs typeface="HSE Sans"/>
            </a:endParaRPr>
          </a:p>
        </p:txBody>
      </p:sp>
      <p:sp>
        <p:nvSpPr>
          <p:cNvPr id="17" name="Текст 39">
            <a:extLst xmlns:a="http://schemas.openxmlformats.org/drawingml/2006/main">
              <a:ext uri="{FF2B5EF4-FFF2-40B4-BE49-F238E27FC236}">
                <a16:creationId xmlns:a16="http://schemas.microsoft.com/office/drawing/2014/main" id="{02CBC466-1703-7541-94E4-AC76F4E6D938}"/>
              </a:ext>
            </a:extLst>
          </p:cNvPr>
          <p:cNvSpPr>
            <a:spLocks xmlns:a="http://schemas.openxmlformats.org/drawingml/2006/main" noGrp="1"/>
          </p:cNvSpPr>
          <p:nvPr>
            <p:ph type="body" idx="15"/>
          </p:nvPr>
        </p:nvSpPr>
        <p:spPr>
          <a:xfrm xmlns:a="http://schemas.openxmlformats.org/drawingml/2006/main">
            <a:off x="6259892" y="548720"/>
            <a:ext cx="2070100" cy="408109"/>
          </a:xfrm>
        </p:spPr>
        <p:txBody>
          <a:bodyPr xmlns:a="http://schemas.openxmlformats.org/drawingml/2006/main" lIns="0" tIns="0" rIns="0" bIns="0">
            <a:noAutofit/>
          </a:bodyPr>
          <a:lstStyle xmlns:a="http://schemas.openxmlformats.org/drawingml/2006/main">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xmlns:a="http://schemas.openxmlformats.org/drawingml/2006/main">
            <a:endParaRPr sz="1000">
              <a:latin typeface="HSE Sans"/>
              <a:ea typeface="HSE Sans"/>
              <a:cs typeface="HSE Sans"/>
            </a:endParaRPr>
          </a:p>
        </p:txBody>
      </p:sp>
      <p:sp>
        <p:nvSpPr>
          <p:cNvPr id="20" name="Текст 35">
            <a:extLst xmlns:a="http://schemas.openxmlformats.org/drawingml/2006/main">
              <a:ext uri="{FF2B5EF4-FFF2-40B4-BE49-F238E27FC236}">
                <a16:creationId xmlns:a16="http://schemas.microsoft.com/office/drawing/2014/main" id="{5812BF3C-1D24-3640-84D2-BFFCA525AE5F}"/>
              </a:ext>
            </a:extLst>
          </p:cNvPr>
          <p:cNvSpPr>
            <a:spLocks xmlns:a="http://schemas.openxmlformats.org/drawingml/2006/main" noGrp="1"/>
          </p:cNvSpPr>
          <p:nvPr>
            <p:ph type="body" idx="16"/>
          </p:nvPr>
        </p:nvSpPr>
        <p:spPr>
          <a:xfrm xmlns:a="http://schemas.openxmlformats.org/drawingml/2006/main">
            <a:off x="585897" y="5183249"/>
            <a:ext cx="3934345" cy="553998"/>
          </a:xfrm>
        </p:spPr>
        <p:txBody>
          <a:bodyPr xmlns:a="http://schemas.openxmlformats.org/drawingml/2006/main" lIns="0" tIns="0" rIns="0">
            <a:normAutofit/>
          </a:bodyPr>
          <a:lstStyle xmlns:a="http://schemas.openxmlformats.org/drawingml/2006/main">
            <a:lvl1pPr marL="0" marR="0" indent="0" algn="l" defTabSz="914400">
              <a:lnSpc>
                <a:spcPct val="100000"/>
              </a:lnSpc>
              <a:spcBef>
                <a:spcPts val="1000"/>
              </a:spcBef>
              <a:spcAft>
                <a:spcPts val="0"/>
              </a:spcAft>
              <a:buClrTx/>
              <a:buSzTx/>
              <a:buFont typeface="Arial"/>
              <a:buNone/>
              <a:defRPr sz="10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xmlns:a="http://schemas.openxmlformats.org/drawingml/2006/main">
            <a:endParaRPr sz="1000">
              <a:latin typeface="HSE Sans"/>
              <a:ea typeface="HSE Sans"/>
              <a:cs typeface="HSE Sans"/>
            </a:endParaRPr>
          </a:p>
        </p:txBody>
      </p:sp>
      <p:sp>
        <p:nvSpPr>
          <p:cNvPr id="21" name="Диаграмма 7">
            <a:extLst xmlns:a="http://schemas.openxmlformats.org/drawingml/2006/main">
              <a:ext uri="{FF2B5EF4-FFF2-40B4-BE49-F238E27FC236}">
                <a16:creationId xmlns:a16="http://schemas.microsoft.com/office/drawing/2014/main" id="{BCBBDD44-9DC9-F74E-979F-120A7BBD4EE1}"/>
              </a:ext>
            </a:extLst>
          </p:cNvPr>
          <p:cNvSpPr>
            <a:spLocks xmlns:a="http://schemas.openxmlformats.org/drawingml/2006/main" noGrp="1"/>
          </p:cNvSpPr>
          <p:nvPr>
            <p:ph type="chart" idx="10"/>
          </p:nvPr>
        </p:nvSpPr>
        <p:spPr>
          <a:xfrm xmlns:a="http://schemas.openxmlformats.org/drawingml/2006/main">
            <a:off x="5272097" y="1447790"/>
            <a:ext cx="6371768" cy="4289457"/>
          </a:xfrm>
        </p:spPr>
        <p:txBody>
          <a:bodyPr xmlns:a="http://schemas.openxmlformats.org/drawingml/2006/main"/>
          <a:lstStyle xmlns:a="http://schemas.openxmlformats.org/drawingml/2006/main"/>
          <a:p xmlns:a="http://schemas.openxmlformats.org/drawingml/2006/main">
            <a:endParaRPr/>
          </a:p>
        </p:txBody>
      </p:sp>
      <p:sp>
        <p:nvSpPr>
          <p:cNvPr id="23" name="Текст 22">
            <a:extLst xmlns:a="http://schemas.openxmlformats.org/drawingml/2006/main">
              <a:ext uri="{FF2B5EF4-FFF2-40B4-BE49-F238E27FC236}">
                <a16:creationId xmlns:a16="http://schemas.microsoft.com/office/drawing/2014/main" id="{7C68DF7B-E804-E44B-83DF-5DC36AF76F43}"/>
              </a:ext>
            </a:extLst>
          </p:cNvPr>
          <p:cNvSpPr>
            <a:spLocks xmlns:a="http://schemas.openxmlformats.org/drawingml/2006/main" noGrp="1"/>
          </p:cNvSpPr>
          <p:nvPr>
            <p:ph type="body" idx="17"/>
          </p:nvPr>
        </p:nvSpPr>
        <p:spPr>
          <a:xfrm xmlns:a="http://schemas.openxmlformats.org/drawingml/2006/main">
            <a:off x="585788" y="1447064"/>
            <a:ext cx="4322762" cy="703205"/>
          </a:xfrm>
        </p:spPr>
        <p:txBody>
          <a:bodyPr xmlns:a="http://schemas.openxmlformats.org/drawingml/2006/main">
            <a:noAutofit/>
          </a:bodyPr>
          <a:lstStyle xmlns:a="http://schemas.openxmlformats.org/drawingml/2006/main">
            <a:lvl1pPr marL="0" indent="0">
              <a:buNone/>
              <a:defRPr sz="1600" b="0" i="0">
                <a:solidFill>
                  <a:srgbClr val="0E2D69"/>
                </a:solidFill>
                <a:latin typeface="HSE Sans"/>
                <a:ea typeface="HSE Sans"/>
                <a:cs typeface="HSE Sans"/>
              </a:defRPr>
            </a:lvl1pPr>
            <a:lvl2pPr>
              <a:buNone/>
              <a:defRPr sz="1600" b="0" i="0">
                <a:solidFill>
                  <a:srgbClr val="0E2D69"/>
                </a:solidFill>
                <a:latin typeface="HSE Sans"/>
                <a:ea typeface="HSE Sans"/>
                <a:cs typeface="HSE Sans"/>
              </a:defRPr>
            </a:lvl2pPr>
            <a:lvl3pPr>
              <a:buNone/>
              <a:defRPr sz="1600" b="0" i="0">
                <a:solidFill>
                  <a:srgbClr val="0E2D69"/>
                </a:solidFill>
                <a:latin typeface="HSE Sans"/>
                <a:ea typeface="HSE Sans"/>
                <a:cs typeface="HSE Sans"/>
              </a:defRPr>
            </a:lvl3pPr>
            <a:lvl4pPr>
              <a:buNone/>
              <a:defRPr sz="1600" b="0" i="0">
                <a:solidFill>
                  <a:srgbClr val="0E2D69"/>
                </a:solidFill>
                <a:latin typeface="HSE Sans"/>
                <a:ea typeface="HSE Sans"/>
                <a:cs typeface="HSE Sans"/>
              </a:defRPr>
            </a:lvl4pPr>
            <a:lvl5pPr>
              <a:buNone/>
              <a:defRPr sz="1600" b="0" i="0">
                <a:solidFill>
                  <a:srgbClr val="0E2D69"/>
                </a:solidFill>
                <a:latin typeface="HSE Sans"/>
                <a:ea typeface="HSE Sans"/>
                <a:cs typeface="HSE Sans"/>
              </a:defRPr>
            </a:lvl5pPr>
          </a:lstStyle>
          <a:p xmlns:a="http://schemas.openxmlformats.org/drawingml/2006/main">
            <a:endParaRPr sz="1600">
              <a:solidFill>
                <a:srgbClr val="102D69"/>
              </a:solidFill>
              <a:latin typeface="HSE Sans"/>
              <a:ea typeface="HSE Sans"/>
              <a:cs typeface="HSE Sans"/>
            </a:endParaRPr>
          </a:p>
        </p:txBody>
      </p:sp>
      <p:sp>
        <p:nvSpPr>
          <p:cNvPr id="28" name="Текст 35">
            <a:extLst xmlns:a="http://schemas.openxmlformats.org/drawingml/2006/main">
              <a:ext uri="{FF2B5EF4-FFF2-40B4-BE49-F238E27FC236}">
                <a16:creationId xmlns:a16="http://schemas.microsoft.com/office/drawing/2014/main" id="{89E931D8-2901-A54D-86EA-096E47B81880}"/>
              </a:ext>
            </a:extLst>
          </p:cNvPr>
          <p:cNvSpPr>
            <a:spLocks xmlns:a="http://schemas.openxmlformats.org/drawingml/2006/main" noGrp="1"/>
          </p:cNvSpPr>
          <p:nvPr>
            <p:ph type="body" idx="12"/>
          </p:nvPr>
        </p:nvSpPr>
        <p:spPr>
          <a:xfrm xmlns:a="http://schemas.openxmlformats.org/drawingml/2006/main">
            <a:off x="585898" y="2379663"/>
            <a:ext cx="4322531" cy="2399371"/>
          </a:xfrm>
        </p:spPr>
        <p:txBody>
          <a:bodyPr xmlns:a="http://schemas.openxmlformats.org/drawingml/2006/main" lIns="0" tIns="0" rIns="0">
            <a:normAutofit/>
          </a:bodyPr>
          <a:lstStyle xmlns:a="http://schemas.openxmlformats.org/drawingml/2006/main">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xmlns:a="http://schemas.openxmlformats.org/drawingml/2006/main">
            <a:endParaRPr sz="1300">
              <a:latin typeface="HSE Sans"/>
              <a:ea typeface="HSE Sans"/>
              <a:cs typeface="HSE Sans"/>
            </a:endParaRPr>
          </a:p>
        </p:txBody>
      </p:sp>
    </p:spTree>
  </p:cSld>
</p:sldLayout>
</file>

<file path=ppt/slideLayouts/slideLayout7.xml><?xml version="1.0" encoding="utf-8"?>
<p:sldLayout xmlns:p="http://schemas.openxmlformats.org/presentationml/2006/main" preserve="1" userDrawn="1">
  <p:cSld name="Цифры">
    <p:bg>
      <p:bgPr>
        <a:blipFill xmlns:a="http://schemas.openxmlformats.org/drawingml/2006/main" rotWithShape="1">
          <a:blip xmlns:r="http://schemas.openxmlformats.org/officeDocument/2006/relationships" r:embed="R4d1eb061397f4332">
            <a:lum/>
          </a:blip>
          <a:srcRect l="0" t="0" r="0" b="0"/>
          <a:stretch>
            <a:fillRect l="0" t="0" r="0" b="0"/>
          </a:stretch>
        </a:blipFill>
      </p:bgPr>
    </p:bg>
    <p:spTree>
      <p:nvGrpSpPr>
        <p:cNvPr id="1" name=""/>
        <p:cNvGrpSpPr/>
        <p:nvPr/>
      </p:nvGrpSpPr>
      <p:grpSpPr>
        <a:xfrm xmlns:a="http://schemas.openxmlformats.org/drawingml/2006/main"/>
      </p:grpSpPr>
      <p:pic>
        <p:nvPicPr>
          <p:cNvPr id="32" name="Picture 4"/>
          <p:cNvPicPr>
            <a:picLocks xmlns:a="http://schemas.openxmlformats.org/drawingml/2006/main" noChangeAspect="1"/>
          </p:cNvPicPr>
          <p:nvPr/>
        </p:nvPicPr>
        <p:blipFill>
          <a:blip xmlns:r="http://schemas.openxmlformats.org/officeDocument/2006/relationships" xmlns:a="http://schemas.openxmlformats.org/drawingml/2006/main" r:embed="R074d598cfa754b55"/>
          <a:stretch xmlns:a="http://schemas.openxmlformats.org/drawingml/2006/main">
            <a:fillRect l="0" t="0" r="0" b="0"/>
          </a:stretch>
        </p:blipFill>
        <p:spPr>
          <a:xfrm xmlns:a="http://schemas.openxmlformats.org/drawingml/2006/main">
            <a:off x="517199" y="464363"/>
            <a:ext cx="448276" cy="448276"/>
          </a:xfrm>
          <a:prstGeom xmlns:a="http://schemas.openxmlformats.org/drawingml/2006/main" prst="rect">
            <a:avLst/>
          </a:prstGeom>
        </p:spPr>
      </p:pic>
      <p:sp>
        <p:nvSpPr>
          <p:cNvPr id="7" name="Straight Connector 19">
            <a:extLst xmlns:a="http://schemas.openxmlformats.org/drawingml/2006/main">
              <a:ext uri="{FF2B5EF4-FFF2-40B4-BE49-F238E27FC236}">
                <a16:creationId xmlns:a16="http://schemas.microsoft.com/office/drawing/2014/main" id="{596DF74C-549B-4AD1-9D87-1DCD7BCA2DC2}"/>
              </a:ext>
            </a:extLst>
          </p:cNvPr>
          <p:cNvSpPr>
            <a:spLocks xmlns:a="http://schemas.openxmlformats.org/drawingml/2006/main" noGrp="1"/>
          </p:cNvSpPr>
          <p:nvPr/>
        </p:nvSpPr>
        <p:spPr>
          <a:xfrm xmlns:a="http://schemas.openxmlformats.org/drawingml/2006/main">
            <a:off x="3298686"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Straight Connector 21">
            <a:extLst xmlns:a="http://schemas.openxmlformats.org/drawingml/2006/main">
              <a:ext uri="{FF2B5EF4-FFF2-40B4-BE49-F238E27FC236}">
                <a16:creationId xmlns:a16="http://schemas.microsoft.com/office/drawing/2014/main" id="{52C44802-8064-4C1E-B0A4-051F113C9530}"/>
              </a:ext>
            </a:extLst>
          </p:cNvPr>
          <p:cNvSpPr>
            <a:spLocks xmlns:a="http://schemas.openxmlformats.org/drawingml/2006/main" noGrp="1"/>
          </p:cNvSpPr>
          <p:nvPr/>
        </p:nvSpPr>
        <p:spPr>
          <a:xfrm xmlns:a="http://schemas.openxmlformats.org/drawingml/2006/main">
            <a:off x="6099416"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9" name="Straight Connector 25">
            <a:extLst xmlns:a="http://schemas.openxmlformats.org/drawingml/2006/main">
              <a:ext uri="{FF2B5EF4-FFF2-40B4-BE49-F238E27FC236}">
                <a16:creationId xmlns:a16="http://schemas.microsoft.com/office/drawing/2014/main" id="{A7070A2C-A7B2-4AE8-B311-028F8B285CE4}"/>
              </a:ext>
            </a:extLst>
          </p:cNvPr>
          <p:cNvSpPr>
            <a:spLocks xmlns:a="http://schemas.openxmlformats.org/drawingml/2006/main" noGrp="1"/>
          </p:cNvSpPr>
          <p:nvPr/>
        </p:nvSpPr>
        <p:spPr>
          <a:xfrm xmlns:a="http://schemas.openxmlformats.org/drawingml/2006/main">
            <a:off x="10277081"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TextBox 9">
            <a:extLst xmlns:a="http://schemas.openxmlformats.org/drawingml/2006/main">
              <a:ext uri="{FF2B5EF4-FFF2-40B4-BE49-F238E27FC236}">
                <a16:creationId xmlns:a16="http://schemas.microsoft.com/office/drawing/2014/main" id="{30460EF6-ECAD-8941-8132-1B3E005D6067}"/>
              </a:ext>
            </a:extLst>
          </p:cNvPr>
          <p:cNvSpPr>
            <a:spLocks xmlns:a="http://schemas.openxmlformats.org/drawingml/2006/main" noGrp="1"/>
          </p:cNvSpPr>
          <p:nvPr/>
        </p:nvSpPr>
        <p:spPr>
          <a:xfrm xmlns:a="http://schemas.openxmlformats.org/drawingml/2006/main">
            <a:off x="10410201" y="532278"/>
            <a:ext cx="671977" cy="30777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1" name="Straight Connector 59">
            <a:extLst xmlns:a="http://schemas.openxmlformats.org/drawingml/2006/main">
              <a:ext uri="{FF2B5EF4-FFF2-40B4-BE49-F238E27FC236}">
                <a16:creationId xmlns:a16="http://schemas.microsoft.com/office/drawing/2014/main" id="{6516AFD1-B5F9-4E2D-8919-4AA56D97ABEE}"/>
              </a:ext>
            </a:extLst>
          </p:cNvPr>
          <p:cNvSpPr>
            <a:spLocks xmlns:a="http://schemas.openxmlformats.org/drawingml/2006/main" noGrp="1"/>
          </p:cNvSpPr>
          <p:nvPr/>
        </p:nvSpPr>
        <p:spPr>
          <a:xfrm xmlns:a="http://schemas.openxmlformats.org/drawingml/2006/main">
            <a:off x="11643868"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2" name="Текст 37">
            <a:extLst xmlns:a="http://schemas.openxmlformats.org/drawingml/2006/main">
              <a:ext uri="{FF2B5EF4-FFF2-40B4-BE49-F238E27FC236}">
                <a16:creationId xmlns:a16="http://schemas.microsoft.com/office/drawing/2014/main" id="{D9986185-6D5E-FD48-A5CA-AF2D5B58A3E7}"/>
              </a:ext>
            </a:extLst>
          </p:cNvPr>
          <p:cNvSpPr>
            <a:spLocks xmlns:a="http://schemas.openxmlformats.org/drawingml/2006/main" noGrp="1"/>
          </p:cNvSpPr>
          <p:nvPr>
            <p:ph type="body" idx="13"/>
          </p:nvPr>
        </p:nvSpPr>
        <p:spPr>
          <a:xfrm xmlns:a="http://schemas.openxmlformats.org/drawingml/2006/main">
            <a:off x="1143689" y="540904"/>
            <a:ext cx="1901825" cy="415925"/>
          </a:xfrm>
        </p:spPr>
        <p:txBody>
          <a:bodyPr xmlns:a="http://schemas.openxmlformats.org/drawingml/2006/main" lIns="0" tIns="0" rIns="0" bIns="0">
            <a:noAutofit/>
          </a:bodyPr>
          <a:lstStyle xmlns:a="http://schemas.openxmlformats.org/drawingml/2006/main">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xmlns:a="http://schemas.openxmlformats.org/drawingml/2006/main">
            <a:pPr marL="0" marR="0" lvl="0" indent="0" algn="l" defTabSz="914400">
              <a:lnSpc>
                <a:spcPct val="100000"/>
              </a:lnSpc>
              <a:spcBef>
                <a:spcPts val="1000"/>
              </a:spcBef>
              <a:spcAft>
                <a:spcPts val="0"/>
              </a:spcAft>
              <a:buClrTx/>
              <a:buSzTx/>
              <a:buFont typeface="Arial"/>
              <a:buNone/>
            </a:pPr>
            <a:br/>
            <a:endParaRPr sz="1000">
              <a:latin typeface="HSE Sans"/>
              <a:ea typeface="HSE Sans"/>
              <a:cs typeface="HSE Sans"/>
            </a:endParaRPr>
          </a:p>
        </p:txBody>
      </p:sp>
      <p:sp>
        <p:nvSpPr>
          <p:cNvPr id="13" name="Текст 39">
            <a:extLst xmlns:a="http://schemas.openxmlformats.org/drawingml/2006/main">
              <a:ext uri="{FF2B5EF4-FFF2-40B4-BE49-F238E27FC236}">
                <a16:creationId xmlns:a16="http://schemas.microsoft.com/office/drawing/2014/main" id="{5DBFD327-E3A8-944A-AABF-7D813AD0F13C}"/>
              </a:ext>
            </a:extLst>
          </p:cNvPr>
          <p:cNvSpPr>
            <a:spLocks xmlns:a="http://schemas.openxmlformats.org/drawingml/2006/main" noGrp="1"/>
          </p:cNvSpPr>
          <p:nvPr>
            <p:ph type="body" idx="14"/>
          </p:nvPr>
        </p:nvSpPr>
        <p:spPr>
          <a:xfrm xmlns:a="http://schemas.openxmlformats.org/drawingml/2006/main">
            <a:off x="3459163" y="548720"/>
            <a:ext cx="2070100" cy="408109"/>
          </a:xfrm>
        </p:spPr>
        <p:txBody>
          <a:bodyPr xmlns:a="http://schemas.openxmlformats.org/drawingml/2006/main" lIns="0" tIns="0" rIns="0" bIns="0">
            <a:noAutofit/>
          </a:bodyPr>
          <a:lstStyle xmlns:a="http://schemas.openxmlformats.org/drawingml/2006/main">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xmlns:a="http://schemas.openxmlformats.org/drawingml/2006/main">
            <a:endParaRPr sz="1000">
              <a:latin typeface="HSE Sans"/>
              <a:ea typeface="HSE Sans"/>
              <a:cs typeface="HSE Sans"/>
            </a:endParaRPr>
          </a:p>
        </p:txBody>
      </p:sp>
      <p:sp>
        <p:nvSpPr>
          <p:cNvPr id="15" name="Текст 39">
            <a:extLst xmlns:a="http://schemas.openxmlformats.org/drawingml/2006/main">
              <a:ext uri="{FF2B5EF4-FFF2-40B4-BE49-F238E27FC236}">
                <a16:creationId xmlns:a16="http://schemas.microsoft.com/office/drawing/2014/main" id="{D206FCE0-05C3-2C45-A7D6-1FC287C017BE}"/>
              </a:ext>
            </a:extLst>
          </p:cNvPr>
          <p:cNvSpPr>
            <a:spLocks xmlns:a="http://schemas.openxmlformats.org/drawingml/2006/main" noGrp="1"/>
          </p:cNvSpPr>
          <p:nvPr>
            <p:ph type="body" idx="15"/>
          </p:nvPr>
        </p:nvSpPr>
        <p:spPr>
          <a:xfrm xmlns:a="http://schemas.openxmlformats.org/drawingml/2006/main">
            <a:off x="6259892" y="548720"/>
            <a:ext cx="2070100" cy="408109"/>
          </a:xfrm>
        </p:spPr>
        <p:txBody>
          <a:bodyPr xmlns:a="http://schemas.openxmlformats.org/drawingml/2006/main" lIns="0" tIns="0" rIns="0" bIns="0">
            <a:noAutofit/>
          </a:bodyPr>
          <a:lstStyle xmlns:a="http://schemas.openxmlformats.org/drawingml/2006/main">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xmlns:a="http://schemas.openxmlformats.org/drawingml/2006/main">
            <a:endParaRPr sz="1000">
              <a:latin typeface="HSE Sans"/>
              <a:ea typeface="HSE Sans"/>
              <a:cs typeface="HSE Sans"/>
            </a:endParaRPr>
          </a:p>
        </p:txBody>
      </p:sp>
      <p:sp>
        <p:nvSpPr>
          <p:cNvPr id="17" name="Заголовок 31">
            <a:extLst xmlns:a="http://schemas.openxmlformats.org/drawingml/2006/main">
              <a:ext uri="{FF2B5EF4-FFF2-40B4-BE49-F238E27FC236}">
                <a16:creationId xmlns:a16="http://schemas.microsoft.com/office/drawing/2014/main" id="{3B28B62E-5EE9-834C-9BB6-BD66079B8164}"/>
              </a:ext>
            </a:extLst>
          </p:cNvPr>
          <p:cNvSpPr>
            <a:spLocks xmlns:a="http://schemas.openxmlformats.org/drawingml/2006/main" noGrp="1"/>
          </p:cNvSpPr>
          <p:nvPr>
            <p:ph type="title" idx="0"/>
          </p:nvPr>
        </p:nvSpPr>
        <p:spPr>
          <a:xfrm xmlns:a="http://schemas.openxmlformats.org/drawingml/2006/main">
            <a:off x="585897" y="1447790"/>
            <a:ext cx="11057955" cy="777025"/>
          </a:xfrm>
        </p:spPr>
        <p:txBody>
          <a:bodyPr xmlns:a="http://schemas.openxmlformats.org/drawingml/2006/main" lIns="0" tIns="0" rIns="0" bIns="0" anchor="t">
            <a:normAutofit/>
          </a:bodyPr>
          <a:lstStyle xmlns:a="http://schemas.openxmlformats.org/drawingml/2006/main">
            <a:lvl1pPr>
              <a:lnSpc>
                <a:spcPct val="100000"/>
              </a:lnSpc>
              <a:buNone/>
              <a:defRPr sz="2400" b="0" i="0">
                <a:latin typeface="HSE Sans"/>
                <a:ea typeface="HSE Sans"/>
                <a:cs typeface="HSE Sans"/>
              </a:defRPr>
            </a:lvl1pPr>
          </a:lstStyle>
          <a:p xmlns:a="http://schemas.openxmlformats.org/drawingml/2006/main">
            <a:endParaRPr sz="2400">
              <a:solidFill>
                <a:srgbClr val="102D69"/>
              </a:solidFill>
              <a:latin typeface="HSE Sans"/>
              <a:ea typeface="HSE Sans"/>
              <a:cs typeface="HSE Sans"/>
            </a:endParaRPr>
          </a:p>
        </p:txBody>
      </p:sp>
      <p:sp>
        <p:nvSpPr>
          <p:cNvPr id="24" name="Текст 35">
            <a:extLst xmlns:a="http://schemas.openxmlformats.org/drawingml/2006/main">
              <a:ext uri="{FF2B5EF4-FFF2-40B4-BE49-F238E27FC236}">
                <a16:creationId xmlns:a16="http://schemas.microsoft.com/office/drawing/2014/main" id="{621215DE-C1FD-2B4C-B236-AF679CF906BE}"/>
              </a:ext>
            </a:extLst>
          </p:cNvPr>
          <p:cNvSpPr>
            <a:spLocks xmlns:a="http://schemas.openxmlformats.org/drawingml/2006/main" noGrp="1"/>
          </p:cNvSpPr>
          <p:nvPr>
            <p:ph type="body" idx="12"/>
          </p:nvPr>
        </p:nvSpPr>
        <p:spPr>
          <a:xfrm xmlns:a="http://schemas.openxmlformats.org/drawingml/2006/main">
            <a:off x="575076" y="4103994"/>
            <a:ext cx="2758143" cy="1569661"/>
          </a:xfrm>
        </p:spPr>
        <p:txBody>
          <a:bodyPr xmlns:a="http://schemas.openxmlformats.org/drawingml/2006/main" lIns="0" tIns="0" rIns="0">
            <a:normAutofit/>
          </a:bodyPr>
          <a:lstStyle xmlns:a="http://schemas.openxmlformats.org/drawingml/2006/main">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xmlns:a="http://schemas.openxmlformats.org/drawingml/2006/main">
            <a:endParaRPr/>
          </a:p>
        </p:txBody>
      </p:sp>
      <p:sp>
        <p:nvSpPr>
          <p:cNvPr id="25" name="Текст 35">
            <a:extLst xmlns:a="http://schemas.openxmlformats.org/drawingml/2006/main">
              <a:ext uri="{FF2B5EF4-FFF2-40B4-BE49-F238E27FC236}">
                <a16:creationId xmlns:a16="http://schemas.microsoft.com/office/drawing/2014/main" id="{8BC2F90D-0CE0-574C-A7C1-EAA3E6F1AB56}"/>
              </a:ext>
            </a:extLst>
          </p:cNvPr>
          <p:cNvSpPr>
            <a:spLocks xmlns:a="http://schemas.openxmlformats.org/drawingml/2006/main" noGrp="1"/>
          </p:cNvSpPr>
          <p:nvPr>
            <p:ph type="body" idx="16"/>
          </p:nvPr>
        </p:nvSpPr>
        <p:spPr>
          <a:xfrm xmlns:a="http://schemas.openxmlformats.org/drawingml/2006/main">
            <a:off x="4047007" y="4103994"/>
            <a:ext cx="2757612" cy="1569661"/>
          </a:xfrm>
        </p:spPr>
        <p:txBody>
          <a:bodyPr xmlns:a="http://schemas.openxmlformats.org/drawingml/2006/main" lIns="0" tIns="0" rIns="0">
            <a:normAutofit/>
          </a:bodyPr>
          <a:lstStyle xmlns:a="http://schemas.openxmlformats.org/drawingml/2006/main">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xmlns:a="http://schemas.openxmlformats.org/drawingml/2006/main">
            <a:endParaRPr/>
          </a:p>
        </p:txBody>
      </p:sp>
      <p:sp>
        <p:nvSpPr>
          <p:cNvPr id="26" name="Текст 35">
            <a:extLst xmlns:a="http://schemas.openxmlformats.org/drawingml/2006/main">
              <a:ext uri="{FF2B5EF4-FFF2-40B4-BE49-F238E27FC236}">
                <a16:creationId xmlns:a16="http://schemas.microsoft.com/office/drawing/2014/main" id="{239E188B-2696-8A48-9F8A-36223EEF61E9}"/>
              </a:ext>
            </a:extLst>
          </p:cNvPr>
          <p:cNvSpPr>
            <a:spLocks xmlns:a="http://schemas.openxmlformats.org/drawingml/2006/main" noGrp="1"/>
          </p:cNvSpPr>
          <p:nvPr>
            <p:ph type="body" idx="17"/>
          </p:nvPr>
        </p:nvSpPr>
        <p:spPr>
          <a:xfrm xmlns:a="http://schemas.openxmlformats.org/drawingml/2006/main">
            <a:off x="7518938" y="4103994"/>
            <a:ext cx="2757612" cy="1569661"/>
          </a:xfrm>
        </p:spPr>
        <p:txBody>
          <a:bodyPr xmlns:a="http://schemas.openxmlformats.org/drawingml/2006/main" lIns="0" tIns="0" rIns="0">
            <a:normAutofit/>
          </a:bodyPr>
          <a:lstStyle xmlns:a="http://schemas.openxmlformats.org/drawingml/2006/main">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xmlns:a="http://schemas.openxmlformats.org/drawingml/2006/main">
            <a:endParaRPr/>
          </a:p>
        </p:txBody>
      </p:sp>
      <p:sp>
        <p:nvSpPr>
          <p:cNvPr id="28" name="Текст 27">
            <a:extLst xmlns:a="http://schemas.openxmlformats.org/drawingml/2006/main">
              <a:ext uri="{FF2B5EF4-FFF2-40B4-BE49-F238E27FC236}">
                <a16:creationId xmlns:a16="http://schemas.microsoft.com/office/drawing/2014/main" id="{379BF4C6-F899-294C-B88E-8363AFBEEC2A}"/>
              </a:ext>
            </a:extLst>
          </p:cNvPr>
          <p:cNvSpPr>
            <a:spLocks xmlns:a="http://schemas.openxmlformats.org/drawingml/2006/main" noGrp="1"/>
          </p:cNvSpPr>
          <p:nvPr>
            <p:ph type="body" idx="18"/>
          </p:nvPr>
        </p:nvSpPr>
        <p:spPr>
          <a:xfrm xmlns:a="http://schemas.openxmlformats.org/drawingml/2006/main">
            <a:off x="575076" y="2710235"/>
            <a:ext cx="2758143" cy="1164116"/>
          </a:xfrm>
        </p:spPr>
        <p:txBody>
          <a:bodyPr xmlns:a="http://schemas.openxmlformats.org/drawingml/2006/main" lIns="0" tIns="0" rIns="0" bIns="0">
            <a:noAutofit/>
          </a:bodyPr>
          <a:lstStyle xmlns:a="http://schemas.openxmlformats.org/drawingml/2006/main">
            <a:lvl1pPr marL="0" indent="0">
              <a:buNone/>
              <a:defRPr sz="9600">
                <a:latin typeface="HSE Sans"/>
                <a:ea typeface="HSE Sans"/>
                <a:cs typeface="HSE Sans"/>
              </a:defRPr>
            </a:lvl1pPr>
            <a:lvl2pPr>
              <a:buNone/>
              <a:defRPr sz="9600">
                <a:latin typeface="HSE Sans"/>
                <a:ea typeface="HSE Sans"/>
                <a:cs typeface="HSE Sans"/>
              </a:defRPr>
            </a:lvl2pPr>
            <a:lvl3pPr>
              <a:buNone/>
              <a:defRPr sz="9600">
                <a:latin typeface="HSE Sans"/>
                <a:ea typeface="HSE Sans"/>
                <a:cs typeface="HSE Sans"/>
              </a:defRPr>
            </a:lvl3pPr>
            <a:lvl4pPr>
              <a:buNone/>
              <a:defRPr sz="9600">
                <a:latin typeface="HSE Sans"/>
                <a:ea typeface="HSE Sans"/>
                <a:cs typeface="HSE Sans"/>
              </a:defRPr>
            </a:lvl4pPr>
            <a:lvl5pPr>
              <a:buNone/>
              <a:defRPr sz="9600">
                <a:latin typeface="HSE Sans"/>
                <a:ea typeface="HSE Sans"/>
                <a:cs typeface="HSE Sans"/>
              </a:defRPr>
            </a:lvl5pPr>
          </a:lstStyle>
          <a:p xmlns:a="http://schemas.openxmlformats.org/drawingml/2006/main">
            <a:pPr lvl="0">
              <a:buNone/>
            </a:pPr>
            <a:endParaRPr/>
          </a:p>
        </p:txBody>
      </p:sp>
      <p:sp>
        <p:nvSpPr>
          <p:cNvPr id="29" name="Текст 27">
            <a:extLst xmlns:a="http://schemas.openxmlformats.org/drawingml/2006/main">
              <a:ext uri="{FF2B5EF4-FFF2-40B4-BE49-F238E27FC236}">
                <a16:creationId xmlns:a16="http://schemas.microsoft.com/office/drawing/2014/main" id="{DE7F352B-F6D9-B545-A835-443A55956E74}"/>
              </a:ext>
            </a:extLst>
          </p:cNvPr>
          <p:cNvSpPr>
            <a:spLocks xmlns:a="http://schemas.openxmlformats.org/drawingml/2006/main" noGrp="1"/>
          </p:cNvSpPr>
          <p:nvPr>
            <p:ph type="body" idx="19"/>
          </p:nvPr>
        </p:nvSpPr>
        <p:spPr>
          <a:xfrm xmlns:a="http://schemas.openxmlformats.org/drawingml/2006/main">
            <a:off x="4047007" y="2710235"/>
            <a:ext cx="2758143" cy="1164116"/>
          </a:xfrm>
        </p:spPr>
        <p:txBody>
          <a:bodyPr xmlns:a="http://schemas.openxmlformats.org/drawingml/2006/main" lIns="0" tIns="0" rIns="0" bIns="0">
            <a:noAutofit/>
          </a:bodyPr>
          <a:lstStyle xmlns:a="http://schemas.openxmlformats.org/drawingml/2006/main">
            <a:lvl1pPr marL="0" indent="0">
              <a:buNone/>
              <a:defRPr sz="9600">
                <a:latin typeface="HSE Sans"/>
                <a:ea typeface="HSE Sans"/>
                <a:cs typeface="HSE Sans"/>
              </a:defRPr>
            </a:lvl1pPr>
            <a:lvl2pPr>
              <a:buNone/>
              <a:defRPr sz="9600">
                <a:latin typeface="HSE Sans"/>
                <a:ea typeface="HSE Sans"/>
                <a:cs typeface="HSE Sans"/>
              </a:defRPr>
            </a:lvl2pPr>
            <a:lvl3pPr>
              <a:buNone/>
              <a:defRPr sz="9600">
                <a:latin typeface="HSE Sans"/>
                <a:ea typeface="HSE Sans"/>
                <a:cs typeface="HSE Sans"/>
              </a:defRPr>
            </a:lvl3pPr>
            <a:lvl4pPr>
              <a:buNone/>
              <a:defRPr sz="9600">
                <a:latin typeface="HSE Sans"/>
                <a:ea typeface="HSE Sans"/>
                <a:cs typeface="HSE Sans"/>
              </a:defRPr>
            </a:lvl4pPr>
            <a:lvl5pPr>
              <a:buNone/>
              <a:defRPr sz="9600">
                <a:latin typeface="HSE Sans"/>
                <a:ea typeface="HSE Sans"/>
                <a:cs typeface="HSE Sans"/>
              </a:defRPr>
            </a:lvl5pPr>
          </a:lstStyle>
          <a:p xmlns:a="http://schemas.openxmlformats.org/drawingml/2006/main">
            <a:pPr lvl="0">
              <a:buNone/>
            </a:pPr>
            <a:endParaRPr/>
          </a:p>
        </p:txBody>
      </p:sp>
      <p:sp>
        <p:nvSpPr>
          <p:cNvPr id="30" name="Текст 27">
            <a:extLst xmlns:a="http://schemas.openxmlformats.org/drawingml/2006/main">
              <a:ext uri="{FF2B5EF4-FFF2-40B4-BE49-F238E27FC236}">
                <a16:creationId xmlns:a16="http://schemas.microsoft.com/office/drawing/2014/main" id="{D1D5AF9F-C1B0-7842-8789-1DB8963D981B}"/>
              </a:ext>
            </a:extLst>
          </p:cNvPr>
          <p:cNvSpPr>
            <a:spLocks xmlns:a="http://schemas.openxmlformats.org/drawingml/2006/main" noGrp="1"/>
          </p:cNvSpPr>
          <p:nvPr>
            <p:ph type="body" idx="20"/>
          </p:nvPr>
        </p:nvSpPr>
        <p:spPr>
          <a:xfrm xmlns:a="http://schemas.openxmlformats.org/drawingml/2006/main">
            <a:off x="7518938" y="2710235"/>
            <a:ext cx="2758143" cy="1164116"/>
          </a:xfrm>
        </p:spPr>
        <p:txBody>
          <a:bodyPr xmlns:a="http://schemas.openxmlformats.org/drawingml/2006/main" lIns="0" tIns="0" rIns="0" bIns="0">
            <a:noAutofit/>
          </a:bodyPr>
          <a:lstStyle xmlns:a="http://schemas.openxmlformats.org/drawingml/2006/main">
            <a:lvl1pPr marL="0" indent="0">
              <a:buNone/>
              <a:defRPr sz="9600">
                <a:latin typeface="HSE Sans"/>
                <a:ea typeface="HSE Sans"/>
                <a:cs typeface="HSE Sans"/>
              </a:defRPr>
            </a:lvl1pPr>
            <a:lvl2pPr>
              <a:buNone/>
              <a:defRPr sz="9600">
                <a:latin typeface="HSE Sans"/>
                <a:ea typeface="HSE Sans"/>
                <a:cs typeface="HSE Sans"/>
              </a:defRPr>
            </a:lvl2pPr>
            <a:lvl3pPr>
              <a:buNone/>
              <a:defRPr sz="9600">
                <a:latin typeface="HSE Sans"/>
                <a:ea typeface="HSE Sans"/>
                <a:cs typeface="HSE Sans"/>
              </a:defRPr>
            </a:lvl3pPr>
            <a:lvl4pPr>
              <a:buNone/>
              <a:defRPr sz="9600">
                <a:latin typeface="HSE Sans"/>
                <a:ea typeface="HSE Sans"/>
                <a:cs typeface="HSE Sans"/>
              </a:defRPr>
            </a:lvl4pPr>
            <a:lvl5pPr>
              <a:buNone/>
              <a:defRPr sz="9600">
                <a:latin typeface="HSE Sans"/>
                <a:ea typeface="HSE Sans"/>
                <a:cs typeface="HSE Sans"/>
              </a:defRPr>
            </a:lvl5pPr>
          </a:lstStyle>
          <a:p xmlns:a="http://schemas.openxmlformats.org/drawingml/2006/main">
            <a:pPr lvl="0">
              <a:buNone/>
            </a:pPr>
            <a:endParaRPr/>
          </a:p>
        </p:txBody>
      </p:sp>
    </p:spTree>
  </p:cSld>
</p:sldLayout>
</file>

<file path=ppt/slideLayouts/slideLayout8.xml><?xml version="1.0" encoding="utf-8"?>
<p:sldLayout xmlns:p="http://schemas.openxmlformats.org/presentationml/2006/main" preserve="1" userDrawn="1">
  <p:cSld name="Таблица_1">
    <p:bg>
      <p:bgPr>
        <a:blipFill xmlns:a="http://schemas.openxmlformats.org/drawingml/2006/main" rotWithShape="1">
          <a:blip xmlns:r="http://schemas.openxmlformats.org/officeDocument/2006/relationships" r:embed="Rddb1bcc4f95f49e1">
            <a:lum/>
          </a:blip>
          <a:srcRect l="0" t="0" r="0" b="0"/>
          <a:stretch>
            <a:fillRect l="0" t="0" r="0" b="0"/>
          </a:stretch>
        </a:blipFill>
      </p:bgPr>
    </p:bg>
    <p:spTree>
      <p:nvGrpSpPr>
        <p:cNvPr id="1" name=""/>
        <p:cNvGrpSpPr/>
        <p:nvPr/>
      </p:nvGrpSpPr>
      <p:grpSpPr>
        <a:xfrm xmlns:a="http://schemas.openxmlformats.org/drawingml/2006/main"/>
      </p:grpSpPr>
      <p:pic>
        <p:nvPicPr>
          <p:cNvPr id="21" name="Picture 4"/>
          <p:cNvPicPr>
            <a:picLocks xmlns:a="http://schemas.openxmlformats.org/drawingml/2006/main" noChangeAspect="1"/>
          </p:cNvPicPr>
          <p:nvPr/>
        </p:nvPicPr>
        <p:blipFill>
          <a:blip xmlns:r="http://schemas.openxmlformats.org/officeDocument/2006/relationships" xmlns:a="http://schemas.openxmlformats.org/drawingml/2006/main" r:embed="R63d452d312344ce8"/>
          <a:stretch xmlns:a="http://schemas.openxmlformats.org/drawingml/2006/main">
            <a:fillRect l="0" t="0" r="0" b="0"/>
          </a:stretch>
        </p:blipFill>
        <p:spPr>
          <a:xfrm xmlns:a="http://schemas.openxmlformats.org/drawingml/2006/main">
            <a:off x="517199" y="464363"/>
            <a:ext cx="448276" cy="448276"/>
          </a:xfrm>
          <a:prstGeom xmlns:a="http://schemas.openxmlformats.org/drawingml/2006/main" prst="rect">
            <a:avLst/>
          </a:prstGeom>
        </p:spPr>
      </p:pic>
      <p:sp>
        <p:nvSpPr>
          <p:cNvPr id="6" name="Straight Connector 19">
            <a:extLst xmlns:a="http://schemas.openxmlformats.org/drawingml/2006/main">
              <a:ext uri="{FF2B5EF4-FFF2-40B4-BE49-F238E27FC236}">
                <a16:creationId xmlns:a16="http://schemas.microsoft.com/office/drawing/2014/main" id="{6574D037-03B1-46A1-A949-E8B6F2782BB4}"/>
              </a:ext>
            </a:extLst>
          </p:cNvPr>
          <p:cNvSpPr>
            <a:spLocks xmlns:a="http://schemas.openxmlformats.org/drawingml/2006/main" noGrp="1"/>
          </p:cNvSpPr>
          <p:nvPr/>
        </p:nvSpPr>
        <p:spPr>
          <a:xfrm xmlns:a="http://schemas.openxmlformats.org/drawingml/2006/main">
            <a:off x="3298686"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Straight Connector 21">
            <a:extLst xmlns:a="http://schemas.openxmlformats.org/drawingml/2006/main">
              <a:ext uri="{FF2B5EF4-FFF2-40B4-BE49-F238E27FC236}">
                <a16:creationId xmlns:a16="http://schemas.microsoft.com/office/drawing/2014/main" id="{68C7D808-C067-4FA0-8BD8-813E17B3D2C1}"/>
              </a:ext>
            </a:extLst>
          </p:cNvPr>
          <p:cNvSpPr>
            <a:spLocks xmlns:a="http://schemas.openxmlformats.org/drawingml/2006/main" noGrp="1"/>
          </p:cNvSpPr>
          <p:nvPr/>
        </p:nvSpPr>
        <p:spPr>
          <a:xfrm xmlns:a="http://schemas.openxmlformats.org/drawingml/2006/main">
            <a:off x="6099416"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Straight Connector 25">
            <a:extLst xmlns:a="http://schemas.openxmlformats.org/drawingml/2006/main">
              <a:ext uri="{FF2B5EF4-FFF2-40B4-BE49-F238E27FC236}">
                <a16:creationId xmlns:a16="http://schemas.microsoft.com/office/drawing/2014/main" id="{26488E19-A4F8-499B-B864-283655A83334}"/>
              </a:ext>
            </a:extLst>
          </p:cNvPr>
          <p:cNvSpPr>
            <a:spLocks xmlns:a="http://schemas.openxmlformats.org/drawingml/2006/main" noGrp="1"/>
          </p:cNvSpPr>
          <p:nvPr/>
        </p:nvSpPr>
        <p:spPr>
          <a:xfrm xmlns:a="http://schemas.openxmlformats.org/drawingml/2006/main">
            <a:off x="10277081"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9" name="TextBox 8">
            <a:extLst xmlns:a="http://schemas.openxmlformats.org/drawingml/2006/main">
              <a:ext uri="{FF2B5EF4-FFF2-40B4-BE49-F238E27FC236}">
                <a16:creationId xmlns:a16="http://schemas.microsoft.com/office/drawing/2014/main" id="{764502F5-56EE-354B-A3B1-E79F8B005172}"/>
              </a:ext>
            </a:extLst>
          </p:cNvPr>
          <p:cNvSpPr>
            <a:spLocks xmlns:a="http://schemas.openxmlformats.org/drawingml/2006/main" noGrp="1"/>
          </p:cNvSpPr>
          <p:nvPr/>
        </p:nvSpPr>
        <p:spPr>
          <a:xfrm xmlns:a="http://schemas.openxmlformats.org/drawingml/2006/main">
            <a:off x="10410201" y="532278"/>
            <a:ext cx="671977" cy="30777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0" name="Straight Connector 59">
            <a:extLst xmlns:a="http://schemas.openxmlformats.org/drawingml/2006/main">
              <a:ext uri="{FF2B5EF4-FFF2-40B4-BE49-F238E27FC236}">
                <a16:creationId xmlns:a16="http://schemas.microsoft.com/office/drawing/2014/main" id="{DAE8BD7C-CE0B-4131-8298-1490CC935D5D}"/>
              </a:ext>
            </a:extLst>
          </p:cNvPr>
          <p:cNvSpPr>
            <a:spLocks xmlns:a="http://schemas.openxmlformats.org/drawingml/2006/main" noGrp="1"/>
          </p:cNvSpPr>
          <p:nvPr/>
        </p:nvSpPr>
        <p:spPr>
          <a:xfrm xmlns:a="http://schemas.openxmlformats.org/drawingml/2006/main">
            <a:off x="11643868"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 name="Текст 37">
            <a:extLst xmlns:a="http://schemas.openxmlformats.org/drawingml/2006/main">
              <a:ext uri="{FF2B5EF4-FFF2-40B4-BE49-F238E27FC236}">
                <a16:creationId xmlns:a16="http://schemas.microsoft.com/office/drawing/2014/main" id="{6EC59AAD-5962-8D49-BF4D-7DA5D573073E}"/>
              </a:ext>
            </a:extLst>
          </p:cNvPr>
          <p:cNvSpPr>
            <a:spLocks xmlns:a="http://schemas.openxmlformats.org/drawingml/2006/main" noGrp="1"/>
          </p:cNvSpPr>
          <p:nvPr>
            <p:ph type="body" idx="13"/>
          </p:nvPr>
        </p:nvSpPr>
        <p:spPr>
          <a:xfrm xmlns:a="http://schemas.openxmlformats.org/drawingml/2006/main">
            <a:off x="1143689" y="540904"/>
            <a:ext cx="1901825" cy="415925"/>
          </a:xfrm>
        </p:spPr>
        <p:txBody>
          <a:bodyPr xmlns:a="http://schemas.openxmlformats.org/drawingml/2006/main" lIns="0" tIns="0" rIns="0" bIns="0">
            <a:noAutofit/>
          </a:bodyPr>
          <a:lstStyle xmlns:a="http://schemas.openxmlformats.org/drawingml/2006/main">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xmlns:a="http://schemas.openxmlformats.org/drawingml/2006/main">
            <a:pPr marL="0" marR="0" lvl="0" indent="0" algn="l" defTabSz="914400">
              <a:lnSpc>
                <a:spcPct val="100000"/>
              </a:lnSpc>
              <a:spcBef>
                <a:spcPts val="1000"/>
              </a:spcBef>
              <a:spcAft>
                <a:spcPts val="0"/>
              </a:spcAft>
              <a:buClrTx/>
              <a:buSzTx/>
              <a:buFont typeface="Arial"/>
              <a:buNone/>
            </a:pPr>
            <a:br/>
            <a:endParaRPr sz="1000">
              <a:latin typeface="HSE Sans"/>
              <a:ea typeface="HSE Sans"/>
              <a:cs typeface="HSE Sans"/>
            </a:endParaRPr>
          </a:p>
        </p:txBody>
      </p:sp>
      <p:sp>
        <p:nvSpPr>
          <p:cNvPr id="12" name="Текст 39">
            <a:extLst xmlns:a="http://schemas.openxmlformats.org/drawingml/2006/main">
              <a:ext uri="{FF2B5EF4-FFF2-40B4-BE49-F238E27FC236}">
                <a16:creationId xmlns:a16="http://schemas.microsoft.com/office/drawing/2014/main" id="{49041ACC-EEF4-D34B-A7DE-87B1AF2ED383}"/>
              </a:ext>
            </a:extLst>
          </p:cNvPr>
          <p:cNvSpPr>
            <a:spLocks xmlns:a="http://schemas.openxmlformats.org/drawingml/2006/main" noGrp="1"/>
          </p:cNvSpPr>
          <p:nvPr>
            <p:ph type="body" idx="14"/>
          </p:nvPr>
        </p:nvSpPr>
        <p:spPr>
          <a:xfrm xmlns:a="http://schemas.openxmlformats.org/drawingml/2006/main">
            <a:off x="3459163" y="548720"/>
            <a:ext cx="2070100" cy="408109"/>
          </a:xfrm>
        </p:spPr>
        <p:txBody>
          <a:bodyPr xmlns:a="http://schemas.openxmlformats.org/drawingml/2006/main" lIns="0" tIns="0" rIns="0" bIns="0">
            <a:noAutofit/>
          </a:bodyPr>
          <a:lstStyle xmlns:a="http://schemas.openxmlformats.org/drawingml/2006/main">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xmlns:a="http://schemas.openxmlformats.org/drawingml/2006/main">
            <a:endParaRPr sz="1000">
              <a:latin typeface="HSE Sans"/>
              <a:ea typeface="HSE Sans"/>
              <a:cs typeface="HSE Sans"/>
            </a:endParaRPr>
          </a:p>
        </p:txBody>
      </p:sp>
      <p:sp>
        <p:nvSpPr>
          <p:cNvPr id="14" name="Текст 39">
            <a:extLst xmlns:a="http://schemas.openxmlformats.org/drawingml/2006/main">
              <a:ext uri="{FF2B5EF4-FFF2-40B4-BE49-F238E27FC236}">
                <a16:creationId xmlns:a16="http://schemas.microsoft.com/office/drawing/2014/main" id="{BF93B2CC-81A4-0943-AF6C-C86576792995}"/>
              </a:ext>
            </a:extLst>
          </p:cNvPr>
          <p:cNvSpPr>
            <a:spLocks xmlns:a="http://schemas.openxmlformats.org/drawingml/2006/main" noGrp="1"/>
          </p:cNvSpPr>
          <p:nvPr>
            <p:ph type="body" idx="15"/>
          </p:nvPr>
        </p:nvSpPr>
        <p:spPr>
          <a:xfrm xmlns:a="http://schemas.openxmlformats.org/drawingml/2006/main">
            <a:off x="6259892" y="548720"/>
            <a:ext cx="2070100" cy="408109"/>
          </a:xfrm>
        </p:spPr>
        <p:txBody>
          <a:bodyPr xmlns:a="http://schemas.openxmlformats.org/drawingml/2006/main" lIns="0" tIns="0" rIns="0" bIns="0">
            <a:noAutofit/>
          </a:bodyPr>
          <a:lstStyle xmlns:a="http://schemas.openxmlformats.org/drawingml/2006/main">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xmlns:a="http://schemas.openxmlformats.org/drawingml/2006/main">
            <a:endParaRPr sz="1000">
              <a:latin typeface="HSE Sans"/>
              <a:ea typeface="HSE Sans"/>
              <a:cs typeface="HSE Sans"/>
            </a:endParaRPr>
          </a:p>
        </p:txBody>
      </p:sp>
      <p:sp>
        <p:nvSpPr>
          <p:cNvPr id="15" name="Текст 22">
            <a:extLst xmlns:a="http://schemas.openxmlformats.org/drawingml/2006/main">
              <a:ext uri="{FF2B5EF4-FFF2-40B4-BE49-F238E27FC236}">
                <a16:creationId xmlns:a16="http://schemas.microsoft.com/office/drawing/2014/main" id="{51340CB4-0355-3640-A212-F684523CDCCF}"/>
              </a:ext>
            </a:extLst>
          </p:cNvPr>
          <p:cNvSpPr>
            <a:spLocks xmlns:a="http://schemas.openxmlformats.org/drawingml/2006/main" noGrp="1"/>
          </p:cNvSpPr>
          <p:nvPr>
            <p:ph type="body" idx="17"/>
          </p:nvPr>
        </p:nvSpPr>
        <p:spPr>
          <a:xfrm xmlns:a="http://schemas.openxmlformats.org/drawingml/2006/main">
            <a:off x="585787" y="1447065"/>
            <a:ext cx="11058065" cy="307778"/>
          </a:xfrm>
        </p:spPr>
        <p:txBody>
          <a:bodyPr xmlns:a="http://schemas.openxmlformats.org/drawingml/2006/main" lIns="0" tIns="0" rIns="0" bIns="0">
            <a:noAutofit/>
          </a:bodyPr>
          <a:lstStyle xmlns:a="http://schemas.openxmlformats.org/drawingml/2006/main">
            <a:lvl1pPr marL="0" indent="0">
              <a:buNone/>
              <a:defRPr sz="1600" b="0" i="0">
                <a:solidFill>
                  <a:srgbClr val="0E2D69"/>
                </a:solidFill>
                <a:latin typeface="HSE Sans"/>
                <a:ea typeface="HSE Sans"/>
                <a:cs typeface="HSE Sans"/>
              </a:defRPr>
            </a:lvl1pPr>
            <a:lvl2pPr>
              <a:buNone/>
              <a:defRPr sz="1600" b="0" i="0">
                <a:solidFill>
                  <a:srgbClr val="0E2D69"/>
                </a:solidFill>
                <a:latin typeface="HSE Sans"/>
                <a:ea typeface="HSE Sans"/>
                <a:cs typeface="HSE Sans"/>
              </a:defRPr>
            </a:lvl2pPr>
            <a:lvl3pPr>
              <a:buNone/>
              <a:defRPr sz="1600" b="0" i="0">
                <a:solidFill>
                  <a:srgbClr val="0E2D69"/>
                </a:solidFill>
                <a:latin typeface="HSE Sans"/>
                <a:ea typeface="HSE Sans"/>
                <a:cs typeface="HSE Sans"/>
              </a:defRPr>
            </a:lvl3pPr>
            <a:lvl4pPr>
              <a:buNone/>
              <a:defRPr sz="1600" b="0" i="0">
                <a:solidFill>
                  <a:srgbClr val="0E2D69"/>
                </a:solidFill>
                <a:latin typeface="HSE Sans"/>
                <a:ea typeface="HSE Sans"/>
                <a:cs typeface="HSE Sans"/>
              </a:defRPr>
            </a:lvl4pPr>
            <a:lvl5pPr>
              <a:buNone/>
              <a:defRPr sz="1600" b="0" i="0">
                <a:solidFill>
                  <a:srgbClr val="0E2D69"/>
                </a:solidFill>
                <a:latin typeface="HSE Sans"/>
                <a:ea typeface="HSE Sans"/>
                <a:cs typeface="HSE Sans"/>
              </a:defRPr>
            </a:lvl5pPr>
          </a:lstStyle>
          <a:p xmlns:a="http://schemas.openxmlformats.org/drawingml/2006/main">
            <a:endParaRPr sz="1600">
              <a:solidFill>
                <a:srgbClr val="102D69"/>
              </a:solidFill>
              <a:latin typeface="HSE Sans"/>
              <a:ea typeface="HSE Sans"/>
              <a:cs typeface="HSE Sans"/>
            </a:endParaRPr>
          </a:p>
        </p:txBody>
      </p:sp>
      <p:sp>
        <p:nvSpPr>
          <p:cNvPr id="17" name="Текст 16">
            <a:extLst xmlns:a="http://schemas.openxmlformats.org/drawingml/2006/main">
              <a:ext uri="{FF2B5EF4-FFF2-40B4-BE49-F238E27FC236}">
                <a16:creationId xmlns:a16="http://schemas.microsoft.com/office/drawing/2014/main" id="{8C6F2EA4-CEDC-324C-9C06-8713118041EB}"/>
              </a:ext>
            </a:extLst>
          </p:cNvPr>
          <p:cNvSpPr>
            <a:spLocks xmlns:a="http://schemas.openxmlformats.org/drawingml/2006/main" noGrp="1"/>
          </p:cNvSpPr>
          <p:nvPr>
            <p:ph type="body" idx="18"/>
          </p:nvPr>
        </p:nvSpPr>
        <p:spPr>
          <a:xfrm xmlns:a="http://schemas.openxmlformats.org/drawingml/2006/main">
            <a:off x="585788" y="5739189"/>
            <a:ext cx="6824303" cy="703205"/>
          </a:xfrm>
        </p:spPr>
        <p:txBody>
          <a:bodyPr xmlns:a="http://schemas.openxmlformats.org/drawingml/2006/main" lIns="0" tIns="0" rIns="0" bIns="0">
            <a:normAutofit/>
          </a:bodyPr>
          <a:lstStyle xmlns:a="http://schemas.openxmlformats.org/drawingml/2006/main">
            <a:lvl1pPr marL="0" marR="0" indent="0" algn="l" defTabSz="914400">
              <a:lnSpc>
                <a:spcPct val="100000"/>
              </a:lnSpc>
              <a:spcBef>
                <a:spcPts val="600"/>
              </a:spcBef>
              <a:spcAft>
                <a:spcPts val="0"/>
              </a:spcAft>
              <a:buClrTx/>
              <a:buSzTx/>
              <a:buFontTx/>
              <a:buNone/>
              <a:defRPr sz="1300" b="0" i="0">
                <a:solidFill>
                  <a:srgbClr val="0E2D69"/>
                </a:solidFill>
                <a:latin typeface="HSE Sans"/>
                <a:ea typeface="HSE Sans"/>
                <a:cs typeface="HSE Sans"/>
              </a:defRPr>
            </a:lvl1pPr>
            <a:lvl2pPr>
              <a:buNone/>
              <a:defRPr sz="1300" b="0" i="0">
                <a:solidFill>
                  <a:srgbClr val="0E2D69"/>
                </a:solidFill>
                <a:latin typeface="HSE Sans"/>
                <a:ea typeface="HSE Sans"/>
                <a:cs typeface="HSE Sans"/>
              </a:defRPr>
            </a:lvl2pPr>
            <a:lvl3pPr>
              <a:buNone/>
              <a:defRPr sz="1300" b="0" i="0">
                <a:solidFill>
                  <a:srgbClr val="0E2D69"/>
                </a:solidFill>
                <a:latin typeface="HSE Sans"/>
                <a:ea typeface="HSE Sans"/>
                <a:cs typeface="HSE Sans"/>
              </a:defRPr>
            </a:lvl3pPr>
            <a:lvl4pPr>
              <a:buNone/>
              <a:defRPr sz="1300" b="0" i="0">
                <a:solidFill>
                  <a:srgbClr val="0E2D69"/>
                </a:solidFill>
                <a:latin typeface="HSE Sans"/>
                <a:ea typeface="HSE Sans"/>
                <a:cs typeface="HSE Sans"/>
              </a:defRPr>
            </a:lvl4pPr>
            <a:lvl5pPr>
              <a:buNone/>
              <a:defRPr sz="1300" b="0" i="0">
                <a:solidFill>
                  <a:srgbClr val="0E2D69"/>
                </a:solidFill>
                <a:latin typeface="HSE Sans"/>
                <a:ea typeface="HSE Sans"/>
                <a:cs typeface="HSE Sans"/>
              </a:defRPr>
            </a:lvl5pPr>
          </a:lstStyle>
          <a:p xmlns:a="http://schemas.openxmlformats.org/drawingml/2006/main">
            <a:pPr marL="0" marR="0" lvl="0" indent="0" algn="l" defTabSz="914400">
              <a:lnSpc>
                <a:spcPct val="100000"/>
              </a:lnSpc>
              <a:spcBef>
                <a:spcPts val="600"/>
              </a:spcBef>
              <a:spcAft>
                <a:spcPts val="0"/>
              </a:spcAft>
              <a:buClrTx/>
              <a:buSzTx/>
              <a:buFontTx/>
              <a:buNone/>
            </a:pPr>
            <a:endParaRPr sz="1300" b="0">
              <a:ln>
                <a:noFill/>
              </a:ln>
              <a:latin typeface="HSE Sans"/>
              <a:ea typeface="HSE Sans"/>
              <a:cs typeface="HSE Sans"/>
            </a:endParaRPr>
          </a:p>
        </p:txBody>
      </p:sp>
      <p:sp>
        <p:nvSpPr>
          <p:cNvPr id="19" name="Таблица 18">
            <a:extLst xmlns:a="http://schemas.openxmlformats.org/drawingml/2006/main">
              <a:ext uri="{FF2B5EF4-FFF2-40B4-BE49-F238E27FC236}">
                <a16:creationId xmlns:a16="http://schemas.microsoft.com/office/drawing/2014/main" id="{7B291085-A9B9-D842-B1A7-96258FAF012C}"/>
              </a:ext>
            </a:extLst>
          </p:cNvPr>
          <p:cNvSpPr>
            <a:spLocks xmlns:a="http://schemas.openxmlformats.org/drawingml/2006/main" noGrp="1"/>
          </p:cNvSpPr>
          <p:nvPr>
            <p:ph type="tbl" idx="19"/>
          </p:nvPr>
        </p:nvSpPr>
        <p:spPr>
          <a:xfrm xmlns:a="http://schemas.openxmlformats.org/drawingml/2006/main">
            <a:off x="585787" y="1984076"/>
            <a:ext cx="11058527" cy="3519576"/>
          </a:xfrm>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9.xml><?xml version="1.0" encoding="utf-8"?>
<p:sldLayout xmlns:p="http://schemas.openxmlformats.org/presentationml/2006/main" preserve="1" userDrawn="1">
  <p:cSld name="Таблица_2">
    <p:bg>
      <p:bgPr>
        <a:blipFill xmlns:a="http://schemas.openxmlformats.org/drawingml/2006/main" rotWithShape="1">
          <a:blip xmlns:r="http://schemas.openxmlformats.org/officeDocument/2006/relationships" r:embed="Reb208a611d884965">
            <a:lum/>
          </a:blip>
          <a:srcRect l="0" t="0" r="0" b="0"/>
          <a:stretch>
            <a:fillRect l="0" t="0" r="0" b="0"/>
          </a:stretch>
        </a:blipFill>
      </p:bgPr>
    </p:bg>
    <p:spTree>
      <p:nvGrpSpPr>
        <p:cNvPr id="1" name=""/>
        <p:cNvGrpSpPr/>
        <p:nvPr/>
      </p:nvGrpSpPr>
      <p:grpSpPr>
        <a:xfrm xmlns:a="http://schemas.openxmlformats.org/drawingml/2006/main"/>
      </p:grpSpPr>
      <p:pic>
        <p:nvPicPr>
          <p:cNvPr id="23" name="Picture 4"/>
          <p:cNvPicPr>
            <a:picLocks xmlns:a="http://schemas.openxmlformats.org/drawingml/2006/main" noChangeAspect="1"/>
          </p:cNvPicPr>
          <p:nvPr/>
        </p:nvPicPr>
        <p:blipFill>
          <a:blip xmlns:r="http://schemas.openxmlformats.org/officeDocument/2006/relationships" xmlns:a="http://schemas.openxmlformats.org/drawingml/2006/main" r:embed="Reed663b044914b5c"/>
          <a:stretch xmlns:a="http://schemas.openxmlformats.org/drawingml/2006/main">
            <a:fillRect l="0" t="0" r="0" b="0"/>
          </a:stretch>
        </p:blipFill>
        <p:spPr>
          <a:xfrm xmlns:a="http://schemas.openxmlformats.org/drawingml/2006/main">
            <a:off x="517199" y="464363"/>
            <a:ext cx="448276" cy="448276"/>
          </a:xfrm>
          <a:prstGeom xmlns:a="http://schemas.openxmlformats.org/drawingml/2006/main" prst="rect">
            <a:avLst/>
          </a:prstGeom>
        </p:spPr>
      </p:pic>
      <p:sp>
        <p:nvSpPr>
          <p:cNvPr id="9" name="Straight Connector 19">
            <a:extLst xmlns:a="http://schemas.openxmlformats.org/drawingml/2006/main">
              <a:ext uri="{FF2B5EF4-FFF2-40B4-BE49-F238E27FC236}">
                <a16:creationId xmlns:a16="http://schemas.microsoft.com/office/drawing/2014/main" id="{8E4EE1AF-C4B6-466E-B82C-B8BF9C538FFC}"/>
              </a:ext>
            </a:extLst>
          </p:cNvPr>
          <p:cNvSpPr>
            <a:spLocks xmlns:a="http://schemas.openxmlformats.org/drawingml/2006/main" noGrp="1"/>
          </p:cNvSpPr>
          <p:nvPr/>
        </p:nvSpPr>
        <p:spPr>
          <a:xfrm xmlns:a="http://schemas.openxmlformats.org/drawingml/2006/main">
            <a:off x="3298686"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Straight Connector 21">
            <a:extLst xmlns:a="http://schemas.openxmlformats.org/drawingml/2006/main">
              <a:ext uri="{FF2B5EF4-FFF2-40B4-BE49-F238E27FC236}">
                <a16:creationId xmlns:a16="http://schemas.microsoft.com/office/drawing/2014/main" id="{7B1B533C-79D2-4256-8E7C-E4E887A01162}"/>
              </a:ext>
            </a:extLst>
          </p:cNvPr>
          <p:cNvSpPr>
            <a:spLocks xmlns:a="http://schemas.openxmlformats.org/drawingml/2006/main" noGrp="1"/>
          </p:cNvSpPr>
          <p:nvPr/>
        </p:nvSpPr>
        <p:spPr>
          <a:xfrm xmlns:a="http://schemas.openxmlformats.org/drawingml/2006/main">
            <a:off x="6099416"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 name="Straight Connector 25">
            <a:extLst xmlns:a="http://schemas.openxmlformats.org/drawingml/2006/main">
              <a:ext uri="{FF2B5EF4-FFF2-40B4-BE49-F238E27FC236}">
                <a16:creationId xmlns:a16="http://schemas.microsoft.com/office/drawing/2014/main" id="{3883AC1C-68CD-4449-9440-129D9823FF6C}"/>
              </a:ext>
            </a:extLst>
          </p:cNvPr>
          <p:cNvSpPr>
            <a:spLocks xmlns:a="http://schemas.openxmlformats.org/drawingml/2006/main" noGrp="1"/>
          </p:cNvSpPr>
          <p:nvPr/>
        </p:nvSpPr>
        <p:spPr>
          <a:xfrm xmlns:a="http://schemas.openxmlformats.org/drawingml/2006/main">
            <a:off x="10277081"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2" name="TextBox 11">
            <a:extLst xmlns:a="http://schemas.openxmlformats.org/drawingml/2006/main">
              <a:ext uri="{FF2B5EF4-FFF2-40B4-BE49-F238E27FC236}">
                <a16:creationId xmlns:a16="http://schemas.microsoft.com/office/drawing/2014/main" id="{F33F65D6-1072-F140-B6A5-758D7B595A92}"/>
              </a:ext>
            </a:extLst>
          </p:cNvPr>
          <p:cNvSpPr>
            <a:spLocks xmlns:a="http://schemas.openxmlformats.org/drawingml/2006/main" noGrp="1"/>
          </p:cNvSpPr>
          <p:nvPr/>
        </p:nvSpPr>
        <p:spPr>
          <a:xfrm xmlns:a="http://schemas.openxmlformats.org/drawingml/2006/main">
            <a:off x="10410201" y="532278"/>
            <a:ext cx="671977" cy="30777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3" name="Straight Connector 59">
            <a:extLst xmlns:a="http://schemas.openxmlformats.org/drawingml/2006/main">
              <a:ext uri="{FF2B5EF4-FFF2-40B4-BE49-F238E27FC236}">
                <a16:creationId xmlns:a16="http://schemas.microsoft.com/office/drawing/2014/main" id="{D8270CE3-7A2D-478D-8A77-56F51D4FE6FC}"/>
              </a:ext>
            </a:extLst>
          </p:cNvPr>
          <p:cNvSpPr>
            <a:spLocks xmlns:a="http://schemas.openxmlformats.org/drawingml/2006/main" noGrp="1"/>
          </p:cNvSpPr>
          <p:nvPr/>
        </p:nvSpPr>
        <p:spPr>
          <a:xfrm xmlns:a="http://schemas.openxmlformats.org/drawingml/2006/main">
            <a:off x="11643868"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Текст 37">
            <a:extLst xmlns:a="http://schemas.openxmlformats.org/drawingml/2006/main">
              <a:ext uri="{FF2B5EF4-FFF2-40B4-BE49-F238E27FC236}">
                <a16:creationId xmlns:a16="http://schemas.microsoft.com/office/drawing/2014/main" id="{44D0326E-FD7A-3541-A998-62A1C30E2738}"/>
              </a:ext>
            </a:extLst>
          </p:cNvPr>
          <p:cNvSpPr>
            <a:spLocks xmlns:a="http://schemas.openxmlformats.org/drawingml/2006/main" noGrp="1"/>
          </p:cNvSpPr>
          <p:nvPr>
            <p:ph type="body" idx="13"/>
          </p:nvPr>
        </p:nvSpPr>
        <p:spPr>
          <a:xfrm xmlns:a="http://schemas.openxmlformats.org/drawingml/2006/main">
            <a:off x="1143689" y="540904"/>
            <a:ext cx="1901825" cy="415925"/>
          </a:xfrm>
        </p:spPr>
        <p:txBody>
          <a:bodyPr xmlns:a="http://schemas.openxmlformats.org/drawingml/2006/main" lIns="0" tIns="0" rIns="0" bIns="0">
            <a:noAutofit/>
          </a:bodyPr>
          <a:lstStyle xmlns:a="http://schemas.openxmlformats.org/drawingml/2006/main">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xmlns:a="http://schemas.openxmlformats.org/drawingml/2006/main">
            <a:pPr marL="0" marR="0" lvl="0" indent="0" algn="l" defTabSz="914400">
              <a:lnSpc>
                <a:spcPct val="100000"/>
              </a:lnSpc>
              <a:spcBef>
                <a:spcPts val="1000"/>
              </a:spcBef>
              <a:spcAft>
                <a:spcPts val="0"/>
              </a:spcAft>
              <a:buClrTx/>
              <a:buSzTx/>
              <a:buFont typeface="Arial"/>
              <a:buNone/>
            </a:pPr>
            <a:br/>
            <a:endParaRPr sz="1000">
              <a:latin typeface="HSE Sans"/>
              <a:ea typeface="HSE Sans"/>
              <a:cs typeface="HSE Sans"/>
            </a:endParaRPr>
          </a:p>
        </p:txBody>
      </p:sp>
      <p:sp>
        <p:nvSpPr>
          <p:cNvPr id="15" name="Текст 39">
            <a:extLst xmlns:a="http://schemas.openxmlformats.org/drawingml/2006/main">
              <a:ext uri="{FF2B5EF4-FFF2-40B4-BE49-F238E27FC236}">
                <a16:creationId xmlns:a16="http://schemas.microsoft.com/office/drawing/2014/main" id="{279CCCA0-F959-5245-8321-106D3C5E837D}"/>
              </a:ext>
            </a:extLst>
          </p:cNvPr>
          <p:cNvSpPr>
            <a:spLocks xmlns:a="http://schemas.openxmlformats.org/drawingml/2006/main" noGrp="1"/>
          </p:cNvSpPr>
          <p:nvPr>
            <p:ph type="body" idx="14"/>
          </p:nvPr>
        </p:nvSpPr>
        <p:spPr>
          <a:xfrm xmlns:a="http://schemas.openxmlformats.org/drawingml/2006/main">
            <a:off x="3459163" y="548720"/>
            <a:ext cx="2070100" cy="408109"/>
          </a:xfrm>
        </p:spPr>
        <p:txBody>
          <a:bodyPr xmlns:a="http://schemas.openxmlformats.org/drawingml/2006/main" lIns="0" tIns="0" rIns="0" bIns="0">
            <a:noAutofit/>
          </a:bodyPr>
          <a:lstStyle xmlns:a="http://schemas.openxmlformats.org/drawingml/2006/main">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xmlns:a="http://schemas.openxmlformats.org/drawingml/2006/main">
            <a:endParaRPr sz="1000">
              <a:latin typeface="HSE Sans"/>
              <a:ea typeface="HSE Sans"/>
              <a:cs typeface="HSE Sans"/>
            </a:endParaRPr>
          </a:p>
        </p:txBody>
      </p:sp>
      <p:sp>
        <p:nvSpPr>
          <p:cNvPr id="17" name="Текст 39">
            <a:extLst xmlns:a="http://schemas.openxmlformats.org/drawingml/2006/main">
              <a:ext uri="{FF2B5EF4-FFF2-40B4-BE49-F238E27FC236}">
                <a16:creationId xmlns:a16="http://schemas.microsoft.com/office/drawing/2014/main" id="{8B839C6B-8494-8841-9714-4C8F710F8400}"/>
              </a:ext>
            </a:extLst>
          </p:cNvPr>
          <p:cNvSpPr>
            <a:spLocks xmlns:a="http://schemas.openxmlformats.org/drawingml/2006/main" noGrp="1"/>
          </p:cNvSpPr>
          <p:nvPr>
            <p:ph type="body" idx="15"/>
          </p:nvPr>
        </p:nvSpPr>
        <p:spPr>
          <a:xfrm xmlns:a="http://schemas.openxmlformats.org/drawingml/2006/main">
            <a:off x="6259892" y="548720"/>
            <a:ext cx="2070100" cy="408109"/>
          </a:xfrm>
        </p:spPr>
        <p:txBody>
          <a:bodyPr xmlns:a="http://schemas.openxmlformats.org/drawingml/2006/main" lIns="0" tIns="0" rIns="0" bIns="0">
            <a:noAutofit/>
          </a:bodyPr>
          <a:lstStyle xmlns:a="http://schemas.openxmlformats.org/drawingml/2006/main">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xmlns:a="http://schemas.openxmlformats.org/drawingml/2006/main">
            <a:endParaRPr sz="1000">
              <a:latin typeface="HSE Sans"/>
              <a:ea typeface="HSE Sans"/>
              <a:cs typeface="HSE Sans"/>
            </a:endParaRPr>
          </a:p>
        </p:txBody>
      </p:sp>
      <p:sp>
        <p:nvSpPr>
          <p:cNvPr id="18" name="Текст 22">
            <a:extLst xmlns:a="http://schemas.openxmlformats.org/drawingml/2006/main">
              <a:ext uri="{FF2B5EF4-FFF2-40B4-BE49-F238E27FC236}">
                <a16:creationId xmlns:a16="http://schemas.microsoft.com/office/drawing/2014/main" id="{4D940599-2B77-CE47-91E6-CDB51ADE1840}"/>
              </a:ext>
            </a:extLst>
          </p:cNvPr>
          <p:cNvSpPr>
            <a:spLocks xmlns:a="http://schemas.openxmlformats.org/drawingml/2006/main" noGrp="1"/>
          </p:cNvSpPr>
          <p:nvPr>
            <p:ph type="body" idx="17"/>
          </p:nvPr>
        </p:nvSpPr>
        <p:spPr>
          <a:xfrm xmlns:a="http://schemas.openxmlformats.org/drawingml/2006/main">
            <a:off x="585787" y="1447064"/>
            <a:ext cx="7617877" cy="537011"/>
          </a:xfrm>
        </p:spPr>
        <p:txBody>
          <a:bodyPr xmlns:a="http://schemas.openxmlformats.org/drawingml/2006/main" lIns="0" tIns="0" rIns="0" bIns="0">
            <a:noAutofit/>
          </a:bodyPr>
          <a:lstStyle xmlns:a="http://schemas.openxmlformats.org/drawingml/2006/main">
            <a:lvl1pPr marL="0" indent="0">
              <a:buNone/>
              <a:defRPr sz="1600" b="0" i="0">
                <a:solidFill>
                  <a:srgbClr val="0E2D69"/>
                </a:solidFill>
                <a:latin typeface="HSE Sans"/>
                <a:ea typeface="HSE Sans"/>
                <a:cs typeface="HSE Sans"/>
              </a:defRPr>
            </a:lvl1pPr>
            <a:lvl2pPr>
              <a:buNone/>
              <a:defRPr sz="1600" b="0" i="0">
                <a:solidFill>
                  <a:srgbClr val="0E2D69"/>
                </a:solidFill>
                <a:latin typeface="HSE Sans"/>
                <a:ea typeface="HSE Sans"/>
                <a:cs typeface="HSE Sans"/>
              </a:defRPr>
            </a:lvl2pPr>
            <a:lvl3pPr>
              <a:buNone/>
              <a:defRPr sz="1600" b="0" i="0">
                <a:solidFill>
                  <a:srgbClr val="0E2D69"/>
                </a:solidFill>
                <a:latin typeface="HSE Sans"/>
                <a:ea typeface="HSE Sans"/>
                <a:cs typeface="HSE Sans"/>
              </a:defRPr>
            </a:lvl3pPr>
            <a:lvl4pPr>
              <a:buNone/>
              <a:defRPr sz="1600" b="0" i="0">
                <a:solidFill>
                  <a:srgbClr val="0E2D69"/>
                </a:solidFill>
                <a:latin typeface="HSE Sans"/>
                <a:ea typeface="HSE Sans"/>
                <a:cs typeface="HSE Sans"/>
              </a:defRPr>
            </a:lvl4pPr>
            <a:lvl5pPr>
              <a:buNone/>
              <a:defRPr sz="1600" b="0" i="0">
                <a:solidFill>
                  <a:srgbClr val="0E2D69"/>
                </a:solidFill>
                <a:latin typeface="HSE Sans"/>
                <a:ea typeface="HSE Sans"/>
                <a:cs typeface="HSE Sans"/>
              </a:defRPr>
            </a:lvl5pPr>
          </a:lstStyle>
          <a:p xmlns:a="http://schemas.openxmlformats.org/drawingml/2006/main">
            <a:endParaRPr sz="1600">
              <a:solidFill>
                <a:srgbClr val="102D69"/>
              </a:solidFill>
              <a:latin typeface="HSE Sans"/>
              <a:ea typeface="HSE Sans"/>
              <a:cs typeface="HSE Sans"/>
            </a:endParaRPr>
          </a:p>
        </p:txBody>
      </p:sp>
      <p:sp>
        <p:nvSpPr>
          <p:cNvPr id="19" name="Текст 16">
            <a:extLst xmlns:a="http://schemas.openxmlformats.org/drawingml/2006/main">
              <a:ext uri="{FF2B5EF4-FFF2-40B4-BE49-F238E27FC236}">
                <a16:creationId xmlns:a16="http://schemas.microsoft.com/office/drawing/2014/main" id="{A7333712-9DED-4F4B-B209-2F13075EDB3F}"/>
              </a:ext>
            </a:extLst>
          </p:cNvPr>
          <p:cNvSpPr>
            <a:spLocks xmlns:a="http://schemas.openxmlformats.org/drawingml/2006/main" noGrp="1"/>
          </p:cNvSpPr>
          <p:nvPr>
            <p:ph type="body" idx="18"/>
          </p:nvPr>
        </p:nvSpPr>
        <p:spPr>
          <a:xfrm xmlns:a="http://schemas.openxmlformats.org/drawingml/2006/main">
            <a:off x="585788" y="5739189"/>
            <a:ext cx="6824303" cy="703205"/>
          </a:xfrm>
        </p:spPr>
        <p:txBody>
          <a:bodyPr xmlns:a="http://schemas.openxmlformats.org/drawingml/2006/main" lIns="0" tIns="0" rIns="0" bIns="0">
            <a:normAutofit/>
          </a:bodyPr>
          <a:lstStyle xmlns:a="http://schemas.openxmlformats.org/drawingml/2006/main">
            <a:lvl1pPr marL="0" marR="0" indent="0" algn="l" defTabSz="914400">
              <a:lnSpc>
                <a:spcPct val="100000"/>
              </a:lnSpc>
              <a:spcBef>
                <a:spcPts val="600"/>
              </a:spcBef>
              <a:spcAft>
                <a:spcPts val="0"/>
              </a:spcAft>
              <a:buClrTx/>
              <a:buSzTx/>
              <a:buFontTx/>
              <a:buNone/>
              <a:defRPr sz="1300" b="0" i="0">
                <a:solidFill>
                  <a:srgbClr val="0E2D69"/>
                </a:solidFill>
                <a:latin typeface="HSE Sans"/>
                <a:ea typeface="HSE Sans"/>
                <a:cs typeface="HSE Sans"/>
              </a:defRPr>
            </a:lvl1pPr>
            <a:lvl2pPr>
              <a:buNone/>
              <a:defRPr sz="1300" b="0" i="0">
                <a:solidFill>
                  <a:srgbClr val="0E2D69"/>
                </a:solidFill>
                <a:latin typeface="HSE Sans"/>
                <a:ea typeface="HSE Sans"/>
                <a:cs typeface="HSE Sans"/>
              </a:defRPr>
            </a:lvl2pPr>
            <a:lvl3pPr>
              <a:buNone/>
              <a:defRPr sz="1300" b="0" i="0">
                <a:solidFill>
                  <a:srgbClr val="0E2D69"/>
                </a:solidFill>
                <a:latin typeface="HSE Sans"/>
                <a:ea typeface="HSE Sans"/>
                <a:cs typeface="HSE Sans"/>
              </a:defRPr>
            </a:lvl3pPr>
            <a:lvl4pPr>
              <a:buNone/>
              <a:defRPr sz="1300" b="0" i="0">
                <a:solidFill>
                  <a:srgbClr val="0E2D69"/>
                </a:solidFill>
                <a:latin typeface="HSE Sans"/>
                <a:ea typeface="HSE Sans"/>
                <a:cs typeface="HSE Sans"/>
              </a:defRPr>
            </a:lvl4pPr>
            <a:lvl5pPr>
              <a:buNone/>
              <a:defRPr sz="1300" b="0" i="0">
                <a:solidFill>
                  <a:srgbClr val="0E2D69"/>
                </a:solidFill>
                <a:latin typeface="HSE Sans"/>
                <a:ea typeface="HSE Sans"/>
                <a:cs typeface="HSE Sans"/>
              </a:defRPr>
            </a:lvl5pPr>
          </a:lstStyle>
          <a:p xmlns:a="http://schemas.openxmlformats.org/drawingml/2006/main">
            <a:pPr marL="0" marR="0" lvl="0" indent="0" algn="l" defTabSz="914400">
              <a:lnSpc>
                <a:spcPct val="100000"/>
              </a:lnSpc>
              <a:spcBef>
                <a:spcPts val="600"/>
              </a:spcBef>
              <a:spcAft>
                <a:spcPts val="0"/>
              </a:spcAft>
              <a:buClrTx/>
              <a:buSzTx/>
              <a:buFontTx/>
              <a:buNone/>
            </a:pPr>
            <a:endParaRPr sz="1300" b="0">
              <a:ln>
                <a:noFill/>
              </a:ln>
              <a:latin typeface="HSE Sans"/>
              <a:ea typeface="HSE Sans"/>
              <a:cs typeface="HSE Sans"/>
            </a:endParaRPr>
          </a:p>
        </p:txBody>
      </p:sp>
      <p:sp>
        <p:nvSpPr>
          <p:cNvPr id="20" name="Таблица 18">
            <a:extLst xmlns:a="http://schemas.openxmlformats.org/drawingml/2006/main">
              <a:ext uri="{FF2B5EF4-FFF2-40B4-BE49-F238E27FC236}">
                <a16:creationId xmlns:a16="http://schemas.microsoft.com/office/drawing/2014/main" id="{DD467C42-8209-B740-8419-DBB6A6F7D5EE}"/>
              </a:ext>
            </a:extLst>
          </p:cNvPr>
          <p:cNvSpPr>
            <a:spLocks xmlns:a="http://schemas.openxmlformats.org/drawingml/2006/main" noGrp="1"/>
          </p:cNvSpPr>
          <p:nvPr>
            <p:ph type="tbl" idx="19"/>
          </p:nvPr>
        </p:nvSpPr>
        <p:spPr>
          <a:xfrm xmlns:a="http://schemas.openxmlformats.org/drawingml/2006/main">
            <a:off x="585787" y="2208362"/>
            <a:ext cx="7617895" cy="3295290"/>
          </a:xfrm>
        </p:spPr>
        <p:txBody>
          <a:bodyPr xmlns:a="http://schemas.openxmlformats.org/drawingml/2006/main"/>
          <a:lstStyle xmlns:a="http://schemas.openxmlformats.org/drawingml/2006/main"/>
          <a:p xmlns:a="http://schemas.openxmlformats.org/drawingml/2006/main">
            <a:endParaRPr/>
          </a:p>
        </p:txBody>
      </p:sp>
      <p:sp>
        <p:nvSpPr>
          <p:cNvPr id="21" name="Текст 35">
            <a:extLst xmlns:a="http://schemas.openxmlformats.org/drawingml/2006/main">
              <a:ext uri="{FF2B5EF4-FFF2-40B4-BE49-F238E27FC236}">
                <a16:creationId xmlns:a16="http://schemas.microsoft.com/office/drawing/2014/main" id="{B4309850-76EA-224C-A9E2-B6BBDBF99DE2}"/>
              </a:ext>
            </a:extLst>
          </p:cNvPr>
          <p:cNvSpPr>
            <a:spLocks xmlns:a="http://schemas.openxmlformats.org/drawingml/2006/main" noGrp="1"/>
          </p:cNvSpPr>
          <p:nvPr>
            <p:ph type="body" idx="12"/>
          </p:nvPr>
        </p:nvSpPr>
        <p:spPr>
          <a:xfrm xmlns:a="http://schemas.openxmlformats.org/drawingml/2006/main">
            <a:off x="8686807" y="2208363"/>
            <a:ext cx="2930666" cy="2570672"/>
          </a:xfrm>
        </p:spPr>
        <p:txBody>
          <a:bodyPr xmlns:a="http://schemas.openxmlformats.org/drawingml/2006/main" lIns="0" tIns="0" rIns="0">
            <a:normAutofit/>
          </a:bodyPr>
          <a:lstStyle xmlns:a="http://schemas.openxmlformats.org/drawingml/2006/main">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xmlns:a="http://schemas.openxmlformats.org/drawingml/2006/main">
            <a:endParaRPr sz="1300">
              <a:latin typeface="HSE Sans"/>
              <a:ea typeface="HSE Sans"/>
              <a:cs typeface="HSE Sans"/>
            </a:endParaRPr>
          </a:p>
        </p:txBody>
      </p:sp>
    </p:spTree>
  </p:cSld>
</p:sldLayout>
</file>

<file path=ppt/slideLayouts/slideLayout10.xml><?xml version="1.0" encoding="utf-8"?>
<p:sldLayout xmlns:p="http://schemas.openxmlformats.org/presentationml/2006/main" preserve="1" userDrawn="1">
  <p:cSld name="цвет">
    <p:bg>
      <p:bgPr>
        <a:blipFill xmlns:a="http://schemas.openxmlformats.org/drawingml/2006/main" rotWithShape="1">
          <a:blip xmlns:r="http://schemas.openxmlformats.org/officeDocument/2006/relationships" r:embed="R35a0436bb363489f">
            <a:lum/>
          </a:blip>
          <a:srcRect l="0" t="0" r="0" b="0"/>
          <a:stretch>
            <a:fillRect l="0" t="0" r="0" b="0"/>
          </a:stretch>
        </a:blipFill>
      </p:bgPr>
    </p:bg>
    <p:spTree>
      <p:nvGrpSpPr>
        <p:cNvPr id="1" name=""/>
        <p:cNvGrpSpPr/>
        <p:nvPr/>
      </p:nvGrpSpPr>
      <p:grpSpPr>
        <a:xfrm xmlns:a="http://schemas.openxmlformats.org/drawingml/2006/main"/>
      </p:grpSpPr>
      <p:pic>
        <p:nvPicPr>
          <p:cNvPr id="42" name="Picture 4"/>
          <p:cNvPicPr>
            <a:picLocks xmlns:a="http://schemas.openxmlformats.org/drawingml/2006/main" noChangeAspect="1"/>
          </p:cNvPicPr>
          <p:nvPr/>
        </p:nvPicPr>
        <p:blipFill>
          <a:blip xmlns:r="http://schemas.openxmlformats.org/officeDocument/2006/relationships" xmlns:a="http://schemas.openxmlformats.org/drawingml/2006/main" r:embed="R39224da58e334b80"/>
          <a:stretch xmlns:a="http://schemas.openxmlformats.org/drawingml/2006/main">
            <a:fillRect l="0" t="0" r="0" b="0"/>
          </a:stretch>
        </p:blipFill>
        <p:spPr>
          <a:xfrm xmlns:a="http://schemas.openxmlformats.org/drawingml/2006/main">
            <a:off x="517199" y="464363"/>
            <a:ext cx="448276" cy="448276"/>
          </a:xfrm>
          <a:prstGeom xmlns:a="http://schemas.openxmlformats.org/drawingml/2006/main" prst="rect">
            <a:avLst/>
          </a:prstGeom>
        </p:spPr>
      </p:pic>
      <p:sp>
        <p:nvSpPr>
          <p:cNvPr id="8" name="Straight Connector 19">
            <a:extLst xmlns:a="http://schemas.openxmlformats.org/drawingml/2006/main">
              <a:ext uri="{FF2B5EF4-FFF2-40B4-BE49-F238E27FC236}">
                <a16:creationId xmlns:a16="http://schemas.microsoft.com/office/drawing/2014/main" id="{66D76FAB-2276-4698-95FA-A23C34080245}"/>
              </a:ext>
            </a:extLst>
          </p:cNvPr>
          <p:cNvSpPr>
            <a:spLocks xmlns:a="http://schemas.openxmlformats.org/drawingml/2006/main" noGrp="1"/>
          </p:cNvSpPr>
          <p:nvPr/>
        </p:nvSpPr>
        <p:spPr>
          <a:xfrm xmlns:a="http://schemas.openxmlformats.org/drawingml/2006/main">
            <a:off x="3298686"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9" name="Straight Connector 21">
            <a:extLst xmlns:a="http://schemas.openxmlformats.org/drawingml/2006/main">
              <a:ext uri="{FF2B5EF4-FFF2-40B4-BE49-F238E27FC236}">
                <a16:creationId xmlns:a16="http://schemas.microsoft.com/office/drawing/2014/main" id="{D859B8C4-2B42-403B-9ECC-66744E54BE1B}"/>
              </a:ext>
            </a:extLst>
          </p:cNvPr>
          <p:cNvSpPr>
            <a:spLocks xmlns:a="http://schemas.openxmlformats.org/drawingml/2006/main" noGrp="1"/>
          </p:cNvSpPr>
          <p:nvPr/>
        </p:nvSpPr>
        <p:spPr>
          <a:xfrm xmlns:a="http://schemas.openxmlformats.org/drawingml/2006/main">
            <a:off x="6099416"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Straight Connector 25">
            <a:extLst xmlns:a="http://schemas.openxmlformats.org/drawingml/2006/main">
              <a:ext uri="{FF2B5EF4-FFF2-40B4-BE49-F238E27FC236}">
                <a16:creationId xmlns:a16="http://schemas.microsoft.com/office/drawing/2014/main" id="{D0128C4D-CDD7-4F9E-93FD-92DE00BBC43D}"/>
              </a:ext>
            </a:extLst>
          </p:cNvPr>
          <p:cNvSpPr>
            <a:spLocks xmlns:a="http://schemas.openxmlformats.org/drawingml/2006/main" noGrp="1"/>
          </p:cNvSpPr>
          <p:nvPr/>
        </p:nvSpPr>
        <p:spPr>
          <a:xfrm xmlns:a="http://schemas.openxmlformats.org/drawingml/2006/main">
            <a:off x="10277081"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 name="TextBox 10">
            <a:extLst xmlns:a="http://schemas.openxmlformats.org/drawingml/2006/main">
              <a:ext uri="{FF2B5EF4-FFF2-40B4-BE49-F238E27FC236}">
                <a16:creationId xmlns:a16="http://schemas.microsoft.com/office/drawing/2014/main" id="{3A39D099-B515-F343-BF7A-A95468DA3860}"/>
              </a:ext>
            </a:extLst>
          </p:cNvPr>
          <p:cNvSpPr>
            <a:spLocks xmlns:a="http://schemas.openxmlformats.org/drawingml/2006/main" noGrp="1"/>
          </p:cNvSpPr>
          <p:nvPr/>
        </p:nvSpPr>
        <p:spPr>
          <a:xfrm xmlns:a="http://schemas.openxmlformats.org/drawingml/2006/main">
            <a:off x="10410201" y="532278"/>
            <a:ext cx="671977" cy="30777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2" name="Straight Connector 59">
            <a:extLst xmlns:a="http://schemas.openxmlformats.org/drawingml/2006/main">
              <a:ext uri="{FF2B5EF4-FFF2-40B4-BE49-F238E27FC236}">
                <a16:creationId xmlns:a16="http://schemas.microsoft.com/office/drawing/2014/main" id="{E695D1D3-EC01-4558-8401-76C135E5A4A4}"/>
              </a:ext>
            </a:extLst>
          </p:cNvPr>
          <p:cNvSpPr>
            <a:spLocks xmlns:a="http://schemas.openxmlformats.org/drawingml/2006/main" noGrp="1"/>
          </p:cNvSpPr>
          <p:nvPr/>
        </p:nvSpPr>
        <p:spPr>
          <a:xfrm xmlns:a="http://schemas.openxmlformats.org/drawingml/2006/main">
            <a:off x="11643868"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3" name="Текст 37">
            <a:extLst xmlns:a="http://schemas.openxmlformats.org/drawingml/2006/main">
              <a:ext uri="{FF2B5EF4-FFF2-40B4-BE49-F238E27FC236}">
                <a16:creationId xmlns:a16="http://schemas.microsoft.com/office/drawing/2014/main" id="{9C21DFE9-C3B2-C54E-9275-7776355F7360}"/>
              </a:ext>
            </a:extLst>
          </p:cNvPr>
          <p:cNvSpPr>
            <a:spLocks xmlns:a="http://schemas.openxmlformats.org/drawingml/2006/main" noGrp="1"/>
          </p:cNvSpPr>
          <p:nvPr>
            <p:ph type="body" idx="13"/>
          </p:nvPr>
        </p:nvSpPr>
        <p:spPr>
          <a:xfrm xmlns:a="http://schemas.openxmlformats.org/drawingml/2006/main">
            <a:off x="1143689" y="540904"/>
            <a:ext cx="1901825" cy="415925"/>
          </a:xfrm>
        </p:spPr>
        <p:txBody>
          <a:bodyPr xmlns:a="http://schemas.openxmlformats.org/drawingml/2006/main" lIns="0" tIns="0" rIns="0" bIns="0">
            <a:noAutofit/>
          </a:bodyPr>
          <a:lstStyle xmlns:a="http://schemas.openxmlformats.org/drawingml/2006/main">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xmlns:a="http://schemas.openxmlformats.org/drawingml/2006/main">
            <a:pPr marL="0" marR="0" lvl="0" indent="0" algn="l" defTabSz="914400">
              <a:lnSpc>
                <a:spcPct val="100000"/>
              </a:lnSpc>
              <a:spcBef>
                <a:spcPts val="1000"/>
              </a:spcBef>
              <a:spcAft>
                <a:spcPts val="0"/>
              </a:spcAft>
              <a:buClrTx/>
              <a:buSzTx/>
              <a:buFont typeface="Arial"/>
              <a:buNone/>
            </a:pPr>
            <a:br/>
            <a:endParaRPr sz="1000">
              <a:latin typeface="HSE Sans"/>
              <a:ea typeface="HSE Sans"/>
              <a:cs typeface="HSE Sans"/>
            </a:endParaRPr>
          </a:p>
        </p:txBody>
      </p:sp>
      <p:sp>
        <p:nvSpPr>
          <p:cNvPr id="14" name="Текст 39">
            <a:extLst xmlns:a="http://schemas.openxmlformats.org/drawingml/2006/main">
              <a:ext uri="{FF2B5EF4-FFF2-40B4-BE49-F238E27FC236}">
                <a16:creationId xmlns:a16="http://schemas.microsoft.com/office/drawing/2014/main" id="{5A73F99D-6D58-724E-ADB3-150D9B24F8CB}"/>
              </a:ext>
            </a:extLst>
          </p:cNvPr>
          <p:cNvSpPr>
            <a:spLocks xmlns:a="http://schemas.openxmlformats.org/drawingml/2006/main" noGrp="1"/>
          </p:cNvSpPr>
          <p:nvPr>
            <p:ph type="body" idx="14"/>
          </p:nvPr>
        </p:nvSpPr>
        <p:spPr>
          <a:xfrm xmlns:a="http://schemas.openxmlformats.org/drawingml/2006/main">
            <a:off x="3459163" y="548720"/>
            <a:ext cx="2070100" cy="408109"/>
          </a:xfrm>
        </p:spPr>
        <p:txBody>
          <a:bodyPr xmlns:a="http://schemas.openxmlformats.org/drawingml/2006/main" lIns="0" tIns="0" rIns="0" bIns="0">
            <a:noAutofit/>
          </a:bodyPr>
          <a:lstStyle xmlns:a="http://schemas.openxmlformats.org/drawingml/2006/main">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xmlns:a="http://schemas.openxmlformats.org/drawingml/2006/main">
            <a:endParaRPr sz="1000">
              <a:latin typeface="HSE Sans"/>
              <a:ea typeface="HSE Sans"/>
              <a:cs typeface="HSE Sans"/>
            </a:endParaRPr>
          </a:p>
        </p:txBody>
      </p:sp>
      <p:sp>
        <p:nvSpPr>
          <p:cNvPr id="16" name="Текст 39">
            <a:extLst xmlns:a="http://schemas.openxmlformats.org/drawingml/2006/main">
              <a:ext uri="{FF2B5EF4-FFF2-40B4-BE49-F238E27FC236}">
                <a16:creationId xmlns:a16="http://schemas.microsoft.com/office/drawing/2014/main" id="{7E89E360-BE39-5041-BAD6-C7B708340AA2}"/>
              </a:ext>
            </a:extLst>
          </p:cNvPr>
          <p:cNvSpPr>
            <a:spLocks xmlns:a="http://schemas.openxmlformats.org/drawingml/2006/main" noGrp="1"/>
          </p:cNvSpPr>
          <p:nvPr>
            <p:ph type="body" idx="15"/>
          </p:nvPr>
        </p:nvSpPr>
        <p:spPr>
          <a:xfrm xmlns:a="http://schemas.openxmlformats.org/drawingml/2006/main">
            <a:off x="6259892" y="548720"/>
            <a:ext cx="2070100" cy="408109"/>
          </a:xfrm>
        </p:spPr>
        <p:txBody>
          <a:bodyPr xmlns:a="http://schemas.openxmlformats.org/drawingml/2006/main" lIns="0" tIns="0" rIns="0" bIns="0">
            <a:noAutofit/>
          </a:bodyPr>
          <a:lstStyle xmlns:a="http://schemas.openxmlformats.org/drawingml/2006/main">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xmlns:a="http://schemas.openxmlformats.org/drawingml/2006/main">
            <a:endParaRPr sz="1000">
              <a:latin typeface="HSE Sans"/>
              <a:ea typeface="HSE Sans"/>
              <a:cs typeface="HSE Sans"/>
            </a:endParaRPr>
          </a:p>
        </p:txBody>
      </p:sp>
      <p:sp>
        <p:nvSpPr>
          <p:cNvPr id="19" name="Заголовок 31">
            <a:extLst xmlns:a="http://schemas.openxmlformats.org/drawingml/2006/main">
              <a:ext uri="{FF2B5EF4-FFF2-40B4-BE49-F238E27FC236}">
                <a16:creationId xmlns:a16="http://schemas.microsoft.com/office/drawing/2014/main" id="{1C20890C-BC1C-0745-9AF3-46700BA27C4A}"/>
              </a:ext>
            </a:extLst>
          </p:cNvPr>
          <p:cNvSpPr>
            <a:spLocks xmlns:a="http://schemas.openxmlformats.org/drawingml/2006/main" noGrp="1"/>
          </p:cNvSpPr>
          <p:nvPr>
            <p:ph type="title" idx="0"/>
          </p:nvPr>
        </p:nvSpPr>
        <p:spPr>
          <a:xfrm xmlns:a="http://schemas.openxmlformats.org/drawingml/2006/main">
            <a:off x="585899" y="1447790"/>
            <a:ext cx="4322530" cy="777025"/>
          </a:xfrm>
        </p:spPr>
        <p:txBody>
          <a:bodyPr xmlns:a="http://schemas.openxmlformats.org/drawingml/2006/main" lIns="0" tIns="0" rIns="0" bIns="0" anchor="t">
            <a:normAutofit/>
          </a:bodyPr>
          <a:lstStyle xmlns:a="http://schemas.openxmlformats.org/drawingml/2006/main">
            <a:lvl1pPr>
              <a:lnSpc>
                <a:spcPct val="100000"/>
              </a:lnSpc>
              <a:buNone/>
              <a:defRPr sz="2400" b="0" i="0">
                <a:latin typeface="HSE Sans"/>
                <a:ea typeface="HSE Sans"/>
                <a:cs typeface="HSE Sans"/>
              </a:defRPr>
            </a:lvl1pPr>
          </a:lstStyle>
          <a:p xmlns:a="http://schemas.openxmlformats.org/drawingml/2006/main">
            <a:br/>
            <a:endParaRPr/>
          </a:p>
        </p:txBody>
      </p:sp>
      <p:sp>
        <p:nvSpPr>
          <p:cNvPr id="20" name="Текст 35">
            <a:extLst xmlns:a="http://schemas.openxmlformats.org/drawingml/2006/main">
              <a:ext uri="{FF2B5EF4-FFF2-40B4-BE49-F238E27FC236}">
                <a16:creationId xmlns:a16="http://schemas.microsoft.com/office/drawing/2014/main" id="{CA2589F7-4500-024F-8E07-D726629A599C}"/>
              </a:ext>
            </a:extLst>
          </p:cNvPr>
          <p:cNvSpPr>
            <a:spLocks xmlns:a="http://schemas.openxmlformats.org/drawingml/2006/main" noGrp="1"/>
          </p:cNvSpPr>
          <p:nvPr>
            <p:ph type="body" idx="12"/>
          </p:nvPr>
        </p:nvSpPr>
        <p:spPr>
          <a:xfrm xmlns:a="http://schemas.openxmlformats.org/drawingml/2006/main">
            <a:off x="585898" y="2379663"/>
            <a:ext cx="4322531" cy="2399371"/>
          </a:xfrm>
        </p:spPr>
        <p:txBody>
          <a:bodyPr xmlns:a="http://schemas.openxmlformats.org/drawingml/2006/main" lIns="0" tIns="0" rIns="0">
            <a:normAutofit/>
          </a:bodyPr>
          <a:lstStyle xmlns:a="http://schemas.openxmlformats.org/drawingml/2006/main">
            <a:lvl1pPr marL="0" marR="0" indent="0" algn="l" defTabSz="914400">
              <a:lnSpc>
                <a:spcPct val="100000"/>
              </a:lnSpc>
              <a:spcBef>
                <a:spcPts val="1000"/>
              </a:spcBef>
              <a:spcAft>
                <a:spcPts val="0"/>
              </a:spcAft>
              <a:buClrTx/>
              <a:buSzTx/>
              <a:buFont typeface="Arial"/>
              <a:buNone/>
              <a:defRPr sz="1300" b="0" i="0">
                <a:solidFill>
                  <a:srgbClr val="0E2D69"/>
                </a:solidFill>
                <a:latin typeface="HSE Sans"/>
                <a:ea typeface="HSE Sans"/>
                <a:cs typeface="HSE Sans"/>
              </a:defRPr>
            </a:lvl1pPr>
            <a:lvl2pPr marL="457200" indent="0" algn="l">
              <a:lnSpc>
                <a:spcPct val="100000"/>
              </a:lnSpc>
              <a:spcBef>
                <a:spcPts val="1000"/>
              </a:spcBef>
              <a:buFont typeface="Arial"/>
              <a:buNone/>
              <a:defRPr sz="1300" b="0" i="0">
                <a:solidFill>
                  <a:srgbClr val="0E2D69"/>
                </a:solidFill>
                <a:latin typeface="HSE Sans"/>
                <a:ea typeface="HSE Sans"/>
                <a:cs typeface="HSE Sans"/>
              </a:defRPr>
            </a:lvl2pPr>
            <a:lvl3pPr marL="914400" indent="0" algn="l">
              <a:lnSpc>
                <a:spcPct val="100000"/>
              </a:lnSpc>
              <a:spcBef>
                <a:spcPts val="1000"/>
              </a:spcBef>
              <a:buFont typeface="Arial"/>
              <a:buNone/>
              <a:defRPr sz="1300" b="0" i="0">
                <a:solidFill>
                  <a:srgbClr val="0E2D69"/>
                </a:solidFill>
                <a:latin typeface="HSE Sans"/>
                <a:ea typeface="HSE Sans"/>
                <a:cs typeface="HSE Sans"/>
              </a:defRPr>
            </a:lvl3pPr>
            <a:lvl4pPr marL="1371600" indent="0" algn="l">
              <a:lnSpc>
                <a:spcPct val="100000"/>
              </a:lnSpc>
              <a:spcBef>
                <a:spcPts val="1000"/>
              </a:spcBef>
              <a:buFont typeface="Arial"/>
              <a:buNone/>
              <a:defRPr sz="1300" b="0" i="0">
                <a:solidFill>
                  <a:srgbClr val="0E2D69"/>
                </a:solidFill>
                <a:latin typeface="HSE Sans"/>
                <a:ea typeface="HSE Sans"/>
                <a:cs typeface="HSE Sans"/>
              </a:defRPr>
            </a:lvl4pPr>
            <a:lvl5pPr marL="1828800" indent="0" algn="l">
              <a:lnSpc>
                <a:spcPct val="100000"/>
              </a:lnSpc>
              <a:spcBef>
                <a:spcPts val="1000"/>
              </a:spcBef>
              <a:buFont typeface="Arial"/>
              <a:buNone/>
              <a:defRPr sz="1300" b="0" i="0">
                <a:solidFill>
                  <a:srgbClr val="0E2D69"/>
                </a:solidFill>
                <a:latin typeface="HSE Sans"/>
                <a:ea typeface="HSE Sans"/>
                <a:cs typeface="HSE Sans"/>
              </a:defRPr>
            </a:lvl5pPr>
          </a:lstStyle>
          <a:p xmlns:a="http://schemas.openxmlformats.org/drawingml/2006/main">
            <a:endParaRPr/>
          </a:p>
        </p:txBody>
      </p:sp>
      <p:sp>
        <p:nvSpPr>
          <p:cNvPr id="21" name="Oval 5">
            <a:extLst xmlns:a="http://schemas.openxmlformats.org/drawingml/2006/main">
              <a:ext uri="{FF2B5EF4-FFF2-40B4-BE49-F238E27FC236}">
                <a16:creationId xmlns:a16="http://schemas.microsoft.com/office/drawing/2014/main" id="{D2CA403A-98E7-6C42-8F44-30AB6622C802}"/>
              </a:ext>
            </a:extLst>
          </p:cNvPr>
          <p:cNvSpPr>
            <a:spLocks xmlns:a="http://schemas.openxmlformats.org/drawingml/2006/main" noGrp="1"/>
          </p:cNvSpPr>
          <p:nvPr/>
        </p:nvSpPr>
        <p:spPr>
          <a:xfrm xmlns:a="http://schemas.openxmlformats.org/drawingml/2006/main">
            <a:off x="5392982" y="1447790"/>
            <a:ext cx="830997" cy="830997"/>
          </a:xfrm>
          <a:prstGeom xmlns:a="http://schemas.openxmlformats.org/drawingml/2006/main" prst="ellipse">
            <a:avLst/>
          </a:prstGeom>
          <a:solidFill xmlns:a="http://schemas.openxmlformats.org/drawingml/2006/main">
            <a:srgbClr val="0E2D69"/>
          </a:solidFill>
          <a:ln xmlns:a="http://schemas.openxmlformats.org/drawingml/2006/main" w="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Oval 20">
            <a:extLst xmlns:a="http://schemas.openxmlformats.org/drawingml/2006/main">
              <a:ext uri="{FF2B5EF4-FFF2-40B4-BE49-F238E27FC236}">
                <a16:creationId xmlns:a16="http://schemas.microsoft.com/office/drawing/2014/main" id="{42ABAA5D-E7AB-6E48-9D43-A48178C9BDD4}"/>
              </a:ext>
            </a:extLst>
          </p:cNvPr>
          <p:cNvSpPr>
            <a:spLocks xmlns:a="http://schemas.openxmlformats.org/drawingml/2006/main" noGrp="1"/>
          </p:cNvSpPr>
          <p:nvPr/>
        </p:nvSpPr>
        <p:spPr>
          <a:xfrm xmlns:a="http://schemas.openxmlformats.org/drawingml/2006/main">
            <a:off x="6742925" y="1447790"/>
            <a:ext cx="830997" cy="830997"/>
          </a:xfrm>
          <a:prstGeom xmlns:a="http://schemas.openxmlformats.org/drawingml/2006/main" prst="ellipse">
            <a:avLst/>
          </a:prstGeom>
          <a:solidFill xmlns:a="http://schemas.openxmlformats.org/drawingml/2006/main">
            <a:srgbClr val="234A9B"/>
          </a:solidFill>
          <a:ln xmlns:a="http://schemas.openxmlformats.org/drawingml/2006/main" w="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Oval 22">
            <a:extLst xmlns:a="http://schemas.openxmlformats.org/drawingml/2006/main">
              <a:ext uri="{FF2B5EF4-FFF2-40B4-BE49-F238E27FC236}">
                <a16:creationId xmlns:a16="http://schemas.microsoft.com/office/drawing/2014/main" id="{209F185A-8F67-9C42-A7C5-87E483F4FC19}"/>
              </a:ext>
            </a:extLst>
          </p:cNvPr>
          <p:cNvSpPr>
            <a:spLocks xmlns:a="http://schemas.openxmlformats.org/drawingml/2006/main" noGrp="1"/>
          </p:cNvSpPr>
          <p:nvPr/>
        </p:nvSpPr>
        <p:spPr>
          <a:xfrm xmlns:a="http://schemas.openxmlformats.org/drawingml/2006/main">
            <a:off x="8092868" y="1447790"/>
            <a:ext cx="830997" cy="830997"/>
          </a:xfrm>
          <a:prstGeom xmlns:a="http://schemas.openxmlformats.org/drawingml/2006/main" prst="ellipse">
            <a:avLst/>
          </a:prstGeom>
          <a:solidFill xmlns:a="http://schemas.openxmlformats.org/drawingml/2006/main">
            <a:srgbClr val="11A0D7"/>
          </a:solidFill>
          <a:ln xmlns:a="http://schemas.openxmlformats.org/drawingml/2006/main" w="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Oval 23">
            <a:extLst xmlns:a="http://schemas.openxmlformats.org/drawingml/2006/main">
              <a:ext uri="{FF2B5EF4-FFF2-40B4-BE49-F238E27FC236}">
                <a16:creationId xmlns:a16="http://schemas.microsoft.com/office/drawing/2014/main" id="{279AE0F6-4E37-6C4D-AF45-824EEE489A15}"/>
              </a:ext>
            </a:extLst>
          </p:cNvPr>
          <p:cNvSpPr>
            <a:spLocks xmlns:a="http://schemas.openxmlformats.org/drawingml/2006/main" noGrp="1"/>
          </p:cNvSpPr>
          <p:nvPr/>
        </p:nvSpPr>
        <p:spPr>
          <a:xfrm xmlns:a="http://schemas.openxmlformats.org/drawingml/2006/main">
            <a:off x="9442811" y="1447790"/>
            <a:ext cx="830997" cy="830997"/>
          </a:xfrm>
          <a:prstGeom xmlns:a="http://schemas.openxmlformats.org/drawingml/2006/main" prst="ellipse">
            <a:avLst/>
          </a:prstGeom>
          <a:solidFill xmlns:a="http://schemas.openxmlformats.org/drawingml/2006/main">
            <a:srgbClr val="029C63"/>
          </a:solidFill>
          <a:ln xmlns:a="http://schemas.openxmlformats.org/drawingml/2006/main" w="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Oval 26">
            <a:extLst xmlns:a="http://schemas.openxmlformats.org/drawingml/2006/main">
              <a:ext uri="{FF2B5EF4-FFF2-40B4-BE49-F238E27FC236}">
                <a16:creationId xmlns:a16="http://schemas.microsoft.com/office/drawing/2014/main" id="{330C0EA4-7FD1-CE4D-AC95-8C484C5AC790}"/>
              </a:ext>
            </a:extLst>
          </p:cNvPr>
          <p:cNvSpPr>
            <a:spLocks xmlns:a="http://schemas.openxmlformats.org/drawingml/2006/main" noGrp="1"/>
          </p:cNvSpPr>
          <p:nvPr/>
        </p:nvSpPr>
        <p:spPr>
          <a:xfrm xmlns:a="http://schemas.openxmlformats.org/drawingml/2006/main">
            <a:off x="10792754" y="1447790"/>
            <a:ext cx="830997" cy="830997"/>
          </a:xfrm>
          <a:prstGeom xmlns:a="http://schemas.openxmlformats.org/drawingml/2006/main" prst="ellipse">
            <a:avLst/>
          </a:prstGeom>
          <a:solidFill xmlns:a="http://schemas.openxmlformats.org/drawingml/2006/main">
            <a:srgbClr val="EB681F"/>
          </a:solidFill>
          <a:ln xmlns:a="http://schemas.openxmlformats.org/drawingml/2006/main" w="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Oval 29">
            <a:extLst xmlns:a="http://schemas.openxmlformats.org/drawingml/2006/main">
              <a:ext uri="{FF2B5EF4-FFF2-40B4-BE49-F238E27FC236}">
                <a16:creationId xmlns:a16="http://schemas.microsoft.com/office/drawing/2014/main" id="{4C53CF3D-7EFB-DF4F-8EA6-5644574E9AFB}"/>
              </a:ext>
            </a:extLst>
          </p:cNvPr>
          <p:cNvSpPr>
            <a:spLocks xmlns:a="http://schemas.openxmlformats.org/drawingml/2006/main" noGrp="1"/>
          </p:cNvSpPr>
          <p:nvPr/>
        </p:nvSpPr>
        <p:spPr>
          <a:xfrm xmlns:a="http://schemas.openxmlformats.org/drawingml/2006/main">
            <a:off x="5392982" y="2708699"/>
            <a:ext cx="830997" cy="830997"/>
          </a:xfrm>
          <a:prstGeom xmlns:a="http://schemas.openxmlformats.org/drawingml/2006/main" prst="ellipse">
            <a:avLst/>
          </a:prstGeom>
          <a:solidFill xmlns:a="http://schemas.openxmlformats.org/drawingml/2006/main">
            <a:srgbClr val="7D4EBA"/>
          </a:solidFill>
          <a:ln xmlns:a="http://schemas.openxmlformats.org/drawingml/2006/main" w="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Oval 33">
            <a:extLst xmlns:a="http://schemas.openxmlformats.org/drawingml/2006/main">
              <a:ext uri="{FF2B5EF4-FFF2-40B4-BE49-F238E27FC236}">
                <a16:creationId xmlns:a16="http://schemas.microsoft.com/office/drawing/2014/main" id="{B42CE88A-E9A3-2A4E-BD50-EB37311F39EC}"/>
              </a:ext>
            </a:extLst>
          </p:cNvPr>
          <p:cNvSpPr>
            <a:spLocks xmlns:a="http://schemas.openxmlformats.org/drawingml/2006/main" noGrp="1"/>
          </p:cNvSpPr>
          <p:nvPr/>
        </p:nvSpPr>
        <p:spPr>
          <a:xfrm xmlns:a="http://schemas.openxmlformats.org/drawingml/2006/main">
            <a:off x="6742925" y="2708699"/>
            <a:ext cx="830997" cy="830997"/>
          </a:xfrm>
          <a:prstGeom xmlns:a="http://schemas.openxmlformats.org/drawingml/2006/main" prst="ellipse">
            <a:avLst/>
          </a:prstGeom>
          <a:solidFill xmlns:a="http://schemas.openxmlformats.org/drawingml/2006/main">
            <a:srgbClr val="E61F3D"/>
          </a:solidFill>
          <a:ln xmlns:a="http://schemas.openxmlformats.org/drawingml/2006/main" w="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Oval 34">
            <a:extLst xmlns:a="http://schemas.openxmlformats.org/drawingml/2006/main">
              <a:ext uri="{FF2B5EF4-FFF2-40B4-BE49-F238E27FC236}">
                <a16:creationId xmlns:a16="http://schemas.microsoft.com/office/drawing/2014/main" id="{B699EFDF-DB9D-3C4F-9D1F-461508017BDA}"/>
              </a:ext>
            </a:extLst>
          </p:cNvPr>
          <p:cNvSpPr>
            <a:spLocks xmlns:a="http://schemas.openxmlformats.org/drawingml/2006/main" noGrp="1"/>
          </p:cNvSpPr>
          <p:nvPr/>
        </p:nvSpPr>
        <p:spPr>
          <a:xfrm xmlns:a="http://schemas.openxmlformats.org/drawingml/2006/main">
            <a:off x="8092868" y="2708699"/>
            <a:ext cx="830997" cy="830997"/>
          </a:xfrm>
          <a:prstGeom xmlns:a="http://schemas.openxmlformats.org/drawingml/2006/main" prst="ellipse">
            <a:avLst/>
          </a:prstGeom>
          <a:solidFill xmlns:a="http://schemas.openxmlformats.org/drawingml/2006/main">
            <a:srgbClr val="FBBA00"/>
          </a:solidFill>
          <a:ln xmlns:a="http://schemas.openxmlformats.org/drawingml/2006/main" w="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Oval 35">
            <a:extLst xmlns:a="http://schemas.openxmlformats.org/drawingml/2006/main">
              <a:ext uri="{FF2B5EF4-FFF2-40B4-BE49-F238E27FC236}">
                <a16:creationId xmlns:a16="http://schemas.microsoft.com/office/drawing/2014/main" id="{5DF3131C-EEA1-5446-B567-C9DA0A2A1AFF}"/>
              </a:ext>
            </a:extLst>
          </p:cNvPr>
          <p:cNvSpPr>
            <a:spLocks xmlns:a="http://schemas.openxmlformats.org/drawingml/2006/main" noGrp="1"/>
          </p:cNvSpPr>
          <p:nvPr/>
        </p:nvSpPr>
        <p:spPr>
          <a:xfrm xmlns:a="http://schemas.openxmlformats.org/drawingml/2006/main">
            <a:off x="9442811" y="2708699"/>
            <a:ext cx="830997" cy="830997"/>
          </a:xfrm>
          <a:prstGeom xmlns:a="http://schemas.openxmlformats.org/drawingml/2006/main" prst="ellipse">
            <a:avLst/>
          </a:prstGeom>
          <a:solidFill xmlns:a="http://schemas.openxmlformats.org/drawingml/2006/main">
            <a:srgbClr val="7DA0D3"/>
          </a:solidFill>
          <a:ln xmlns:a="http://schemas.openxmlformats.org/drawingml/2006/main" w="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Oval 36">
            <a:extLst xmlns:a="http://schemas.openxmlformats.org/drawingml/2006/main">
              <a:ext uri="{FF2B5EF4-FFF2-40B4-BE49-F238E27FC236}">
                <a16:creationId xmlns:a16="http://schemas.microsoft.com/office/drawing/2014/main" id="{6D03B317-B61D-2945-8C0A-A6EBD87ACD07}"/>
              </a:ext>
            </a:extLst>
          </p:cNvPr>
          <p:cNvSpPr>
            <a:spLocks xmlns:a="http://schemas.openxmlformats.org/drawingml/2006/main" noGrp="1"/>
          </p:cNvSpPr>
          <p:nvPr/>
        </p:nvSpPr>
        <p:spPr>
          <a:xfrm xmlns:a="http://schemas.openxmlformats.org/drawingml/2006/main">
            <a:off x="10792754" y="2708699"/>
            <a:ext cx="830997" cy="830997"/>
          </a:xfrm>
          <a:prstGeom xmlns:a="http://schemas.openxmlformats.org/drawingml/2006/main" prst="ellipse">
            <a:avLst/>
          </a:prstGeom>
          <a:solidFill xmlns:a="http://schemas.openxmlformats.org/drawingml/2006/main">
            <a:srgbClr val="47A0A0"/>
          </a:solidFill>
          <a:ln xmlns:a="http://schemas.openxmlformats.org/drawingml/2006/main" w="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Oval 37">
            <a:extLst xmlns:a="http://schemas.openxmlformats.org/drawingml/2006/main">
              <a:ext uri="{FF2B5EF4-FFF2-40B4-BE49-F238E27FC236}">
                <a16:creationId xmlns:a16="http://schemas.microsoft.com/office/drawing/2014/main" id="{9C0266F1-C0B7-624A-A873-5F2C8801E766}"/>
              </a:ext>
            </a:extLst>
          </p:cNvPr>
          <p:cNvSpPr>
            <a:spLocks xmlns:a="http://schemas.openxmlformats.org/drawingml/2006/main" noGrp="1"/>
          </p:cNvSpPr>
          <p:nvPr/>
        </p:nvSpPr>
        <p:spPr>
          <a:xfrm xmlns:a="http://schemas.openxmlformats.org/drawingml/2006/main">
            <a:off x="5392982" y="3969609"/>
            <a:ext cx="830997" cy="830997"/>
          </a:xfrm>
          <a:prstGeom xmlns:a="http://schemas.openxmlformats.org/drawingml/2006/main" prst="ellipse">
            <a:avLst/>
          </a:prstGeom>
          <a:solidFill xmlns:a="http://schemas.openxmlformats.org/drawingml/2006/main">
            <a:srgbClr val="EB8C3C"/>
          </a:solidFill>
          <a:ln xmlns:a="http://schemas.openxmlformats.org/drawingml/2006/main" w="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Oval 38">
            <a:extLst xmlns:a="http://schemas.openxmlformats.org/drawingml/2006/main">
              <a:ext uri="{FF2B5EF4-FFF2-40B4-BE49-F238E27FC236}">
                <a16:creationId xmlns:a16="http://schemas.microsoft.com/office/drawing/2014/main" id="{30C0C10E-388C-9843-8270-19D471BD3756}"/>
              </a:ext>
            </a:extLst>
          </p:cNvPr>
          <p:cNvSpPr>
            <a:spLocks xmlns:a="http://schemas.openxmlformats.org/drawingml/2006/main" noGrp="1"/>
          </p:cNvSpPr>
          <p:nvPr/>
        </p:nvSpPr>
        <p:spPr>
          <a:xfrm xmlns:a="http://schemas.openxmlformats.org/drawingml/2006/main">
            <a:off x="6742925" y="3969609"/>
            <a:ext cx="830997" cy="830997"/>
          </a:xfrm>
          <a:prstGeom xmlns:a="http://schemas.openxmlformats.org/drawingml/2006/main" prst="ellipse">
            <a:avLst/>
          </a:prstGeom>
          <a:solidFill xmlns:a="http://schemas.openxmlformats.org/drawingml/2006/main">
            <a:srgbClr val="96628C"/>
          </a:solidFill>
          <a:ln xmlns:a="http://schemas.openxmlformats.org/drawingml/2006/main" w="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Oval 39">
            <a:extLst xmlns:a="http://schemas.openxmlformats.org/drawingml/2006/main">
              <a:ext uri="{FF2B5EF4-FFF2-40B4-BE49-F238E27FC236}">
                <a16:creationId xmlns:a16="http://schemas.microsoft.com/office/drawing/2014/main" id="{87047EA3-79D2-8644-A568-E64AA1D7D370}"/>
              </a:ext>
            </a:extLst>
          </p:cNvPr>
          <p:cNvSpPr>
            <a:spLocks xmlns:a="http://schemas.openxmlformats.org/drawingml/2006/main" noGrp="1"/>
          </p:cNvSpPr>
          <p:nvPr/>
        </p:nvSpPr>
        <p:spPr>
          <a:xfrm xmlns:a="http://schemas.openxmlformats.org/drawingml/2006/main">
            <a:off x="8092868" y="3969609"/>
            <a:ext cx="830997" cy="830997"/>
          </a:xfrm>
          <a:prstGeom xmlns:a="http://schemas.openxmlformats.org/drawingml/2006/main" prst="ellipse">
            <a:avLst/>
          </a:prstGeom>
          <a:solidFill xmlns:a="http://schemas.openxmlformats.org/drawingml/2006/main">
            <a:srgbClr val="CD5A5A"/>
          </a:solidFill>
          <a:ln xmlns:a="http://schemas.openxmlformats.org/drawingml/2006/main" w="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Oval 40">
            <a:extLst xmlns:a="http://schemas.openxmlformats.org/drawingml/2006/main">
              <a:ext uri="{FF2B5EF4-FFF2-40B4-BE49-F238E27FC236}">
                <a16:creationId xmlns:a16="http://schemas.microsoft.com/office/drawing/2014/main" id="{7F5D1C6B-4E6B-0346-A5DC-C511DB14EFD6}"/>
              </a:ext>
            </a:extLst>
          </p:cNvPr>
          <p:cNvSpPr>
            <a:spLocks xmlns:a="http://schemas.openxmlformats.org/drawingml/2006/main" noGrp="1"/>
          </p:cNvSpPr>
          <p:nvPr/>
        </p:nvSpPr>
        <p:spPr>
          <a:xfrm xmlns:a="http://schemas.openxmlformats.org/drawingml/2006/main">
            <a:off x="9442811" y="3969609"/>
            <a:ext cx="830997" cy="830997"/>
          </a:xfrm>
          <a:prstGeom xmlns:a="http://schemas.openxmlformats.org/drawingml/2006/main" prst="ellipse">
            <a:avLst/>
          </a:prstGeom>
          <a:solidFill xmlns:a="http://schemas.openxmlformats.org/drawingml/2006/main">
            <a:srgbClr val="FFD746"/>
          </a:solidFill>
          <a:ln xmlns:a="http://schemas.openxmlformats.org/drawingml/2006/main" w="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Oval 41">
            <a:extLst xmlns:a="http://schemas.openxmlformats.org/drawingml/2006/main">
              <a:ext uri="{FF2B5EF4-FFF2-40B4-BE49-F238E27FC236}">
                <a16:creationId xmlns:a16="http://schemas.microsoft.com/office/drawing/2014/main" id="{EB421DBA-35DE-2C4F-A89E-27F0998EF4E8}"/>
              </a:ext>
            </a:extLst>
          </p:cNvPr>
          <p:cNvSpPr>
            <a:spLocks xmlns:a="http://schemas.openxmlformats.org/drawingml/2006/main" noGrp="1"/>
          </p:cNvSpPr>
          <p:nvPr/>
        </p:nvSpPr>
        <p:spPr>
          <a:xfrm xmlns:a="http://schemas.openxmlformats.org/drawingml/2006/main">
            <a:off x="10792754" y="3969609"/>
            <a:ext cx="830997" cy="830997"/>
          </a:xfrm>
          <a:prstGeom xmlns:a="http://schemas.openxmlformats.org/drawingml/2006/main" prst="ellipse">
            <a:avLst/>
          </a:prstGeom>
          <a:solidFill xmlns:a="http://schemas.openxmlformats.org/drawingml/2006/main">
            <a:srgbClr val="CDDDF0"/>
          </a:solidFill>
          <a:ln xmlns:a="http://schemas.openxmlformats.org/drawingml/2006/main" w="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Oval 42">
            <a:extLst xmlns:a="http://schemas.openxmlformats.org/drawingml/2006/main">
              <a:ext uri="{FF2B5EF4-FFF2-40B4-BE49-F238E27FC236}">
                <a16:creationId xmlns:a16="http://schemas.microsoft.com/office/drawing/2014/main" id="{081BD842-A9A1-5B44-81ED-A97BA390032B}"/>
              </a:ext>
            </a:extLst>
          </p:cNvPr>
          <p:cNvSpPr>
            <a:spLocks xmlns:a="http://schemas.openxmlformats.org/drawingml/2006/main" noGrp="1"/>
          </p:cNvSpPr>
          <p:nvPr/>
        </p:nvSpPr>
        <p:spPr>
          <a:xfrm xmlns:a="http://schemas.openxmlformats.org/drawingml/2006/main">
            <a:off x="5392982" y="5249769"/>
            <a:ext cx="830997" cy="830997"/>
          </a:xfrm>
          <a:prstGeom xmlns:a="http://schemas.openxmlformats.org/drawingml/2006/main" prst="ellipse">
            <a:avLst/>
          </a:prstGeom>
          <a:solidFill xmlns:a="http://schemas.openxmlformats.org/drawingml/2006/main">
            <a:srgbClr val="D7EBB4"/>
          </a:solidFill>
          <a:ln xmlns:a="http://schemas.openxmlformats.org/drawingml/2006/main" w="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Oval 43">
            <a:extLst xmlns:a="http://schemas.openxmlformats.org/drawingml/2006/main">
              <a:ext uri="{FF2B5EF4-FFF2-40B4-BE49-F238E27FC236}">
                <a16:creationId xmlns:a16="http://schemas.microsoft.com/office/drawing/2014/main" id="{036EE7D2-A33A-434C-B272-C82E2CDD4D4D}"/>
              </a:ext>
            </a:extLst>
          </p:cNvPr>
          <p:cNvSpPr>
            <a:spLocks xmlns:a="http://schemas.openxmlformats.org/drawingml/2006/main" noGrp="1"/>
          </p:cNvSpPr>
          <p:nvPr/>
        </p:nvSpPr>
        <p:spPr>
          <a:xfrm xmlns:a="http://schemas.openxmlformats.org/drawingml/2006/main">
            <a:off x="6742925" y="5249769"/>
            <a:ext cx="830997" cy="830997"/>
          </a:xfrm>
          <a:prstGeom xmlns:a="http://schemas.openxmlformats.org/drawingml/2006/main" prst="ellipse">
            <a:avLst/>
          </a:prstGeom>
          <a:solidFill xmlns:a="http://schemas.openxmlformats.org/drawingml/2006/main">
            <a:srgbClr val="FFDC91"/>
          </a:solidFill>
          <a:ln xmlns:a="http://schemas.openxmlformats.org/drawingml/2006/main" w="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Oval 44">
            <a:extLst xmlns:a="http://schemas.openxmlformats.org/drawingml/2006/main">
              <a:ext uri="{FF2B5EF4-FFF2-40B4-BE49-F238E27FC236}">
                <a16:creationId xmlns:a16="http://schemas.microsoft.com/office/drawing/2014/main" id="{7DD65DA4-F076-C242-813E-8C17DCABCCFB}"/>
              </a:ext>
            </a:extLst>
          </p:cNvPr>
          <p:cNvSpPr>
            <a:spLocks xmlns:a="http://schemas.openxmlformats.org/drawingml/2006/main" noGrp="1"/>
          </p:cNvSpPr>
          <p:nvPr/>
        </p:nvSpPr>
        <p:spPr>
          <a:xfrm xmlns:a="http://schemas.openxmlformats.org/drawingml/2006/main">
            <a:off x="8092868" y="5249769"/>
            <a:ext cx="830997" cy="830997"/>
          </a:xfrm>
          <a:prstGeom xmlns:a="http://schemas.openxmlformats.org/drawingml/2006/main" prst="ellipse">
            <a:avLst/>
          </a:prstGeom>
          <a:solidFill xmlns:a="http://schemas.openxmlformats.org/drawingml/2006/main">
            <a:srgbClr val="D7C3F1"/>
          </a:solidFill>
          <a:ln xmlns:a="http://schemas.openxmlformats.org/drawingml/2006/main" w="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Oval 45">
            <a:extLst xmlns:a="http://schemas.openxmlformats.org/drawingml/2006/main">
              <a:ext uri="{FF2B5EF4-FFF2-40B4-BE49-F238E27FC236}">
                <a16:creationId xmlns:a16="http://schemas.microsoft.com/office/drawing/2014/main" id="{8A44D99D-BF66-2848-B460-F59D8ECF5690}"/>
              </a:ext>
            </a:extLst>
          </p:cNvPr>
          <p:cNvSpPr>
            <a:spLocks xmlns:a="http://schemas.openxmlformats.org/drawingml/2006/main" noGrp="1"/>
          </p:cNvSpPr>
          <p:nvPr/>
        </p:nvSpPr>
        <p:spPr>
          <a:xfrm xmlns:a="http://schemas.openxmlformats.org/drawingml/2006/main">
            <a:off x="9442811" y="5249769"/>
            <a:ext cx="830997" cy="830997"/>
          </a:xfrm>
          <a:prstGeom xmlns:a="http://schemas.openxmlformats.org/drawingml/2006/main" prst="ellipse">
            <a:avLst/>
          </a:prstGeom>
          <a:solidFill xmlns:a="http://schemas.openxmlformats.org/drawingml/2006/main">
            <a:srgbClr val="F6C3C3"/>
          </a:solidFill>
          <a:ln xmlns:a="http://schemas.openxmlformats.org/drawingml/2006/main" w="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Oval 46">
            <a:extLst xmlns:a="http://schemas.openxmlformats.org/drawingml/2006/main">
              <a:ext uri="{FF2B5EF4-FFF2-40B4-BE49-F238E27FC236}">
                <a16:creationId xmlns:a16="http://schemas.microsoft.com/office/drawing/2014/main" id="{9B130CEB-3D74-B647-BA6B-32F7D70FD354}"/>
              </a:ext>
            </a:extLst>
          </p:cNvPr>
          <p:cNvSpPr>
            <a:spLocks xmlns:a="http://schemas.openxmlformats.org/drawingml/2006/main" noGrp="1"/>
          </p:cNvSpPr>
          <p:nvPr/>
        </p:nvSpPr>
        <p:spPr>
          <a:xfrm xmlns:a="http://schemas.openxmlformats.org/drawingml/2006/main">
            <a:off x="10792754" y="5249769"/>
            <a:ext cx="830997" cy="830997"/>
          </a:xfrm>
          <a:prstGeom xmlns:a="http://schemas.openxmlformats.org/drawingml/2006/main" prst="ellipse">
            <a:avLst/>
          </a:prstGeom>
          <a:solidFill xmlns:a="http://schemas.openxmlformats.org/drawingml/2006/main">
            <a:srgbClr val="FFF07D"/>
          </a:solidFill>
          <a:ln xmlns:a="http://schemas.openxmlformats.org/drawingml/2006/main" w="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1.xml><?xml version="1.0" encoding="utf-8"?>
<p:sldLayout xmlns:p="http://schemas.openxmlformats.org/presentationml/2006/main" preserve="1" userDrawn="1">
  <p:cSld name="чистый_2">
    <p:bg>
      <p:bgPr>
        <a:blipFill xmlns:a="http://schemas.openxmlformats.org/drawingml/2006/main" rotWithShape="1">
          <a:blip xmlns:r="http://schemas.openxmlformats.org/officeDocument/2006/relationships" r:embed="Re4816781051c4734">
            <a:lum/>
          </a:blip>
          <a:srcRect l="0" t="0" r="0" b="0"/>
          <a:stretch>
            <a:fillRect l="0" t="0" r="0" b="0"/>
          </a:stretch>
        </a:blipFill>
      </p:bgPr>
    </p:bg>
    <p:spTree>
      <p:nvGrpSpPr>
        <p:cNvPr id="1" name=""/>
        <p:cNvGrpSpPr/>
        <p:nvPr/>
      </p:nvGrpSpPr>
      <p:grpSpPr>
        <a:xfrm xmlns:a="http://schemas.openxmlformats.org/drawingml/2006/main"/>
      </p:grpSpPr>
      <p:pic>
        <p:nvPicPr>
          <p:cNvPr id="19" name="Picture 4"/>
          <p:cNvPicPr>
            <a:picLocks xmlns:a="http://schemas.openxmlformats.org/drawingml/2006/main" noChangeAspect="1"/>
          </p:cNvPicPr>
          <p:nvPr/>
        </p:nvPicPr>
        <p:blipFill>
          <a:blip xmlns:r="http://schemas.openxmlformats.org/officeDocument/2006/relationships" xmlns:a="http://schemas.openxmlformats.org/drawingml/2006/main" r:embed="R3fcd70f318b74298"/>
          <a:stretch xmlns:a="http://schemas.openxmlformats.org/drawingml/2006/main">
            <a:fillRect l="0" t="0" r="0" b="0"/>
          </a:stretch>
        </p:blipFill>
        <p:spPr>
          <a:xfrm xmlns:a="http://schemas.openxmlformats.org/drawingml/2006/main">
            <a:off x="517199" y="464363"/>
            <a:ext cx="448276" cy="448276"/>
          </a:xfrm>
          <a:prstGeom xmlns:a="http://schemas.openxmlformats.org/drawingml/2006/main" prst="rect">
            <a:avLst/>
          </a:prstGeom>
        </p:spPr>
      </p:pic>
      <p:sp>
        <p:nvSpPr>
          <p:cNvPr id="9" name="Straight Connector 19">
            <a:extLst xmlns:a="http://schemas.openxmlformats.org/drawingml/2006/main">
              <a:ext uri="{FF2B5EF4-FFF2-40B4-BE49-F238E27FC236}">
                <a16:creationId xmlns:a16="http://schemas.microsoft.com/office/drawing/2014/main" id="{AFA74B24-35A9-4F42-8E52-9A7B71FCBEF8}"/>
              </a:ext>
            </a:extLst>
          </p:cNvPr>
          <p:cNvSpPr>
            <a:spLocks xmlns:a="http://schemas.openxmlformats.org/drawingml/2006/main" noGrp="1"/>
          </p:cNvSpPr>
          <p:nvPr/>
        </p:nvSpPr>
        <p:spPr>
          <a:xfrm xmlns:a="http://schemas.openxmlformats.org/drawingml/2006/main">
            <a:off x="3298686"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Straight Connector 21">
            <a:extLst xmlns:a="http://schemas.openxmlformats.org/drawingml/2006/main">
              <a:ext uri="{FF2B5EF4-FFF2-40B4-BE49-F238E27FC236}">
                <a16:creationId xmlns:a16="http://schemas.microsoft.com/office/drawing/2014/main" id="{92CE5736-81BE-4D7B-98AD-28D47463EC21}"/>
              </a:ext>
            </a:extLst>
          </p:cNvPr>
          <p:cNvSpPr>
            <a:spLocks xmlns:a="http://schemas.openxmlformats.org/drawingml/2006/main" noGrp="1"/>
          </p:cNvSpPr>
          <p:nvPr/>
        </p:nvSpPr>
        <p:spPr>
          <a:xfrm xmlns:a="http://schemas.openxmlformats.org/drawingml/2006/main">
            <a:off x="6099416"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 name="Straight Connector 25">
            <a:extLst xmlns:a="http://schemas.openxmlformats.org/drawingml/2006/main">
              <a:ext uri="{FF2B5EF4-FFF2-40B4-BE49-F238E27FC236}">
                <a16:creationId xmlns:a16="http://schemas.microsoft.com/office/drawing/2014/main" id="{87B23417-4D87-41A6-A3F8-1F23F8DD69D5}"/>
              </a:ext>
            </a:extLst>
          </p:cNvPr>
          <p:cNvSpPr>
            <a:spLocks xmlns:a="http://schemas.openxmlformats.org/drawingml/2006/main" noGrp="1"/>
          </p:cNvSpPr>
          <p:nvPr/>
        </p:nvSpPr>
        <p:spPr>
          <a:xfrm xmlns:a="http://schemas.openxmlformats.org/drawingml/2006/main">
            <a:off x="10277081"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2" name="TextBox 11">
            <a:extLst xmlns:a="http://schemas.openxmlformats.org/drawingml/2006/main">
              <a:ext uri="{FF2B5EF4-FFF2-40B4-BE49-F238E27FC236}">
                <a16:creationId xmlns:a16="http://schemas.microsoft.com/office/drawing/2014/main" id="{C62171D1-2A5B-7A4A-9760-17CCE51B9802}"/>
              </a:ext>
            </a:extLst>
          </p:cNvPr>
          <p:cNvSpPr>
            <a:spLocks xmlns:a="http://schemas.openxmlformats.org/drawingml/2006/main" noGrp="1"/>
          </p:cNvSpPr>
          <p:nvPr/>
        </p:nvSpPr>
        <p:spPr>
          <a:xfrm xmlns:a="http://schemas.openxmlformats.org/drawingml/2006/main">
            <a:off x="10410201" y="532278"/>
            <a:ext cx="671977" cy="30777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fld id="{32AF94B5-93D7-5247-B727-C7089232F508}" type="slidenum">
              <a:rPr sz="2000">
                <a:solidFill>
                  <a:srgbClr val="102D69"/>
                </a:solidFill>
                <a:latin typeface="HSE Sans"/>
                <a:ea typeface="HSE Sans"/>
                <a:cs typeface="HSE Sans"/>
              </a:rPr>
              <a:t>‹#›</a:t>
            </a:fld>
            <a:endParaRPr sz="2000">
              <a:solidFill>
                <a:srgbClr val="102D69"/>
              </a:solidFill>
              <a:latin typeface="HSE Sans"/>
              <a:ea typeface="HSE Sans"/>
              <a:cs typeface="HSE Sans"/>
            </a:endParaRPr>
          </a:p>
        </p:txBody>
      </p:sp>
      <p:sp>
        <p:nvSpPr>
          <p:cNvPr id="13" name="Straight Connector 59">
            <a:extLst xmlns:a="http://schemas.openxmlformats.org/drawingml/2006/main">
              <a:ext uri="{FF2B5EF4-FFF2-40B4-BE49-F238E27FC236}">
                <a16:creationId xmlns:a16="http://schemas.microsoft.com/office/drawing/2014/main" id="{64508F68-13CC-47DD-ACF7-D598C360218C}"/>
              </a:ext>
            </a:extLst>
          </p:cNvPr>
          <p:cNvSpPr>
            <a:spLocks xmlns:a="http://schemas.openxmlformats.org/drawingml/2006/main" noGrp="1"/>
          </p:cNvSpPr>
          <p:nvPr/>
        </p:nvSpPr>
        <p:spPr>
          <a:xfrm xmlns:a="http://schemas.openxmlformats.org/drawingml/2006/main">
            <a:off x="11643868" y="464363"/>
            <a:ext cx="0" cy="586260"/>
          </a:xfrm>
          <a:prstGeom xmlns:a="http://schemas.openxmlformats.org/drawingml/2006/main" prst="line">
            <a:avLst/>
          </a:prstGeom>
          <a:ln xmlns:a="http://schemas.openxmlformats.org/drawingml/2006/main" w="12700">
            <a:solidFill>
              <a:srgbClr val="102D69"/>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Текст 37">
            <a:extLst xmlns:a="http://schemas.openxmlformats.org/drawingml/2006/main">
              <a:ext uri="{FF2B5EF4-FFF2-40B4-BE49-F238E27FC236}">
                <a16:creationId xmlns:a16="http://schemas.microsoft.com/office/drawing/2014/main" id="{9856D01B-EC9A-6047-B7FB-D47084AB3F50}"/>
              </a:ext>
            </a:extLst>
          </p:cNvPr>
          <p:cNvSpPr>
            <a:spLocks xmlns:a="http://schemas.openxmlformats.org/drawingml/2006/main" noGrp="1"/>
          </p:cNvSpPr>
          <p:nvPr>
            <p:ph type="body" idx="13"/>
          </p:nvPr>
        </p:nvSpPr>
        <p:spPr>
          <a:xfrm xmlns:a="http://schemas.openxmlformats.org/drawingml/2006/main">
            <a:off x="1143689" y="540904"/>
            <a:ext cx="1901825" cy="415925"/>
          </a:xfrm>
        </p:spPr>
        <p:txBody>
          <a:bodyPr xmlns:a="http://schemas.openxmlformats.org/drawingml/2006/main" lIns="0" tIns="0" rIns="0" bIns="0">
            <a:noAutofit/>
          </a:bodyPr>
          <a:lstStyle xmlns:a="http://schemas.openxmlformats.org/drawingml/2006/main">
            <a:lvl1pPr marL="0" marR="0" indent="0" algn="l" defTabSz="914400">
              <a:lnSpc>
                <a:spcPct val="100000"/>
              </a:lnSpc>
              <a:spcBef>
                <a:spcPts val="0"/>
              </a:spcBef>
              <a:spcAft>
                <a:spcPts val="0"/>
              </a:spcAft>
              <a:buClrTx/>
              <a:buSzTx/>
              <a:buFont typeface="Arial"/>
              <a:buNone/>
              <a:defRPr sz="1000" b="0" i="0">
                <a:latin typeface="HSE Sans"/>
                <a:ea typeface="HSE Sans"/>
                <a:cs typeface="HSE Sans"/>
              </a:defRPr>
            </a:lvl1pPr>
            <a:lvl2pPr marL="457200" indent="0">
              <a:lnSpc>
                <a:spcPct val="100000"/>
              </a:lnSpc>
              <a:buNone/>
              <a:defRPr sz="1000" b="0" i="0">
                <a:latin typeface="HSE Sans"/>
                <a:ea typeface="HSE Sans"/>
                <a:cs typeface="HSE Sans"/>
              </a:defRPr>
            </a:lvl2pPr>
            <a:lvl3pPr marL="914400" indent="0">
              <a:lnSpc>
                <a:spcPct val="100000"/>
              </a:lnSpc>
              <a:buNone/>
              <a:defRPr sz="1000" b="0" i="0">
                <a:latin typeface="HSE Sans"/>
                <a:ea typeface="HSE Sans"/>
                <a:cs typeface="HSE Sans"/>
              </a:defRPr>
            </a:lvl3pPr>
            <a:lvl4pPr marL="1371600" indent="0">
              <a:lnSpc>
                <a:spcPct val="100000"/>
              </a:lnSpc>
              <a:buNone/>
              <a:defRPr sz="1000" b="0" i="0">
                <a:latin typeface="HSE Sans"/>
                <a:ea typeface="HSE Sans"/>
                <a:cs typeface="HSE Sans"/>
              </a:defRPr>
            </a:lvl4pPr>
            <a:lvl5pPr marL="1828800" indent="0">
              <a:lnSpc>
                <a:spcPct val="100000"/>
              </a:lnSpc>
              <a:buNone/>
              <a:defRPr sz="1000" b="0" i="0">
                <a:latin typeface="HSE Sans"/>
                <a:ea typeface="HSE Sans"/>
                <a:cs typeface="HSE Sans"/>
              </a:defRPr>
            </a:lvl5pPr>
          </a:lstStyle>
          <a:p xmlns:a="http://schemas.openxmlformats.org/drawingml/2006/main">
            <a:pPr marL="0" marR="0" lvl="0" indent="0" algn="l" defTabSz="914400">
              <a:lnSpc>
                <a:spcPct val="100000"/>
              </a:lnSpc>
              <a:spcBef>
                <a:spcPts val="1000"/>
              </a:spcBef>
              <a:spcAft>
                <a:spcPts val="0"/>
              </a:spcAft>
              <a:buClrTx/>
              <a:buSzTx/>
              <a:buFont typeface="Arial"/>
              <a:buNone/>
            </a:pPr>
            <a:br/>
            <a:endParaRPr sz="1000">
              <a:latin typeface="HSE Sans"/>
              <a:ea typeface="HSE Sans"/>
              <a:cs typeface="HSE Sans"/>
            </a:endParaRPr>
          </a:p>
        </p:txBody>
      </p:sp>
      <p:sp>
        <p:nvSpPr>
          <p:cNvPr id="15" name="Текст 39">
            <a:extLst xmlns:a="http://schemas.openxmlformats.org/drawingml/2006/main">
              <a:ext uri="{FF2B5EF4-FFF2-40B4-BE49-F238E27FC236}">
                <a16:creationId xmlns:a16="http://schemas.microsoft.com/office/drawing/2014/main" id="{83E23342-AC91-354A-9A28-A14FF7BADCD2}"/>
              </a:ext>
            </a:extLst>
          </p:cNvPr>
          <p:cNvSpPr>
            <a:spLocks xmlns:a="http://schemas.openxmlformats.org/drawingml/2006/main" noGrp="1"/>
          </p:cNvSpPr>
          <p:nvPr>
            <p:ph type="body" idx="14"/>
          </p:nvPr>
        </p:nvSpPr>
        <p:spPr>
          <a:xfrm xmlns:a="http://schemas.openxmlformats.org/drawingml/2006/main">
            <a:off x="3459163" y="548720"/>
            <a:ext cx="2070100" cy="408109"/>
          </a:xfrm>
        </p:spPr>
        <p:txBody>
          <a:bodyPr xmlns:a="http://schemas.openxmlformats.org/drawingml/2006/main" lIns="0" tIns="0" rIns="0" bIns="0">
            <a:noAutofit/>
          </a:bodyPr>
          <a:lstStyle xmlns:a="http://schemas.openxmlformats.org/drawingml/2006/main">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xmlns:a="http://schemas.openxmlformats.org/drawingml/2006/main">
            <a:endParaRPr sz="1000">
              <a:latin typeface="HSE Sans"/>
              <a:ea typeface="HSE Sans"/>
              <a:cs typeface="HSE Sans"/>
            </a:endParaRPr>
          </a:p>
        </p:txBody>
      </p:sp>
      <p:sp>
        <p:nvSpPr>
          <p:cNvPr id="17" name="Текст 39">
            <a:extLst xmlns:a="http://schemas.openxmlformats.org/drawingml/2006/main">
              <a:ext uri="{FF2B5EF4-FFF2-40B4-BE49-F238E27FC236}">
                <a16:creationId xmlns:a16="http://schemas.microsoft.com/office/drawing/2014/main" id="{BB1CCE68-8F57-1A41-BC43-633D2EFC801E}"/>
              </a:ext>
            </a:extLst>
          </p:cNvPr>
          <p:cNvSpPr>
            <a:spLocks xmlns:a="http://schemas.openxmlformats.org/drawingml/2006/main" noGrp="1"/>
          </p:cNvSpPr>
          <p:nvPr>
            <p:ph type="body" idx="15"/>
          </p:nvPr>
        </p:nvSpPr>
        <p:spPr>
          <a:xfrm xmlns:a="http://schemas.openxmlformats.org/drawingml/2006/main">
            <a:off x="6259892" y="548720"/>
            <a:ext cx="2070100" cy="408109"/>
          </a:xfrm>
        </p:spPr>
        <p:txBody>
          <a:bodyPr xmlns:a="http://schemas.openxmlformats.org/drawingml/2006/main" lIns="0" tIns="0" rIns="0" bIns="0">
            <a:noAutofit/>
          </a:bodyPr>
          <a:lstStyle xmlns:a="http://schemas.openxmlformats.org/drawingml/2006/main">
            <a:lvl1pPr marL="0" indent="0">
              <a:lnSpc>
                <a:spcPct val="100000"/>
              </a:lnSpc>
              <a:spcBef>
                <a:spcPts val="0"/>
              </a:spcBef>
              <a:buNone/>
              <a:defRPr sz="1000" b="0" i="0">
                <a:solidFill>
                  <a:srgbClr val="0E2D69"/>
                </a:solidFill>
                <a:latin typeface="HSE Sans"/>
                <a:ea typeface="HSE Sans"/>
                <a:cs typeface="HSE Sans"/>
              </a:defRPr>
            </a:lvl1pPr>
            <a:lvl2pPr marL="457200" indent="0">
              <a:buNone/>
              <a:defRPr sz="1000" b="0" i="0">
                <a:solidFill>
                  <a:srgbClr val="0E2D69"/>
                </a:solidFill>
                <a:latin typeface="HSE Sans"/>
                <a:ea typeface="HSE Sans"/>
                <a:cs typeface="HSE Sans"/>
              </a:defRPr>
            </a:lvl2pPr>
            <a:lvl3pPr marL="914400" indent="0">
              <a:buNone/>
              <a:defRPr sz="1000" b="0" i="0">
                <a:solidFill>
                  <a:srgbClr val="0E2D69"/>
                </a:solidFill>
                <a:latin typeface="HSE Sans"/>
                <a:ea typeface="HSE Sans"/>
                <a:cs typeface="HSE Sans"/>
              </a:defRPr>
            </a:lvl3pPr>
            <a:lvl4pPr marL="1371600" indent="0">
              <a:buNone/>
              <a:defRPr sz="1000" b="0" i="0">
                <a:solidFill>
                  <a:srgbClr val="0E2D69"/>
                </a:solidFill>
                <a:latin typeface="HSE Sans"/>
                <a:ea typeface="HSE Sans"/>
                <a:cs typeface="HSE Sans"/>
              </a:defRPr>
            </a:lvl4pPr>
            <a:lvl5pPr marL="1828800" indent="0">
              <a:buNone/>
              <a:defRPr sz="1000" b="0" i="0">
                <a:solidFill>
                  <a:srgbClr val="0E2D69"/>
                </a:solidFill>
                <a:latin typeface="HSE Sans"/>
                <a:ea typeface="HSE Sans"/>
                <a:cs typeface="HSE Sans"/>
              </a:defRPr>
            </a:lvl5pPr>
          </a:lstStyle>
          <a:p xmlns:a="http://schemas.openxmlformats.org/drawingml/2006/main">
            <a:endParaRPr sz="1000">
              <a:latin typeface="HSE Sans"/>
              <a:ea typeface="HSE Sans"/>
              <a:cs typeface="HSE Sans"/>
            </a:endParaRPr>
          </a:p>
        </p:txBody>
      </p:sp>
    </p:spTree>
  </p:cSld>
</p:sldLayout>
</file>

<file path=ppt/slideLayouts/slideLayout12.xml><?xml version="1.0" encoding="utf-8"?>
<p:sldLayout xmlns:p="http://schemas.openxmlformats.org/presentationml/2006/main" preserve="1" userDrawn="1">
  <p:cSld name="чистый">
    <p:bg>
      <p:bgPr>
        <a:blipFill xmlns:a="http://schemas.openxmlformats.org/drawingml/2006/main" rotWithShape="1">
          <a:blip xmlns:r="http://schemas.openxmlformats.org/officeDocument/2006/relationships" r:embed="Rf363963636ae42e2">
            <a:lum/>
          </a:blip>
          <a:srcRect l="0" t="0" r="0" b="0"/>
          <a:stretch>
            <a:fillRect l="0" t="0" r="0" b="0"/>
          </a:stretch>
        </a:blipFill>
      </p:bgPr>
    </p:bg>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65234703-C735-5D41-99C2-019C7EBECC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p:spPr>
        <p:style>
          <a:lnRef xmlns:a="http://schemas.openxmlformats.org/drawingml/2006/main" idx="2">
            <a:schemeClr val="dk1">
              <a:shade val="50000"/>
            </a:schemeClr>
          </a:lnRef>
          <a:fillRef xmlns:a="http://schemas.openxmlformats.org/drawingml/2006/main" idx="1">
            <a:schemeClr val="dk1"/>
          </a:fillRef>
          <a:effectRef xmlns:a="http://schemas.openxmlformats.org/drawingml/2006/main" idx="0">
            <a:schemeClr val="dk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 name="Picture 1"/>
          <p:cNvPicPr>
            <a:picLocks xmlns:a="http://schemas.openxmlformats.org/drawingml/2006/main" noChangeAspect="1"/>
          </p:cNvPicPr>
          <p:nvPr/>
        </p:nvPicPr>
        <p:blipFill>
          <a:blip xmlns:r="http://schemas.openxmlformats.org/officeDocument/2006/relationships" xmlns:a="http://schemas.openxmlformats.org/drawingml/2006/main" r:embed="R77d4fbf6d5e846b4"/>
          <a:srcRect xmlns:a="http://schemas.openxmlformats.org/drawingml/2006/main" l="0" t="0" r="0" b="0"/>
          <a:stretch xmlns:a="http://schemas.openxmlformats.org/drawingml/2006/main"/>
        </p:blipFill>
        <p:spPr>
          <a:xfrm xmlns:a="http://schemas.openxmlformats.org/drawingml/2006/main">
            <a:off x="5310809" y="2643809"/>
            <a:ext cx="1570383" cy="1570383"/>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e766eaeb5f483b" /><Relationship Type="http://schemas.openxmlformats.org/officeDocument/2006/relationships/slideLayout" Target="/ppt/slideLayouts/slideLayout1.xml" Id="R824f4ea1d4be4948" /><Relationship Type="http://schemas.openxmlformats.org/officeDocument/2006/relationships/slideLayout" Target="/ppt/slideLayouts/slideLayout2.xml" Id="R11ef4c66a0d64171" /><Relationship Type="http://schemas.openxmlformats.org/officeDocument/2006/relationships/slideLayout" Target="/ppt/slideLayouts/slideLayout3.xml" Id="Rfa4476fad4a54587" /><Relationship Type="http://schemas.openxmlformats.org/officeDocument/2006/relationships/slideLayout" Target="/ppt/slideLayouts/slideLayout4.xml" Id="Re8e1409423ed45e1" /><Relationship Type="http://schemas.openxmlformats.org/officeDocument/2006/relationships/slideLayout" Target="/ppt/slideLayouts/slideLayout5.xml" Id="Rd5ba1ae65e0e45af" /><Relationship Type="http://schemas.openxmlformats.org/officeDocument/2006/relationships/slideLayout" Target="/ppt/slideLayouts/slideLayout6.xml" Id="Rf033092a8890429f" /><Relationship Type="http://schemas.openxmlformats.org/officeDocument/2006/relationships/slideLayout" Target="/ppt/slideLayouts/slideLayout7.xml" Id="Re5c2c2ed9c68408d" /><Relationship Type="http://schemas.openxmlformats.org/officeDocument/2006/relationships/slideLayout" Target="/ppt/slideLayouts/slideLayout8.xml" Id="R2d963ec47a4c4846" /><Relationship Type="http://schemas.openxmlformats.org/officeDocument/2006/relationships/slideLayout" Target="/ppt/slideLayouts/slideLayout9.xml" Id="R381ade1b688b4fed" /><Relationship Type="http://schemas.openxmlformats.org/officeDocument/2006/relationships/slideLayout" Target="/ppt/slideLayouts/slideLayout10.xml" Id="R4e7fbea5d4e74f0f" /><Relationship Type="http://schemas.openxmlformats.org/officeDocument/2006/relationships/slideLayout" Target="/ppt/slideLayouts/slideLayout11.xml" Id="R8bc53f96963942fa" /><Relationship Type="http://schemas.openxmlformats.org/officeDocument/2006/relationships/slideLayout" Target="/ppt/slideLayouts/slideLayout12.xml" Id="R2eec2c0822c0401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D33F8FDE-7383-E947-8568-FF6B7A77655A}"/>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6F8E6541-45CA-8B42-98B4-D42737B8509B}"/>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E70645B-C5D9-8544-BBF2-E4A13F8E4054}"/>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3063DFB-8595-A44B-9F09-A50FA310E559}" type="datetimeFigureOut">
              <a:t>30.09.2026</a:t>
            </a:fld>
            <a:endParaRPr/>
          </a:p>
        </p:txBody>
      </p:sp>
      <p:sp>
        <p:nvSpPr>
          <p:cNvPr id="5" name="Footer Placeholder 4">
            <a:extLst xmlns:a="http://schemas.openxmlformats.org/drawingml/2006/main">
              <a:ext uri="{FF2B5EF4-FFF2-40B4-BE49-F238E27FC236}">
                <a16:creationId xmlns:a16="http://schemas.microsoft.com/office/drawing/2014/main" id="{71F52289-7F57-544F-95EE-F8B2E106276A}"/>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11C5F56-F795-5643-ABE3-DDED2186989C}"/>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4C20F133-126C-5944-A0E4-6A9616EDC0DA}"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4f4ea1d4be4948"/>
    <p:sldLayoutId xmlns:r="http://schemas.openxmlformats.org/officeDocument/2006/relationships" id="2147483650" r:id="R11ef4c66a0d64171"/>
    <p:sldLayoutId xmlns:r="http://schemas.openxmlformats.org/officeDocument/2006/relationships" id="2147483651" r:id="Rfa4476fad4a54587"/>
    <p:sldLayoutId xmlns:r="http://schemas.openxmlformats.org/officeDocument/2006/relationships" id="2147483652" r:id="Re8e1409423ed45e1"/>
    <p:sldLayoutId xmlns:r="http://schemas.openxmlformats.org/officeDocument/2006/relationships" id="2147483653" r:id="Rd5ba1ae65e0e45af"/>
    <p:sldLayoutId xmlns:r="http://schemas.openxmlformats.org/officeDocument/2006/relationships" id="2147483654" r:id="Rf033092a8890429f"/>
    <p:sldLayoutId xmlns:r="http://schemas.openxmlformats.org/officeDocument/2006/relationships" id="2147483655" r:id="Re5c2c2ed9c68408d"/>
    <p:sldLayoutId xmlns:r="http://schemas.openxmlformats.org/officeDocument/2006/relationships" id="2147483656" r:id="R2d963ec47a4c4846"/>
    <p:sldLayoutId xmlns:r="http://schemas.openxmlformats.org/officeDocument/2006/relationships" id="2147483657" r:id="R381ade1b688b4fed"/>
    <p:sldLayoutId xmlns:r="http://schemas.openxmlformats.org/officeDocument/2006/relationships" id="2147483658" r:id="R4e7fbea5d4e74f0f"/>
    <p:sldLayoutId xmlns:r="http://schemas.openxmlformats.org/officeDocument/2006/relationships" id="2147483659" r:id="R8bc53f96963942fa"/>
    <p:sldLayoutId xmlns:r="http://schemas.openxmlformats.org/officeDocument/2006/relationships" id="2147483660" r:id="R2eec2c0822c04016"/>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Пользовательские 1">
      <a:dk1>
        <a:srgbClr val="0F2C68"/>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Пользовательские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19edaceea7b46ec" /><Relationship Type="http://schemas.openxmlformats.org/officeDocument/2006/relationships/notesSlide" Target="/ppt/notesSlides/notesSlide1.xml" Id="R98573ddb8dc845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75d419a493394296" /><Relationship Type="http://schemas.openxmlformats.org/officeDocument/2006/relationships/notesSlide" Target="/ppt/notesSlides/notesSlide2.xml" Id="R2df92ae12be14a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9214004349714bd3" /><Relationship Type="http://schemas.openxmlformats.org/officeDocument/2006/relationships/notesSlide" Target="/ppt/notesSlides/notesSlide3.xml" Id="Rc07d649a89fa48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47e3a8e047554614" /><Relationship Type="http://schemas.openxmlformats.org/officeDocument/2006/relationships/notesSlide" Target="/ppt/notesSlides/notesSlide4.xml" Id="R890aa106a62941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d755b2f145bd4924" /><Relationship Type="http://schemas.openxmlformats.org/officeDocument/2006/relationships/image" Target="/ppt/media/image4.png" Id="Rec92581af4cb473a" /><Relationship Type="http://schemas.openxmlformats.org/officeDocument/2006/relationships/image" Target="/ppt/media/image.svg" Id="R0d6376dee6444326" /><Relationship Type="http://schemas.openxmlformats.org/officeDocument/2006/relationships/image" Target="/ppt/media/image5.png" Id="R7673f4837991452c" /><Relationship Type="http://schemas.openxmlformats.org/officeDocument/2006/relationships/image" Target="/ppt/media/image2.svg" Id="R48f75563e66c4814" /><Relationship Type="http://schemas.openxmlformats.org/officeDocument/2006/relationships/notesSlide" Target="/ppt/notesSlides/notesSlide5.xml" Id="Rce75f5c9da5f40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16ffa6b771de43f7" /><Relationship Type="http://schemas.openxmlformats.org/officeDocument/2006/relationships/image" Target="/ppt/media/image6.png" Id="R7326b732b6444c6f" /><Relationship Type="http://schemas.openxmlformats.org/officeDocument/2006/relationships/image" Target="/ppt/media/image3.svg" Id="R7ea745ee08bd4193" /><Relationship Type="http://schemas.openxmlformats.org/officeDocument/2006/relationships/notesSlide" Target="/ppt/notesSlides/notesSlide6.xml" Id="R47e3734df5844f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da8f4552825b4a12" /><Relationship Type="http://schemas.openxmlformats.org/officeDocument/2006/relationships/notesSlide" Target="/ppt/notesSlides/notesSlide7.xml" Id="R4049ccb29c644513"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d03537077fc44071" /><Relationship Type="http://schemas.openxmlformats.org/officeDocument/2006/relationships/image" Target="/ppt/media/image7.png" Id="R3b78c252e4fa4e3b" /><Relationship Type="http://schemas.openxmlformats.org/officeDocument/2006/relationships/image" Target="/ppt/media/image8.png" Id="R1430f62b806d4b3a" /><Relationship Type="http://schemas.openxmlformats.org/officeDocument/2006/relationships/image" Target="/ppt/media/image9.png" Id="Rbb39c4c855e1485c" /><Relationship Type="http://schemas.openxmlformats.org/officeDocument/2006/relationships/image" Target="/ppt/media/image10.png" Id="Refe15f7ac5a447a1" /><Relationship Type="http://schemas.openxmlformats.org/officeDocument/2006/relationships/image" Target="/ppt/media/image11.png" Id="R14d01944126e4792" /><Relationship Type="http://schemas.openxmlformats.org/officeDocument/2006/relationships/image" Target="/ppt/media/image4.svg" Id="R008f0ddced6c47d2" /><Relationship Type="http://schemas.openxmlformats.org/officeDocument/2006/relationships/image" Target="/ppt/media/image12.png" Id="R5f286facc547427b" /><Relationship Type="http://schemas.openxmlformats.org/officeDocument/2006/relationships/image" Target="/ppt/media/image5.svg" Id="Ra1a9f0a2081d4071" /><Relationship Type="http://schemas.openxmlformats.org/officeDocument/2006/relationships/image" Target="/ppt/media/image13.png" Id="R16294b864ca04b20" /><Relationship Type="http://schemas.openxmlformats.org/officeDocument/2006/relationships/image" Target="/ppt/media/image6.svg" Id="R6b0f869e9e7d4e00" /><Relationship Type="http://schemas.openxmlformats.org/officeDocument/2006/relationships/image" Target="/ppt/media/image14.png" Id="R099729718f9a4bed" /><Relationship Type="http://schemas.openxmlformats.org/officeDocument/2006/relationships/image" Target="/ppt/media/image7.svg" Id="Rc7be8bfcdf5e4c1f" /><Relationship Type="http://schemas.openxmlformats.org/officeDocument/2006/relationships/notesSlide" Target="/ppt/notesSlides/notesSlide8.xml" Id="Rdd0ba29a66374cf1"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11e1079a258c4fd9" /><Relationship Type="http://schemas.openxmlformats.org/officeDocument/2006/relationships/image" Target="/ppt/media/image15.png" Id="R9eca48bcbb764023" /><Relationship Type="http://schemas.openxmlformats.org/officeDocument/2006/relationships/image" Target="/ppt/media/image8.svg" Id="Ra31f993d7b8c404d" /><Relationship Type="http://schemas.openxmlformats.org/officeDocument/2006/relationships/notesSlide" Target="/ppt/notesSlides/notesSlide9.xml" Id="Ra76737351e24420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ab0d652838d04a01" /><Relationship Type="http://schemas.openxmlformats.org/officeDocument/2006/relationships/image" Target="/ppt/media/image16.png" Id="R1096a239ac6c493f" /><Relationship Type="http://schemas.openxmlformats.org/officeDocument/2006/relationships/image" Target="/ppt/media/image9.svg" Id="R2cdcf25bd5014ecf" /><Relationship Type="http://schemas.openxmlformats.org/officeDocument/2006/relationships/image" Target="/ppt/media/image17.png" Id="Ra1b55accdcbd4966" /><Relationship Type="http://schemas.openxmlformats.org/officeDocument/2006/relationships/image" Target="/ppt/media/image10.svg" Id="Rfc8aa186820d4c42" /><Relationship Type="http://schemas.openxmlformats.org/officeDocument/2006/relationships/image" Target="/ppt/media/image18.png" Id="R6ae63cdbacc04f1d" /><Relationship Type="http://schemas.openxmlformats.org/officeDocument/2006/relationships/image" Target="/ppt/media/image11.svg" Id="R3ecd27abd20f4bb5" /><Relationship Type="http://schemas.openxmlformats.org/officeDocument/2006/relationships/image" Target="/ppt/media/image19.png" Id="Rfbfe0ea59d6642be" /><Relationship Type="http://schemas.openxmlformats.org/officeDocument/2006/relationships/image" Target="/ppt/media/image12.svg" Id="R39bd4939e0e8491e" /><Relationship Type="http://schemas.openxmlformats.org/officeDocument/2006/relationships/notesSlide" Target="/ppt/notesSlides/notesSlide10.xml" Id="R42fcdd4c24dd478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791b35f63d0442b4" /><Relationship Type="http://schemas.openxmlformats.org/officeDocument/2006/relationships/notesSlide" Target="/ppt/notesSlides/notesSlide11.xml" Id="Rddc86d1afd5749c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534853757ac9459e" /><Relationship Type="http://schemas.openxmlformats.org/officeDocument/2006/relationships/notesSlide" Target="/ppt/notesSlides/notesSlide12.xml" Id="Rdae0abb53aa448a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9164f71b40344381" /><Relationship Type="http://schemas.openxmlformats.org/officeDocument/2006/relationships/notesSlide" Target="/ppt/notesSlides/notesSlide13.xml" Id="Ra58c6ddb9ead478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e0fc62a9fd194f60" /><Relationship Type="http://schemas.openxmlformats.org/officeDocument/2006/relationships/image" Target="/ppt/media/image20.png" Id="R427ec33771744c76" /><Relationship Type="http://schemas.openxmlformats.org/officeDocument/2006/relationships/image" Target="/ppt/media/image13.svg" Id="Ra3c5aad6f5cd4818" /><Relationship Type="http://schemas.openxmlformats.org/officeDocument/2006/relationships/image" Target="/ppt/media/image21.png" Id="Rc932d2191b17436c" /><Relationship Type="http://schemas.openxmlformats.org/officeDocument/2006/relationships/image" Target="/ppt/media/image14.svg" Id="R5c66c97f48eb42fd" /><Relationship Type="http://schemas.openxmlformats.org/officeDocument/2006/relationships/notesSlide" Target="/ppt/notesSlides/notesSlide14.xml" Id="R08094e4d1ae6480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adeb4ada3df94a0c" /><Relationship Type="http://schemas.openxmlformats.org/officeDocument/2006/relationships/chart" Target="/ppt/slides/charts/chart1.xml" Id="R493fb0ac83394b62" /><Relationship Type="http://schemas.openxmlformats.org/officeDocument/2006/relationships/notesSlide" Target="/ppt/notesSlides/notesSlide15.xml" Id="Rc6e1940c8f264b7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ea2ea6c3877c48c2" /><Relationship Type="http://schemas.openxmlformats.org/officeDocument/2006/relationships/chart" Target="/ppt/slides/charts/chart2.xml" Id="R9ac860ebf4ea4e30" /><Relationship Type="http://schemas.openxmlformats.org/officeDocument/2006/relationships/image" Target="/ppt/media/image22.png" Id="R0a2218a0acfa47af" /><Relationship Type="http://schemas.openxmlformats.org/officeDocument/2006/relationships/image" Target="/ppt/media/image15.svg" Id="Rd45aea4b3d6a4042" /><Relationship Type="http://schemas.openxmlformats.org/officeDocument/2006/relationships/notesSlide" Target="/ppt/notesSlides/notesSlide16.xml" Id="R4d5802b442e045e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230a623a82be49de" /><Relationship Type="http://schemas.openxmlformats.org/officeDocument/2006/relationships/image" Target="/ppt/media/image23.png" Id="R9394a81a04b149d5" /><Relationship Type="http://schemas.openxmlformats.org/officeDocument/2006/relationships/image" Target="/ppt/media/image16.svg" Id="R868dcbe5f4594ab4" /><Relationship Type="http://schemas.openxmlformats.org/officeDocument/2006/relationships/notesSlide" Target="/ppt/notesSlides/notesSlide17.xml" Id="R11ad657210de42c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9e46f6ff0f694b2e" /><Relationship Type="http://schemas.openxmlformats.org/officeDocument/2006/relationships/notesSlide" Target="/ppt/notesSlides/notesSlide18.xml" Id="R544117059ca64ad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570db84d167d4d2f" /><Relationship Type="http://schemas.openxmlformats.org/officeDocument/2006/relationships/notesSlide" Target="/ppt/notesSlides/notesSlide19.xml" Id="R6f769981fcef478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3.xml" Id="Re3b29a35895f468f" /><Relationship Type="http://schemas.openxmlformats.org/officeDocument/2006/relationships/image" Target="/ppt/media/image24.png" Id="Rd38bcb03daa045cd" /><Relationship Type="http://schemas.openxmlformats.org/officeDocument/2006/relationships/image" Target="/ppt/media/image17.svg" Id="Rfceade1f09f843e5" /><Relationship Type="http://schemas.openxmlformats.org/officeDocument/2006/relationships/image" Target="/ppt/media/image25.png" Id="R7238028deceb4fe2" /><Relationship Type="http://schemas.openxmlformats.org/officeDocument/2006/relationships/image" Target="/ppt/media/image18.svg" Id="R454686c4221b454d" /><Relationship Type="http://schemas.openxmlformats.org/officeDocument/2006/relationships/image" Target="/ppt/media/image26.png" Id="R7fa61609c3674ffb" /><Relationship Type="http://schemas.openxmlformats.org/officeDocument/2006/relationships/image" Target="/ppt/media/image19.svg" Id="R2d189ba4956c41bd" /><Relationship Type="http://schemas.openxmlformats.org/officeDocument/2006/relationships/chart" Target="/ppt/slides/charts/chart3.xml" Id="Rca93150786684d12" /><Relationship Type="http://schemas.openxmlformats.org/officeDocument/2006/relationships/notesSlide" Target="/ppt/notesSlides/notesSlide20.xml" Id="R2d9804734c9e4f0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e78364570c234632" /><Relationship Type="http://schemas.openxmlformats.org/officeDocument/2006/relationships/image" Target="/ppt/media/image27.png" Id="R7cff365deaed430f" /><Relationship Type="http://schemas.openxmlformats.org/officeDocument/2006/relationships/image" Target="/ppt/media/image20.svg" Id="R7935a04ed95b4a07" /><Relationship Type="http://schemas.openxmlformats.org/officeDocument/2006/relationships/notesSlide" Target="/ppt/notesSlides/notesSlide21.xml" Id="R215408feb4eb4a4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c613ab90ec7f4c01" /><Relationship Type="http://schemas.openxmlformats.org/officeDocument/2006/relationships/notesSlide" Target="/ppt/notesSlides/notesSlide22.xml" Id="Re3a7bbf4ff304e7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e7fde194c281405f" /><Relationship Type="http://schemas.openxmlformats.org/officeDocument/2006/relationships/notesSlide" Target="/ppt/notesSlides/notesSlide23.xml" Id="R154a488ecf744f3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3.xml" Id="R28c4a2819d5f4230" /><Relationship Type="http://schemas.openxmlformats.org/officeDocument/2006/relationships/notesSlide" Target="/ppt/notesSlides/notesSlide24.xml" Id="R99a6257bd133450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3.xml" Id="Ra67d834020f546da" /><Relationship Type="http://schemas.openxmlformats.org/officeDocument/2006/relationships/notesSlide" Target="/ppt/notesSlides/notesSlide25.xml" Id="Ref01cc9ac77c4d9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3.xml" Id="R388a37d86be74e09" /><Relationship Type="http://schemas.openxmlformats.org/officeDocument/2006/relationships/notesSlide" Target="/ppt/notesSlides/notesSlide26.xml" Id="R66bc4fa20a47411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3.xml" Id="R775d51fd3ea74ac3" /><Relationship Type="http://schemas.openxmlformats.org/officeDocument/2006/relationships/notesSlide" Target="/ppt/notesSlides/notesSlide27.xml" Id="R56c5dc70e5b146d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2.xml" Id="R855d9c5ccc6b4206" /><Relationship Type="http://schemas.openxmlformats.org/officeDocument/2006/relationships/notesSlide" Target="/ppt/notesSlides/notesSlide28.xml" Id="Rb2b6bb6a10cb433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ROC</c:v>
          </c:tx>
          <c:spPr>
            <a:solidFill xmlns:a="http://schemas.openxmlformats.org/drawingml/2006/main">
              <a:srgbClr val="102D69"/>
            </a:solidFill>
            <a:ln xmlns:a="http://schemas.openxmlformats.org/drawingml/2006/main" w="28575">
              <a:solidFill>
                <a:srgbClr val="102D69"/>
              </a:solidFill>
            </a:ln>
          </c:spPr>
          <c:marker>
            <c:symbol val="circle"/>
            <c:size val="7"/>
            <c:spPr>
              <a:solidFill xmlns:a="http://schemas.openxmlformats.org/drawingml/2006/main">
                <a:srgbClr val="102D69"/>
              </a:solidFill>
            </c:spPr>
          </c:marker>
          <c:xVal>
            <c:numRef>
              <c:f>'Chart Data'!$A$2:$A$10</c:f>
              <c:numCache>
                <c:formatCode>General</c:formatCode>
                <c:ptCount val="9"/>
                <c:pt idx="0">
                  <c:v>0</c:v>
                </c:pt>
                <c:pt idx="1">
                  <c:v>0</c:v>
                </c:pt>
                <c:pt idx="2">
                  <c:v>0.25</c:v>
                </c:pt>
                <c:pt idx="3">
                  <c:v>0.25</c:v>
                </c:pt>
                <c:pt idx="4">
                  <c:v>0.25</c:v>
                </c:pt>
                <c:pt idx="5">
                  <c:v>0.5</c:v>
                </c:pt>
                <c:pt idx="6">
                  <c:v>0.75</c:v>
                </c:pt>
                <c:pt idx="7">
                  <c:v>0.75</c:v>
                </c:pt>
                <c:pt idx="8">
                  <c:v>1</c:v>
                </c:pt>
              </c:numCache>
            </c:numRef>
          </c:xVal>
          <c:yVal>
            <c:numRef>
              <c:f>'Chart Data'!$B$2:$B$10</c:f>
              <c:numCache>
                <c:formatCode>0.00</c:formatCode>
                <c:ptCount val="9"/>
                <c:pt idx="0">
                  <c:v>0</c:v>
                </c:pt>
                <c:pt idx="1">
                  <c:v>0.25</c:v>
                </c:pt>
                <c:pt idx="2">
                  <c:v>0.25</c:v>
                </c:pt>
                <c:pt idx="3">
                  <c:v>0.5</c:v>
                </c:pt>
                <c:pt idx="4">
                  <c:v>0.75</c:v>
                </c:pt>
                <c:pt idx="5">
                  <c:v>0.75</c:v>
                </c:pt>
                <c:pt idx="6">
                  <c:v>0.75</c:v>
                </c:pt>
                <c:pt idx="7">
                  <c:v>1</c:v>
                </c:pt>
                <c:pt idx="8">
                  <c:v>1</c:v>
                </c:pt>
              </c:numCache>
            </c:numRef>
          </c:yVal>
          <c:smooth val="0"/>
        </c:ser>
        <c:ser>
          <c:idx val="1"/>
          <c:order val="1"/>
          <c:tx>
            <c:v>t = 1,1</c:v>
          </c:tx>
          <c:spPr>
            <a:solidFill xmlns:a="http://schemas.openxmlformats.org/drawingml/2006/main">
              <a:srgbClr val="EB681F"/>
            </a:solidFill>
            <a:ln xmlns:a="http://schemas.openxmlformats.org/drawingml/2006/main" w="28575">
              <a:solidFill>
                <a:srgbClr val="EB681F"/>
              </a:solidFill>
            </a:ln>
          </c:spPr>
          <c:marker>
            <c:symbol val="circle"/>
            <c:size val="7"/>
            <c:spPr>
              <a:solidFill xmlns:a="http://schemas.openxmlformats.org/drawingml/2006/main">
                <a:srgbClr val="EB681F"/>
              </a:solidFill>
            </c:spPr>
          </c:marker>
          <c:xVal>
            <c:numRef>
              <c:f>'Chart Data'!$C$2:$C$2</c:f>
              <c:numCache>
                <c:formatCode>General</c:formatCode>
                <c:ptCount val="1"/>
                <c:pt idx="0">
                  <c:v>0.25</c:v>
                </c:pt>
              </c:numCache>
            </c:numRef>
          </c:xVal>
          <c:yVal>
            <c:numRef>
              <c:f>'Chart Data'!$D$2:$D$2</c:f>
              <c:numCache>
                <c:formatCode>0.00</c:formatCode>
                <c:ptCount val="1"/>
                <c:pt idx="0">
                  <c:v>0.75</c:v>
                </c:pt>
              </c:numCache>
            </c:numRef>
          </c:yVal>
          <c:smooth val="0"/>
        </c:ser>
        <c:axId val="48650112"/>
        <c:axId val="48672768"/>
      </c:scatterChart>
      <c:valAx>
        <c:axId val="48672768"/>
        <c:scaling>
          <c:orientation val="minMax"/>
          <c:max val="1"/>
          <c:min val="0"/>
        </c:scaling>
        <c:delete val="0"/>
        <c:axPos val="l"/>
        <c:majorGridlines>
          <c:spPr>
            <a:ln xmlns:a="http://schemas.openxmlformats.org/drawingml/2006/main" w="9525">
              <a:solidFill>
                <a:srgbClr val="DFE6F0"/>
              </a:solidFill>
            </a:ln>
          </c:spPr>
        </c:majorGridlines>
        <c:title>
          <c:tx>
            <c:rich>
              <a:bodyPr xmlns:a="http://schemas.openxmlformats.org/drawingml/2006/main"/>
              <a:lstStyle xmlns:a="http://schemas.openxmlformats.org/drawingml/2006/main"/>
              <a:p xmlns:a="http://schemas.openxmlformats.org/drawingml/2006/main">
                <a:r>
                  <a:rPr sz="1575">
                    <a:solidFill>
                      <a:srgbClr val="102D69"/>
                    </a:solidFill>
                    <a:latin typeface="HSE Sans"/>
                    <a:ea typeface="HSE Sans"/>
                    <a:cs typeface="HSE Sans"/>
                  </a:rPr>
                  <a:t>TPR = recall</a:t>
                </a:r>
              </a:p>
            </c:rich>
          </c:tx>
          <c:overlay val="0"/>
          <c:txPr>
            <a:bodyPr xmlns:a="http://schemas.openxmlformats.org/drawingml/2006/main" anchorCtr="1"/>
            <a:lstStyle xmlns:a="http://schemas.openxmlformats.org/drawingml/2006/main"/>
            <a:p xmlns:a="http://schemas.openxmlformats.org/drawingml/2006/main">
              <a:pPr>
                <a:defRPr sz="1575">
                  <a:solidFill>
                    <a:srgbClr val="102D69"/>
                  </a:solidFill>
                  <a:latin typeface="HSE Sans"/>
                  <a:ea typeface="HSE Sans"/>
                  <a:cs typeface="HSE Sans"/>
                </a:defRPr>
              </a:pPr>
            </a:p>
          </c:txPr>
        </c:title>
        <c:numFmt formatCode="0.00"/>
        <c:majorTickMark val="none"/>
        <c:minorTickMark val="none"/>
        <c:spPr>
          <a:ln xmlns:a="http://schemas.openxmlformats.org/drawingml/2006/main" w="9525">
            <a:solidFill>
              <a:srgbClr val="A6B2C4"/>
            </a:solidFill>
          </a:ln>
        </c:spPr>
        <c:txPr>
          <a:bodyPr xmlns:a="http://schemas.openxmlformats.org/drawingml/2006/main" anchorCtr="1"/>
          <a:lstStyle xmlns:a="http://schemas.openxmlformats.org/drawingml/2006/main"/>
          <a:p xmlns:a="http://schemas.openxmlformats.org/drawingml/2006/main">
            <a:pPr>
              <a:defRPr sz="1425">
                <a:solidFill>
                  <a:srgbClr val="102D69"/>
                </a:solidFill>
                <a:latin typeface="HSE Sans"/>
                <a:ea typeface="HSE Sans"/>
                <a:cs typeface="HSE Sans"/>
              </a:defRPr>
            </a:pPr>
          </a:p>
        </c:txPr>
        <c:crossAx val="48650112"/>
        <c:majorUnit val="0.25"/>
      </c:valAx>
      <c:valAx>
        <c:axId val="48650112"/>
        <c:scaling>
          <c:orientation val="minMax"/>
          <c:max val="1"/>
          <c:min val="0"/>
        </c:scaling>
        <c:delete val="0"/>
        <c:axPos val="b"/>
        <c:majorGridlines>
          <c:spPr>
            <a:ln xmlns:a="http://schemas.openxmlformats.org/drawingml/2006/main" w="9525">
              <a:solidFill>
                <a:srgbClr val="DFE6F0"/>
              </a:solidFill>
            </a:ln>
          </c:spPr>
        </c:majorGridlines>
        <c:title>
          <c:tx>
            <c:rich>
              <a:bodyPr xmlns:a="http://schemas.openxmlformats.org/drawingml/2006/main"/>
              <a:lstStyle xmlns:a="http://schemas.openxmlformats.org/drawingml/2006/main"/>
              <a:p xmlns:a="http://schemas.openxmlformats.org/drawingml/2006/main">
                <a:r>
                  <a:rPr sz="1575">
                    <a:solidFill>
                      <a:srgbClr val="102D69"/>
                    </a:solidFill>
                    <a:latin typeface="HSE Sans"/>
                    <a:ea typeface="HSE Sans"/>
                    <a:cs typeface="HSE Sans"/>
                  </a:rPr>
                  <a:t>FPR</a:t>
                </a:r>
              </a:p>
            </c:rich>
          </c:tx>
          <c:overlay val="0"/>
          <c:txPr>
            <a:bodyPr xmlns:a="http://schemas.openxmlformats.org/drawingml/2006/main" anchorCtr="1"/>
            <a:lstStyle xmlns:a="http://schemas.openxmlformats.org/drawingml/2006/main"/>
            <a:p xmlns:a="http://schemas.openxmlformats.org/drawingml/2006/main">
              <a:pPr>
                <a:defRPr sz="1575">
                  <a:solidFill>
                    <a:srgbClr val="102D69"/>
                  </a:solidFill>
                  <a:latin typeface="HSE Sans"/>
                  <a:ea typeface="HSE Sans"/>
                  <a:cs typeface="HSE Sans"/>
                </a:defRPr>
              </a:pPr>
            </a:p>
          </c:txPr>
        </c:title>
        <c:numFmt formatCode="0.00"/>
        <c:majorTickMark val="none"/>
        <c:minorTickMark val="none"/>
        <c:spPr>
          <a:ln xmlns:a="http://schemas.openxmlformats.org/drawingml/2006/main" w="9525">
            <a:solidFill>
              <a:srgbClr val="A6B2C4"/>
            </a:solidFill>
          </a:ln>
        </c:spPr>
        <c:txPr>
          <a:bodyPr xmlns:a="http://schemas.openxmlformats.org/drawingml/2006/main" anchorCtr="1"/>
          <a:lstStyle xmlns:a="http://schemas.openxmlformats.org/drawingml/2006/main"/>
          <a:p xmlns:a="http://schemas.openxmlformats.org/drawingml/2006/main">
            <a:pPr>
              <a:defRPr sz="1425">
                <a:solidFill>
                  <a:srgbClr val="102D69"/>
                </a:solidFill>
                <a:latin typeface="HSE Sans"/>
                <a:ea typeface="HSE Sans"/>
                <a:cs typeface="HSE Sans"/>
              </a:defRPr>
            </a:pPr>
          </a:p>
        </c:txPr>
        <c:crossAx val="48672768"/>
        <c:majorUnit val="0.2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Идеальный</c:v>
          </c:tx>
          <c:spPr>
            <a:solidFill xmlns:a="http://schemas.openxmlformats.org/drawingml/2006/main">
              <a:srgbClr val="2F8B64"/>
            </a:solidFill>
            <a:ln xmlns:a="http://schemas.openxmlformats.org/drawingml/2006/main" w="28575">
              <a:solidFill>
                <a:srgbClr val="2F8B64"/>
              </a:solidFill>
            </a:ln>
          </c:spPr>
          <c:marker>
            <c:symbol val="circle"/>
            <c:size val="7"/>
            <c:spPr>
              <a:solidFill xmlns:a="http://schemas.openxmlformats.org/drawingml/2006/main">
                <a:srgbClr val="2F8B64"/>
              </a:solidFill>
            </c:spPr>
          </c:marker>
          <c:xVal>
            <c:numRef>
              <c:f>'Chart Data'!$A$2:$A$4</c:f>
              <c:numCache>
                <c:formatCode>General</c:formatCode>
                <c:ptCount val="3"/>
                <c:pt idx="0">
                  <c:v>0</c:v>
                </c:pt>
                <c:pt idx="1">
                  <c:v>0</c:v>
                </c:pt>
                <c:pt idx="2">
                  <c:v>1</c:v>
                </c:pt>
              </c:numCache>
            </c:numRef>
          </c:xVal>
          <c:yVal>
            <c:numRef>
              <c:f>'Chart Data'!$B$2:$B$4</c:f>
              <c:numCache>
                <c:formatCode>0.00</c:formatCode>
                <c:ptCount val="3"/>
                <c:pt idx="0">
                  <c:v>0</c:v>
                </c:pt>
                <c:pt idx="1">
                  <c:v>1</c:v>
                </c:pt>
                <c:pt idx="2">
                  <c:v>1</c:v>
                </c:pt>
              </c:numCache>
            </c:numRef>
          </c:yVal>
          <c:smooth val="0"/>
        </c:ser>
        <c:ser>
          <c:idx val="1"/>
          <c:order val="1"/>
          <c:tx>
            <c:v>Постоянный</c:v>
          </c:tx>
          <c:spPr>
            <a:solidFill xmlns:a="http://schemas.openxmlformats.org/drawingml/2006/main">
              <a:srgbClr val="5F6B7A"/>
            </a:solidFill>
            <a:ln xmlns:a="http://schemas.openxmlformats.org/drawingml/2006/main" w="28575">
              <a:solidFill>
                <a:srgbClr val="5F6B7A"/>
              </a:solidFill>
            </a:ln>
          </c:spPr>
          <c:marker>
            <c:symbol val="none"/>
            <c:size val="7"/>
          </c:marker>
          <c:xVal>
            <c:numRef>
              <c:f>'Chart Data'!$C$2:$C$3</c:f>
              <c:numCache>
                <c:formatCode>General</c:formatCode>
                <c:ptCount val="2"/>
                <c:pt idx="0">
                  <c:v>0</c:v>
                </c:pt>
                <c:pt idx="1">
                  <c:v>1</c:v>
                </c:pt>
              </c:numCache>
            </c:numRef>
          </c:xVal>
          <c:yVal>
            <c:numRef>
              <c:f>'Chart Data'!$D$2:$D$3</c:f>
              <c:numCache>
                <c:formatCode>0.00</c:formatCode>
                <c:ptCount val="2"/>
                <c:pt idx="0">
                  <c:v>0</c:v>
                </c:pt>
                <c:pt idx="1">
                  <c:v>1</c:v>
                </c:pt>
              </c:numCache>
            </c:numRef>
          </c:yVal>
          <c:smooth val="0"/>
        </c:ser>
        <c:ser>
          <c:idx val="2"/>
          <c:order val="2"/>
          <c:tx>
            <c:v>Обратный</c:v>
          </c:tx>
          <c:spPr>
            <a:solidFill xmlns:a="http://schemas.openxmlformats.org/drawingml/2006/main">
              <a:srgbClr val="EB681F"/>
            </a:solidFill>
            <a:ln xmlns:a="http://schemas.openxmlformats.org/drawingml/2006/main" w="28575">
              <a:solidFill>
                <a:srgbClr val="EB681F"/>
              </a:solidFill>
            </a:ln>
          </c:spPr>
          <c:marker>
            <c:symbol val="circle"/>
            <c:size val="7"/>
            <c:spPr>
              <a:solidFill xmlns:a="http://schemas.openxmlformats.org/drawingml/2006/main">
                <a:srgbClr val="EB681F"/>
              </a:solidFill>
            </c:spPr>
          </c:marker>
          <c:xVal>
            <c:numRef>
              <c:f>'Chart Data'!$E$2:$E$4</c:f>
              <c:numCache>
                <c:formatCode>General</c:formatCode>
                <c:ptCount val="3"/>
                <c:pt idx="0">
                  <c:v>0</c:v>
                </c:pt>
                <c:pt idx="1">
                  <c:v>1</c:v>
                </c:pt>
                <c:pt idx="2">
                  <c:v>1</c:v>
                </c:pt>
              </c:numCache>
            </c:numRef>
          </c:xVal>
          <c:yVal>
            <c:numRef>
              <c:f>'Chart Data'!$F$2:$F$4</c:f>
              <c:numCache>
                <c:formatCode>0.00</c:formatCode>
                <c:ptCount val="3"/>
                <c:pt idx="0">
                  <c:v>0</c:v>
                </c:pt>
                <c:pt idx="1">
                  <c:v>0</c:v>
                </c:pt>
                <c:pt idx="2">
                  <c:v>1</c:v>
                </c:pt>
              </c:numCache>
            </c:numRef>
          </c:yVal>
          <c:smooth val="0"/>
        </c:ser>
        <c:axId val="48650112"/>
        <c:axId val="48672768"/>
      </c:scatterChart>
      <c:valAx>
        <c:axId val="48672768"/>
        <c:scaling>
          <c:orientation val="minMax"/>
          <c:max val="1"/>
          <c:min val="0"/>
        </c:scaling>
        <c:delete val="0"/>
        <c:axPos val="l"/>
        <c:majorGridlines>
          <c:spPr>
            <a:ln xmlns:a="http://schemas.openxmlformats.org/drawingml/2006/main" w="9525">
              <a:solidFill>
                <a:srgbClr val="DFE6F0"/>
              </a:solidFill>
            </a:ln>
          </c:spPr>
        </c:majorGridlines>
        <c:title>
          <c:tx>
            <c:rich>
              <a:bodyPr xmlns:a="http://schemas.openxmlformats.org/drawingml/2006/main"/>
              <a:lstStyle xmlns:a="http://schemas.openxmlformats.org/drawingml/2006/main"/>
              <a:p xmlns:a="http://schemas.openxmlformats.org/drawingml/2006/main">
                <a:r>
                  <a:rPr sz="1575">
                    <a:solidFill>
                      <a:srgbClr val="102D69"/>
                    </a:solidFill>
                    <a:latin typeface="HSE Sans"/>
                    <a:ea typeface="HSE Sans"/>
                    <a:cs typeface="HSE Sans"/>
                  </a:rPr>
                  <a:t>TPR = recall</a:t>
                </a:r>
              </a:p>
            </c:rich>
          </c:tx>
          <c:overlay val="0"/>
          <c:txPr>
            <a:bodyPr xmlns:a="http://schemas.openxmlformats.org/drawingml/2006/main" anchorCtr="1"/>
            <a:lstStyle xmlns:a="http://schemas.openxmlformats.org/drawingml/2006/main"/>
            <a:p xmlns:a="http://schemas.openxmlformats.org/drawingml/2006/main">
              <a:pPr>
                <a:defRPr sz="1575">
                  <a:solidFill>
                    <a:srgbClr val="102D69"/>
                  </a:solidFill>
                  <a:latin typeface="HSE Sans"/>
                  <a:ea typeface="HSE Sans"/>
                  <a:cs typeface="HSE Sans"/>
                </a:defRPr>
              </a:pPr>
            </a:p>
          </c:txPr>
        </c:title>
        <c:numFmt formatCode="0.00"/>
        <c:majorTickMark val="none"/>
        <c:minorTickMark val="none"/>
        <c:spPr>
          <a:ln xmlns:a="http://schemas.openxmlformats.org/drawingml/2006/main" w="9525">
            <a:solidFill>
              <a:srgbClr val="A6B2C4"/>
            </a:solidFill>
          </a:ln>
        </c:spPr>
        <c:txPr>
          <a:bodyPr xmlns:a="http://schemas.openxmlformats.org/drawingml/2006/main" anchorCtr="1"/>
          <a:lstStyle xmlns:a="http://schemas.openxmlformats.org/drawingml/2006/main"/>
          <a:p xmlns:a="http://schemas.openxmlformats.org/drawingml/2006/main">
            <a:pPr>
              <a:defRPr sz="1425">
                <a:solidFill>
                  <a:srgbClr val="102D69"/>
                </a:solidFill>
                <a:latin typeface="HSE Sans"/>
                <a:ea typeface="HSE Sans"/>
                <a:cs typeface="HSE Sans"/>
              </a:defRPr>
            </a:pPr>
          </a:p>
        </c:txPr>
        <c:crossAx val="48650112"/>
        <c:majorUnit val="0.25"/>
      </c:valAx>
      <c:valAx>
        <c:axId val="48650112"/>
        <c:scaling>
          <c:orientation val="minMax"/>
          <c:max val="1"/>
          <c:min val="0"/>
        </c:scaling>
        <c:delete val="0"/>
        <c:axPos val="b"/>
        <c:majorGridlines>
          <c:spPr>
            <a:ln xmlns:a="http://schemas.openxmlformats.org/drawingml/2006/main" w="9525">
              <a:solidFill>
                <a:srgbClr val="DFE6F0"/>
              </a:solidFill>
            </a:ln>
          </c:spPr>
        </c:majorGridlines>
        <c:title>
          <c:tx>
            <c:rich>
              <a:bodyPr xmlns:a="http://schemas.openxmlformats.org/drawingml/2006/main"/>
              <a:lstStyle xmlns:a="http://schemas.openxmlformats.org/drawingml/2006/main"/>
              <a:p xmlns:a="http://schemas.openxmlformats.org/drawingml/2006/main">
                <a:r>
                  <a:rPr sz="1575">
                    <a:solidFill>
                      <a:srgbClr val="102D69"/>
                    </a:solidFill>
                    <a:latin typeface="HSE Sans"/>
                    <a:ea typeface="HSE Sans"/>
                    <a:cs typeface="HSE Sans"/>
                  </a:rPr>
                  <a:t>FPR</a:t>
                </a:r>
              </a:p>
            </c:rich>
          </c:tx>
          <c:overlay val="0"/>
          <c:txPr>
            <a:bodyPr xmlns:a="http://schemas.openxmlformats.org/drawingml/2006/main" anchorCtr="1"/>
            <a:lstStyle xmlns:a="http://schemas.openxmlformats.org/drawingml/2006/main"/>
            <a:p xmlns:a="http://schemas.openxmlformats.org/drawingml/2006/main">
              <a:pPr>
                <a:defRPr sz="1575">
                  <a:solidFill>
                    <a:srgbClr val="102D69"/>
                  </a:solidFill>
                  <a:latin typeface="HSE Sans"/>
                  <a:ea typeface="HSE Sans"/>
                  <a:cs typeface="HSE Sans"/>
                </a:defRPr>
              </a:pPr>
            </a:p>
          </c:txPr>
        </c:title>
        <c:numFmt formatCode="0.00"/>
        <c:majorTickMark val="none"/>
        <c:minorTickMark val="none"/>
        <c:spPr>
          <a:ln xmlns:a="http://schemas.openxmlformats.org/drawingml/2006/main" w="9525">
            <a:solidFill>
              <a:srgbClr val="A6B2C4"/>
            </a:solidFill>
          </a:ln>
        </c:spPr>
        <c:txPr>
          <a:bodyPr xmlns:a="http://schemas.openxmlformats.org/drawingml/2006/main" anchorCtr="1"/>
          <a:lstStyle xmlns:a="http://schemas.openxmlformats.org/drawingml/2006/main"/>
          <a:p xmlns:a="http://schemas.openxmlformats.org/drawingml/2006/main">
            <a:pPr>
              <a:defRPr sz="1425">
                <a:solidFill>
                  <a:srgbClr val="102D69"/>
                </a:solidFill>
                <a:latin typeface="HSE Sans"/>
                <a:ea typeface="HSE Sans"/>
                <a:cs typeface="HSE Sans"/>
              </a:defRPr>
            </a:pPr>
          </a:p>
        </c:txPr>
        <c:crossAx val="48672768"/>
        <c:majorUnit val="0.2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02D69"/>
              </a:solidFill>
              <a:latin typeface="HSE Sans"/>
              <a:ea typeface="HSE Sans"/>
              <a:cs typeface="HSE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y = 1</c:v>
          </c:tx>
          <c:spPr>
            <a:solidFill xmlns:a="http://schemas.openxmlformats.org/drawingml/2006/main">
              <a:srgbClr val="EB681F"/>
            </a:solidFill>
            <a:ln xmlns:a="http://schemas.openxmlformats.org/drawingml/2006/main" w="28575">
              <a:solidFill>
                <a:srgbClr val="EB681F"/>
              </a:solidFill>
            </a:ln>
          </c:spPr>
          <c:marker>
            <c:symbol val="none"/>
            <c:size val="7"/>
          </c:marker>
          <c:xVal>
            <c:numRef>
              <c:f>'Chart Data'!$A$2:$A$100</c:f>
              <c:numCache>
                <c:formatCode>General</c:formatCode>
                <c:ptCount val="99"/>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pt idx="30">
                  <c:v>0.31</c:v>
                </c:pt>
                <c:pt idx="31">
                  <c:v>0.32</c:v>
                </c:pt>
                <c:pt idx="32">
                  <c:v>0.33</c:v>
                </c:pt>
                <c:pt idx="33">
                  <c:v>0.34</c:v>
                </c:pt>
                <c:pt idx="34">
                  <c:v>0.35</c:v>
                </c:pt>
                <c:pt idx="35">
                  <c:v>0.36</c:v>
                </c:pt>
                <c:pt idx="36">
                  <c:v>0.37</c:v>
                </c:pt>
                <c:pt idx="37">
                  <c:v>0.38</c:v>
                </c:pt>
                <c:pt idx="38">
                  <c:v>0.39</c:v>
                </c:pt>
                <c:pt idx="39">
                  <c:v>0.4</c:v>
                </c:pt>
                <c:pt idx="40">
                  <c:v>0.41</c:v>
                </c:pt>
                <c:pt idx="41">
                  <c:v>0.42</c:v>
                </c:pt>
                <c:pt idx="42">
                  <c:v>0.43</c:v>
                </c:pt>
                <c:pt idx="43">
                  <c:v>0.44</c:v>
                </c:pt>
                <c:pt idx="44">
                  <c:v>0.45</c:v>
                </c:pt>
                <c:pt idx="45">
                  <c:v>0.46</c:v>
                </c:pt>
                <c:pt idx="46">
                  <c:v>0.47</c:v>
                </c:pt>
                <c:pt idx="47">
                  <c:v>0.48</c:v>
                </c:pt>
                <c:pt idx="48">
                  <c:v>0.49</c:v>
                </c:pt>
                <c:pt idx="49">
                  <c:v>0.5</c:v>
                </c:pt>
                <c:pt idx="50">
                  <c:v>0.51</c:v>
                </c:pt>
                <c:pt idx="51">
                  <c:v>0.52</c:v>
                </c:pt>
                <c:pt idx="52">
                  <c:v>0.53</c:v>
                </c:pt>
                <c:pt idx="53">
                  <c:v>0.54</c:v>
                </c:pt>
                <c:pt idx="54">
                  <c:v>0.55</c:v>
                </c:pt>
                <c:pt idx="55">
                  <c:v>0.56</c:v>
                </c:pt>
                <c:pt idx="56">
                  <c:v>0.57</c:v>
                </c:pt>
                <c:pt idx="57">
                  <c:v>0.58</c:v>
                </c:pt>
                <c:pt idx="58">
                  <c:v>0.59</c:v>
                </c:pt>
                <c:pt idx="59">
                  <c:v>0.6</c:v>
                </c:pt>
                <c:pt idx="60">
                  <c:v>0.61</c:v>
                </c:pt>
                <c:pt idx="61">
                  <c:v>0.62</c:v>
                </c:pt>
                <c:pt idx="62">
                  <c:v>0.63</c:v>
                </c:pt>
                <c:pt idx="63">
                  <c:v>0.64</c:v>
                </c:pt>
                <c:pt idx="64">
                  <c:v>0.65</c:v>
                </c:pt>
                <c:pt idx="65">
                  <c:v>0.66</c:v>
                </c:pt>
                <c:pt idx="66">
                  <c:v>0.67</c:v>
                </c:pt>
                <c:pt idx="67">
                  <c:v>0.68</c:v>
                </c:pt>
                <c:pt idx="68">
                  <c:v>0.69</c:v>
                </c:pt>
                <c:pt idx="69">
                  <c:v>0.7</c:v>
                </c:pt>
                <c:pt idx="70">
                  <c:v>0.71</c:v>
                </c:pt>
                <c:pt idx="71">
                  <c:v>0.72</c:v>
                </c:pt>
                <c:pt idx="72">
                  <c:v>0.73</c:v>
                </c:pt>
                <c:pt idx="73">
                  <c:v>0.74</c:v>
                </c:pt>
                <c:pt idx="74">
                  <c:v>0.75</c:v>
                </c:pt>
                <c:pt idx="75">
                  <c:v>0.76</c:v>
                </c:pt>
                <c:pt idx="76">
                  <c:v>0.77</c:v>
                </c:pt>
                <c:pt idx="77">
                  <c:v>0.78</c:v>
                </c:pt>
                <c:pt idx="78">
                  <c:v>0.79</c:v>
                </c:pt>
                <c:pt idx="79">
                  <c:v>0.8</c:v>
                </c:pt>
                <c:pt idx="80">
                  <c:v>0.81</c:v>
                </c:pt>
                <c:pt idx="81">
                  <c:v>0.82</c:v>
                </c:pt>
                <c:pt idx="82">
                  <c:v>0.83</c:v>
                </c:pt>
                <c:pt idx="83">
                  <c:v>0.84</c:v>
                </c:pt>
                <c:pt idx="84">
                  <c:v>0.85</c:v>
                </c:pt>
                <c:pt idx="85">
                  <c:v>0.86</c:v>
                </c:pt>
                <c:pt idx="86">
                  <c:v>0.87</c:v>
                </c:pt>
                <c:pt idx="87">
                  <c:v>0.88</c:v>
                </c:pt>
                <c:pt idx="88">
                  <c:v>0.89</c:v>
                </c:pt>
                <c:pt idx="89">
                  <c:v>0.9</c:v>
                </c:pt>
                <c:pt idx="90">
                  <c:v>0.91</c:v>
                </c:pt>
                <c:pt idx="91">
                  <c:v>0.92</c:v>
                </c:pt>
                <c:pt idx="92">
                  <c:v>0.93</c:v>
                </c:pt>
                <c:pt idx="93">
                  <c:v>0.94</c:v>
                </c:pt>
                <c:pt idx="94">
                  <c:v>0.95</c:v>
                </c:pt>
                <c:pt idx="95">
                  <c:v>0.96</c:v>
                </c:pt>
                <c:pt idx="96">
                  <c:v>0.97</c:v>
                </c:pt>
                <c:pt idx="97">
                  <c:v>0.98</c:v>
                </c:pt>
                <c:pt idx="98">
                  <c:v>0.99</c:v>
                </c:pt>
              </c:numCache>
            </c:numRef>
          </c:xVal>
          <c:yVal>
            <c:numRef>
              <c:f>'Chart Data'!$B$2:$B$100</c:f>
              <c:numCache>
                <c:formatCode>0.0</c:formatCode>
                <c:ptCount val="99"/>
                <c:pt idx="0">
                  <c:v>4.60517019</c:v>
                </c:pt>
                <c:pt idx="1">
                  <c:v>3.91202301</c:v>
                </c:pt>
                <c:pt idx="2">
                  <c:v>3.5065579</c:v>
                </c:pt>
                <c:pt idx="3">
                  <c:v>3.21887582</c:v>
                </c:pt>
                <c:pt idx="4">
                  <c:v>2.99573227</c:v>
                </c:pt>
                <c:pt idx="5">
                  <c:v>2.81341072</c:v>
                </c:pt>
                <c:pt idx="6">
                  <c:v>2.65926004</c:v>
                </c:pt>
                <c:pt idx="7">
                  <c:v>2.52572864</c:v>
                </c:pt>
                <c:pt idx="8">
                  <c:v>2.40794561</c:v>
                </c:pt>
                <c:pt idx="9">
                  <c:v>2.30258509</c:v>
                </c:pt>
                <c:pt idx="10">
                  <c:v>2.20727491</c:v>
                </c:pt>
                <c:pt idx="11">
                  <c:v>2.12026354</c:v>
                </c:pt>
                <c:pt idx="12">
                  <c:v>2.04022083</c:v>
                </c:pt>
                <c:pt idx="13">
                  <c:v>1.96611286</c:v>
                </c:pt>
                <c:pt idx="14">
                  <c:v>1.89711998</c:v>
                </c:pt>
                <c:pt idx="15">
                  <c:v>1.83258146</c:v>
                </c:pt>
                <c:pt idx="16">
                  <c:v>1.77195684</c:v>
                </c:pt>
                <c:pt idx="17">
                  <c:v>1.71479843</c:v>
                </c:pt>
                <c:pt idx="18">
                  <c:v>1.66073121</c:v>
                </c:pt>
                <c:pt idx="19">
                  <c:v>1.60943791</c:v>
                </c:pt>
                <c:pt idx="20">
                  <c:v>1.56064775</c:v>
                </c:pt>
                <c:pt idx="21">
                  <c:v>1.51412773</c:v>
                </c:pt>
                <c:pt idx="22">
                  <c:v>1.46967597</c:v>
                </c:pt>
                <c:pt idx="23">
                  <c:v>1.42711636</c:v>
                </c:pt>
                <c:pt idx="24">
                  <c:v>1.38629436</c:v>
                </c:pt>
                <c:pt idx="25">
                  <c:v>1.34707365</c:v>
                </c:pt>
                <c:pt idx="26">
                  <c:v>1.30933332</c:v>
                </c:pt>
                <c:pt idx="27">
                  <c:v>1.27296568</c:v>
                </c:pt>
                <c:pt idx="28">
                  <c:v>1.23787436</c:v>
                </c:pt>
                <c:pt idx="29">
                  <c:v>1.2039728</c:v>
                </c:pt>
                <c:pt idx="30">
                  <c:v>1.17118298</c:v>
                </c:pt>
                <c:pt idx="31">
                  <c:v>1.13943428</c:v>
                </c:pt>
                <c:pt idx="32">
                  <c:v>1.10866262</c:v>
                </c:pt>
                <c:pt idx="33">
                  <c:v>1.07880966</c:v>
                </c:pt>
                <c:pt idx="34">
                  <c:v>1.04982212</c:v>
                </c:pt>
                <c:pt idx="35">
                  <c:v>1.02165125</c:v>
                </c:pt>
                <c:pt idx="36">
                  <c:v>0.99425227</c:v>
                </c:pt>
                <c:pt idx="37">
                  <c:v>0.96758403</c:v>
                </c:pt>
                <c:pt idx="38">
                  <c:v>0.94160854</c:v>
                </c:pt>
                <c:pt idx="39">
                  <c:v>0.91629073</c:v>
                </c:pt>
                <c:pt idx="40">
                  <c:v>0.89159812</c:v>
                </c:pt>
                <c:pt idx="41">
                  <c:v>0.86750057</c:v>
                </c:pt>
                <c:pt idx="42">
                  <c:v>0.84397007</c:v>
                </c:pt>
                <c:pt idx="43">
                  <c:v>0.82098055</c:v>
                </c:pt>
                <c:pt idx="44">
                  <c:v>0.7985077</c:v>
                </c:pt>
                <c:pt idx="45">
                  <c:v>0.77652879</c:v>
                </c:pt>
                <c:pt idx="46">
                  <c:v>0.75502258</c:v>
                </c:pt>
                <c:pt idx="47">
                  <c:v>0.73396918</c:v>
                </c:pt>
                <c:pt idx="48">
                  <c:v>0.71334989</c:v>
                </c:pt>
                <c:pt idx="49">
                  <c:v>0.69314718</c:v>
                </c:pt>
                <c:pt idx="50">
                  <c:v>0.67334455</c:v>
                </c:pt>
                <c:pt idx="51">
                  <c:v>0.65392647</c:v>
                </c:pt>
                <c:pt idx="52">
                  <c:v>0.63487827</c:v>
                </c:pt>
                <c:pt idx="53">
                  <c:v>0.61618614</c:v>
                </c:pt>
                <c:pt idx="54">
                  <c:v>0.597837</c:v>
                </c:pt>
                <c:pt idx="55">
                  <c:v>0.5798185</c:v>
                </c:pt>
                <c:pt idx="56">
                  <c:v>0.56211892</c:v>
                </c:pt>
                <c:pt idx="57">
                  <c:v>0.54472718</c:v>
                </c:pt>
                <c:pt idx="58">
                  <c:v>0.52763274</c:v>
                </c:pt>
                <c:pt idx="59">
                  <c:v>0.51082562</c:v>
                </c:pt>
                <c:pt idx="60">
                  <c:v>0.49429632</c:v>
                </c:pt>
                <c:pt idx="61">
                  <c:v>0.4780358</c:v>
                </c:pt>
                <c:pt idx="62">
                  <c:v>0.46203546</c:v>
                </c:pt>
                <c:pt idx="63">
                  <c:v>0.4462871</c:v>
                </c:pt>
                <c:pt idx="64">
                  <c:v>0.43078292</c:v>
                </c:pt>
                <c:pt idx="65">
                  <c:v>0.41551544</c:v>
                </c:pt>
                <c:pt idx="66">
                  <c:v>0.40047757</c:v>
                </c:pt>
                <c:pt idx="67">
                  <c:v>0.38566248</c:v>
                </c:pt>
                <c:pt idx="68">
                  <c:v>0.37106368</c:v>
                </c:pt>
                <c:pt idx="69">
                  <c:v>0.35667494</c:v>
                </c:pt>
                <c:pt idx="70">
                  <c:v>0.34249031</c:v>
                </c:pt>
                <c:pt idx="71">
                  <c:v>0.32850407</c:v>
                </c:pt>
                <c:pt idx="72">
                  <c:v>0.31471074</c:v>
                </c:pt>
                <c:pt idx="73">
                  <c:v>0.30110509</c:v>
                </c:pt>
                <c:pt idx="74">
                  <c:v>0.28768207</c:v>
                </c:pt>
                <c:pt idx="75">
                  <c:v>0.27443685</c:v>
                </c:pt>
                <c:pt idx="76">
                  <c:v>0.26136476</c:v>
                </c:pt>
                <c:pt idx="77">
                  <c:v>0.24846136</c:v>
                </c:pt>
                <c:pt idx="78">
                  <c:v>0.23572233</c:v>
                </c:pt>
                <c:pt idx="79">
                  <c:v>0.22314355</c:v>
                </c:pt>
                <c:pt idx="80">
                  <c:v>0.21072103</c:v>
                </c:pt>
                <c:pt idx="81">
                  <c:v>0.19845094</c:v>
                </c:pt>
                <c:pt idx="82">
                  <c:v>0.18632958</c:v>
                </c:pt>
                <c:pt idx="83">
                  <c:v>0.17435339</c:v>
                </c:pt>
                <c:pt idx="84">
                  <c:v>0.16251893</c:v>
                </c:pt>
                <c:pt idx="85">
                  <c:v>0.15082289</c:v>
                </c:pt>
                <c:pt idx="86">
                  <c:v>0.13926207</c:v>
                </c:pt>
                <c:pt idx="87">
                  <c:v>0.12783337</c:v>
                </c:pt>
                <c:pt idx="88">
                  <c:v>0.11653382</c:v>
                </c:pt>
                <c:pt idx="89">
                  <c:v>0.10536052</c:v>
                </c:pt>
                <c:pt idx="90">
                  <c:v>0.09431068</c:v>
                </c:pt>
                <c:pt idx="91">
                  <c:v>0.08338161</c:v>
                </c:pt>
                <c:pt idx="92">
                  <c:v>0.07257069</c:v>
                </c:pt>
                <c:pt idx="93">
                  <c:v>0.0618754</c:v>
                </c:pt>
                <c:pt idx="94">
                  <c:v>0.05129329</c:v>
                </c:pt>
                <c:pt idx="95">
                  <c:v>0.04082199</c:v>
                </c:pt>
                <c:pt idx="96">
                  <c:v>0.03045921</c:v>
                </c:pt>
                <c:pt idx="97">
                  <c:v>0.02020271</c:v>
                </c:pt>
                <c:pt idx="98">
                  <c:v>0.01005034</c:v>
                </c:pt>
              </c:numCache>
            </c:numRef>
          </c:yVal>
          <c:smooth val="0"/>
        </c:ser>
        <c:ser>
          <c:idx val="1"/>
          <c:order val="1"/>
          <c:tx>
            <c:v>y = 0</c:v>
          </c:tx>
          <c:spPr>
            <a:solidFill xmlns:a="http://schemas.openxmlformats.org/drawingml/2006/main">
              <a:srgbClr val="102D69"/>
            </a:solidFill>
            <a:ln xmlns:a="http://schemas.openxmlformats.org/drawingml/2006/main" w="28575">
              <a:solidFill>
                <a:srgbClr val="102D69"/>
              </a:solidFill>
            </a:ln>
          </c:spPr>
          <c:marker>
            <c:symbol val="none"/>
            <c:size val="7"/>
          </c:marker>
          <c:xVal>
            <c:numRef>
              <c:f>'Chart Data'!$C$2:$C$100</c:f>
              <c:numCache>
                <c:formatCode>General</c:formatCode>
                <c:ptCount val="99"/>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pt idx="30">
                  <c:v>0.31</c:v>
                </c:pt>
                <c:pt idx="31">
                  <c:v>0.32</c:v>
                </c:pt>
                <c:pt idx="32">
                  <c:v>0.33</c:v>
                </c:pt>
                <c:pt idx="33">
                  <c:v>0.34</c:v>
                </c:pt>
                <c:pt idx="34">
                  <c:v>0.35</c:v>
                </c:pt>
                <c:pt idx="35">
                  <c:v>0.36</c:v>
                </c:pt>
                <c:pt idx="36">
                  <c:v>0.37</c:v>
                </c:pt>
                <c:pt idx="37">
                  <c:v>0.38</c:v>
                </c:pt>
                <c:pt idx="38">
                  <c:v>0.39</c:v>
                </c:pt>
                <c:pt idx="39">
                  <c:v>0.4</c:v>
                </c:pt>
                <c:pt idx="40">
                  <c:v>0.41</c:v>
                </c:pt>
                <c:pt idx="41">
                  <c:v>0.42</c:v>
                </c:pt>
                <c:pt idx="42">
                  <c:v>0.43</c:v>
                </c:pt>
                <c:pt idx="43">
                  <c:v>0.44</c:v>
                </c:pt>
                <c:pt idx="44">
                  <c:v>0.45</c:v>
                </c:pt>
                <c:pt idx="45">
                  <c:v>0.46</c:v>
                </c:pt>
                <c:pt idx="46">
                  <c:v>0.47</c:v>
                </c:pt>
                <c:pt idx="47">
                  <c:v>0.48</c:v>
                </c:pt>
                <c:pt idx="48">
                  <c:v>0.49</c:v>
                </c:pt>
                <c:pt idx="49">
                  <c:v>0.5</c:v>
                </c:pt>
                <c:pt idx="50">
                  <c:v>0.51</c:v>
                </c:pt>
                <c:pt idx="51">
                  <c:v>0.52</c:v>
                </c:pt>
                <c:pt idx="52">
                  <c:v>0.53</c:v>
                </c:pt>
                <c:pt idx="53">
                  <c:v>0.54</c:v>
                </c:pt>
                <c:pt idx="54">
                  <c:v>0.55</c:v>
                </c:pt>
                <c:pt idx="55">
                  <c:v>0.56</c:v>
                </c:pt>
                <c:pt idx="56">
                  <c:v>0.57</c:v>
                </c:pt>
                <c:pt idx="57">
                  <c:v>0.58</c:v>
                </c:pt>
                <c:pt idx="58">
                  <c:v>0.59</c:v>
                </c:pt>
                <c:pt idx="59">
                  <c:v>0.6</c:v>
                </c:pt>
                <c:pt idx="60">
                  <c:v>0.61</c:v>
                </c:pt>
                <c:pt idx="61">
                  <c:v>0.62</c:v>
                </c:pt>
                <c:pt idx="62">
                  <c:v>0.63</c:v>
                </c:pt>
                <c:pt idx="63">
                  <c:v>0.64</c:v>
                </c:pt>
                <c:pt idx="64">
                  <c:v>0.65</c:v>
                </c:pt>
                <c:pt idx="65">
                  <c:v>0.66</c:v>
                </c:pt>
                <c:pt idx="66">
                  <c:v>0.67</c:v>
                </c:pt>
                <c:pt idx="67">
                  <c:v>0.68</c:v>
                </c:pt>
                <c:pt idx="68">
                  <c:v>0.69</c:v>
                </c:pt>
                <c:pt idx="69">
                  <c:v>0.7</c:v>
                </c:pt>
                <c:pt idx="70">
                  <c:v>0.71</c:v>
                </c:pt>
                <c:pt idx="71">
                  <c:v>0.72</c:v>
                </c:pt>
                <c:pt idx="72">
                  <c:v>0.73</c:v>
                </c:pt>
                <c:pt idx="73">
                  <c:v>0.74</c:v>
                </c:pt>
                <c:pt idx="74">
                  <c:v>0.75</c:v>
                </c:pt>
                <c:pt idx="75">
                  <c:v>0.76</c:v>
                </c:pt>
                <c:pt idx="76">
                  <c:v>0.77</c:v>
                </c:pt>
                <c:pt idx="77">
                  <c:v>0.78</c:v>
                </c:pt>
                <c:pt idx="78">
                  <c:v>0.79</c:v>
                </c:pt>
                <c:pt idx="79">
                  <c:v>0.8</c:v>
                </c:pt>
                <c:pt idx="80">
                  <c:v>0.81</c:v>
                </c:pt>
                <c:pt idx="81">
                  <c:v>0.82</c:v>
                </c:pt>
                <c:pt idx="82">
                  <c:v>0.83</c:v>
                </c:pt>
                <c:pt idx="83">
                  <c:v>0.84</c:v>
                </c:pt>
                <c:pt idx="84">
                  <c:v>0.85</c:v>
                </c:pt>
                <c:pt idx="85">
                  <c:v>0.86</c:v>
                </c:pt>
                <c:pt idx="86">
                  <c:v>0.87</c:v>
                </c:pt>
                <c:pt idx="87">
                  <c:v>0.88</c:v>
                </c:pt>
                <c:pt idx="88">
                  <c:v>0.89</c:v>
                </c:pt>
                <c:pt idx="89">
                  <c:v>0.9</c:v>
                </c:pt>
                <c:pt idx="90">
                  <c:v>0.91</c:v>
                </c:pt>
                <c:pt idx="91">
                  <c:v>0.92</c:v>
                </c:pt>
                <c:pt idx="92">
                  <c:v>0.93</c:v>
                </c:pt>
                <c:pt idx="93">
                  <c:v>0.94</c:v>
                </c:pt>
                <c:pt idx="94">
                  <c:v>0.95</c:v>
                </c:pt>
                <c:pt idx="95">
                  <c:v>0.96</c:v>
                </c:pt>
                <c:pt idx="96">
                  <c:v>0.97</c:v>
                </c:pt>
                <c:pt idx="97">
                  <c:v>0.98</c:v>
                </c:pt>
                <c:pt idx="98">
                  <c:v>0.99</c:v>
                </c:pt>
              </c:numCache>
            </c:numRef>
          </c:xVal>
          <c:yVal>
            <c:numRef>
              <c:f>'Chart Data'!$D$2:$D$100</c:f>
              <c:numCache>
                <c:formatCode>0.0</c:formatCode>
                <c:ptCount val="99"/>
                <c:pt idx="0">
                  <c:v>0.01005034</c:v>
                </c:pt>
                <c:pt idx="1">
                  <c:v>0.02020271</c:v>
                </c:pt>
                <c:pt idx="2">
                  <c:v>0.03045921</c:v>
                </c:pt>
                <c:pt idx="3">
                  <c:v>0.04082199</c:v>
                </c:pt>
                <c:pt idx="4">
                  <c:v>0.05129329</c:v>
                </c:pt>
                <c:pt idx="5">
                  <c:v>0.0618754</c:v>
                </c:pt>
                <c:pt idx="6">
                  <c:v>0.07257069</c:v>
                </c:pt>
                <c:pt idx="7">
                  <c:v>0.08338161</c:v>
                </c:pt>
                <c:pt idx="8">
                  <c:v>0.09431068</c:v>
                </c:pt>
                <c:pt idx="9">
                  <c:v>0.10536052</c:v>
                </c:pt>
                <c:pt idx="10">
                  <c:v>0.11653382</c:v>
                </c:pt>
                <c:pt idx="11">
                  <c:v>0.12783337</c:v>
                </c:pt>
                <c:pt idx="12">
                  <c:v>0.13926207</c:v>
                </c:pt>
                <c:pt idx="13">
                  <c:v>0.15082289</c:v>
                </c:pt>
                <c:pt idx="14">
                  <c:v>0.16251893</c:v>
                </c:pt>
                <c:pt idx="15">
                  <c:v>0.17435339</c:v>
                </c:pt>
                <c:pt idx="16">
                  <c:v>0.18632958</c:v>
                </c:pt>
                <c:pt idx="17">
                  <c:v>0.19845094</c:v>
                </c:pt>
                <c:pt idx="18">
                  <c:v>0.21072103</c:v>
                </c:pt>
                <c:pt idx="19">
                  <c:v>0.22314355</c:v>
                </c:pt>
                <c:pt idx="20">
                  <c:v>0.23572233</c:v>
                </c:pt>
                <c:pt idx="21">
                  <c:v>0.24846136</c:v>
                </c:pt>
                <c:pt idx="22">
                  <c:v>0.26136476</c:v>
                </c:pt>
                <c:pt idx="23">
                  <c:v>0.27443685</c:v>
                </c:pt>
                <c:pt idx="24">
                  <c:v>0.28768207</c:v>
                </c:pt>
                <c:pt idx="25">
                  <c:v>0.30110509</c:v>
                </c:pt>
                <c:pt idx="26">
                  <c:v>0.31471074</c:v>
                </c:pt>
                <c:pt idx="27">
                  <c:v>0.32850407</c:v>
                </c:pt>
                <c:pt idx="28">
                  <c:v>0.34249031</c:v>
                </c:pt>
                <c:pt idx="29">
                  <c:v>0.35667494</c:v>
                </c:pt>
                <c:pt idx="30">
                  <c:v>0.37106368</c:v>
                </c:pt>
                <c:pt idx="31">
                  <c:v>0.38566248</c:v>
                </c:pt>
                <c:pt idx="32">
                  <c:v>0.40047757</c:v>
                </c:pt>
                <c:pt idx="33">
                  <c:v>0.41551544</c:v>
                </c:pt>
                <c:pt idx="34">
                  <c:v>0.43078292</c:v>
                </c:pt>
                <c:pt idx="35">
                  <c:v>0.4462871</c:v>
                </c:pt>
                <c:pt idx="36">
                  <c:v>0.46203546</c:v>
                </c:pt>
                <c:pt idx="37">
                  <c:v>0.4780358</c:v>
                </c:pt>
                <c:pt idx="38">
                  <c:v>0.49429632</c:v>
                </c:pt>
                <c:pt idx="39">
                  <c:v>0.51082562</c:v>
                </c:pt>
                <c:pt idx="40">
                  <c:v>0.52763274</c:v>
                </c:pt>
                <c:pt idx="41">
                  <c:v>0.54472718</c:v>
                </c:pt>
                <c:pt idx="42">
                  <c:v>0.56211892</c:v>
                </c:pt>
                <c:pt idx="43">
                  <c:v>0.5798185</c:v>
                </c:pt>
                <c:pt idx="44">
                  <c:v>0.597837</c:v>
                </c:pt>
                <c:pt idx="45">
                  <c:v>0.61618614</c:v>
                </c:pt>
                <c:pt idx="46">
                  <c:v>0.63487827</c:v>
                </c:pt>
                <c:pt idx="47">
                  <c:v>0.65392647</c:v>
                </c:pt>
                <c:pt idx="48">
                  <c:v>0.67334455</c:v>
                </c:pt>
                <c:pt idx="49">
                  <c:v>0.69314718</c:v>
                </c:pt>
                <c:pt idx="50">
                  <c:v>0.71334989</c:v>
                </c:pt>
                <c:pt idx="51">
                  <c:v>0.73396918</c:v>
                </c:pt>
                <c:pt idx="52">
                  <c:v>0.75502258</c:v>
                </c:pt>
                <c:pt idx="53">
                  <c:v>0.77652879</c:v>
                </c:pt>
                <c:pt idx="54">
                  <c:v>0.7985077</c:v>
                </c:pt>
                <c:pt idx="55">
                  <c:v>0.82098055</c:v>
                </c:pt>
                <c:pt idx="56">
                  <c:v>0.84397007</c:v>
                </c:pt>
                <c:pt idx="57">
                  <c:v>0.86750057</c:v>
                </c:pt>
                <c:pt idx="58">
                  <c:v>0.89159812</c:v>
                </c:pt>
                <c:pt idx="59">
                  <c:v>0.91629073</c:v>
                </c:pt>
                <c:pt idx="60">
                  <c:v>0.94160854</c:v>
                </c:pt>
                <c:pt idx="61">
                  <c:v>0.96758403</c:v>
                </c:pt>
                <c:pt idx="62">
                  <c:v>0.99425227</c:v>
                </c:pt>
                <c:pt idx="63">
                  <c:v>1.02165125</c:v>
                </c:pt>
                <c:pt idx="64">
                  <c:v>1.04982212</c:v>
                </c:pt>
                <c:pt idx="65">
                  <c:v>1.07880966</c:v>
                </c:pt>
                <c:pt idx="66">
                  <c:v>1.10866262</c:v>
                </c:pt>
                <c:pt idx="67">
                  <c:v>1.13943428</c:v>
                </c:pt>
                <c:pt idx="68">
                  <c:v>1.17118298</c:v>
                </c:pt>
                <c:pt idx="69">
                  <c:v>1.2039728</c:v>
                </c:pt>
                <c:pt idx="70">
                  <c:v>1.23787436</c:v>
                </c:pt>
                <c:pt idx="71">
                  <c:v>1.27296568</c:v>
                </c:pt>
                <c:pt idx="72">
                  <c:v>1.30933332</c:v>
                </c:pt>
                <c:pt idx="73">
                  <c:v>1.34707365</c:v>
                </c:pt>
                <c:pt idx="74">
                  <c:v>1.38629436</c:v>
                </c:pt>
                <c:pt idx="75">
                  <c:v>1.42711636</c:v>
                </c:pt>
                <c:pt idx="76">
                  <c:v>1.46967597</c:v>
                </c:pt>
                <c:pt idx="77">
                  <c:v>1.51412773</c:v>
                </c:pt>
                <c:pt idx="78">
                  <c:v>1.56064775</c:v>
                </c:pt>
                <c:pt idx="79">
                  <c:v>1.60943791</c:v>
                </c:pt>
                <c:pt idx="80">
                  <c:v>1.66073121</c:v>
                </c:pt>
                <c:pt idx="81">
                  <c:v>1.71479843</c:v>
                </c:pt>
                <c:pt idx="82">
                  <c:v>1.77195684</c:v>
                </c:pt>
                <c:pt idx="83">
                  <c:v>1.83258146</c:v>
                </c:pt>
                <c:pt idx="84">
                  <c:v>1.89711998</c:v>
                </c:pt>
                <c:pt idx="85">
                  <c:v>1.96611286</c:v>
                </c:pt>
                <c:pt idx="86">
                  <c:v>2.04022083</c:v>
                </c:pt>
                <c:pt idx="87">
                  <c:v>2.12026354</c:v>
                </c:pt>
                <c:pt idx="88">
                  <c:v>2.20727491</c:v>
                </c:pt>
                <c:pt idx="89">
                  <c:v>2.30258509</c:v>
                </c:pt>
                <c:pt idx="90">
                  <c:v>2.40794561</c:v>
                </c:pt>
                <c:pt idx="91">
                  <c:v>2.52572864</c:v>
                </c:pt>
                <c:pt idx="92">
                  <c:v>2.65926004</c:v>
                </c:pt>
                <c:pt idx="93">
                  <c:v>2.81341072</c:v>
                </c:pt>
                <c:pt idx="94">
                  <c:v>2.99573227</c:v>
                </c:pt>
                <c:pt idx="95">
                  <c:v>3.21887582</c:v>
                </c:pt>
                <c:pt idx="96">
                  <c:v>3.5065579</c:v>
                </c:pt>
                <c:pt idx="97">
                  <c:v>3.91202301</c:v>
                </c:pt>
                <c:pt idx="98">
                  <c:v>4.60517019</c:v>
                </c:pt>
              </c:numCache>
            </c:numRef>
          </c:yVal>
          <c:smooth val="0"/>
        </c:ser>
        <c:axId val="48650112"/>
        <c:axId val="48672768"/>
      </c:scatterChart>
      <c:valAx>
        <c:axId val="48672768"/>
        <c:scaling>
          <c:orientation val="minMax"/>
          <c:max val="5"/>
          <c:min val="0"/>
        </c:scaling>
        <c:delete val="0"/>
        <c:axPos val="l"/>
        <c:majorGridlines>
          <c:spPr>
            <a:ln xmlns:a="http://schemas.openxmlformats.org/drawingml/2006/main" w="9525">
              <a:solidFill>
                <a:srgbClr val="DFE6F0"/>
              </a:solidFill>
            </a:ln>
          </c:spPr>
        </c:majorGridlines>
        <c:title>
          <c:tx>
            <c:rich>
              <a:bodyPr xmlns:a="http://schemas.openxmlformats.org/drawingml/2006/main"/>
              <a:lstStyle xmlns:a="http://schemas.openxmlformats.org/drawingml/2006/main"/>
              <a:p xmlns:a="http://schemas.openxmlformats.org/drawingml/2006/main">
                <a:r>
                  <a:rPr sz="1575">
                    <a:solidFill>
                      <a:srgbClr val="102D69"/>
                    </a:solidFill>
                    <a:latin typeface="HSE Sans"/>
                    <a:ea typeface="HSE Sans"/>
                    <a:cs typeface="HSE Sans"/>
                  </a:rPr>
                  <a:t>Потеря</a:t>
                </a:r>
              </a:p>
            </c:rich>
          </c:tx>
          <c:overlay val="0"/>
          <c:txPr>
            <a:bodyPr xmlns:a="http://schemas.openxmlformats.org/drawingml/2006/main" anchorCtr="1"/>
            <a:lstStyle xmlns:a="http://schemas.openxmlformats.org/drawingml/2006/main"/>
            <a:p xmlns:a="http://schemas.openxmlformats.org/drawingml/2006/main">
              <a:pPr>
                <a:defRPr sz="1575">
                  <a:solidFill>
                    <a:srgbClr val="102D69"/>
                  </a:solidFill>
                  <a:latin typeface="HSE Sans"/>
                  <a:ea typeface="HSE Sans"/>
                  <a:cs typeface="HSE Sans"/>
                </a:defRPr>
              </a:pPr>
            </a:p>
          </c:txPr>
        </c:title>
        <c:numFmt formatCode="0.0"/>
        <c:majorTickMark val="none"/>
        <c:minorTickMark val="none"/>
        <c:spPr>
          <a:ln xmlns:a="http://schemas.openxmlformats.org/drawingml/2006/main" w="9525">
            <a:solidFill>
              <a:srgbClr val="A6B2C4"/>
            </a:solidFill>
          </a:ln>
        </c:spPr>
        <c:txPr>
          <a:bodyPr xmlns:a="http://schemas.openxmlformats.org/drawingml/2006/main" anchorCtr="1"/>
          <a:lstStyle xmlns:a="http://schemas.openxmlformats.org/drawingml/2006/main"/>
          <a:p xmlns:a="http://schemas.openxmlformats.org/drawingml/2006/main">
            <a:pPr>
              <a:defRPr sz="1425">
                <a:solidFill>
                  <a:srgbClr val="102D69"/>
                </a:solidFill>
                <a:latin typeface="HSE Sans"/>
                <a:ea typeface="HSE Sans"/>
                <a:cs typeface="HSE Sans"/>
              </a:defRPr>
            </a:pPr>
          </a:p>
        </c:txPr>
        <c:crossAx val="48650112"/>
        <c:majorUnit val="1"/>
      </c:valAx>
      <c:valAx>
        <c:axId val="48650112"/>
        <c:scaling>
          <c:orientation val="minMax"/>
          <c:max val="1"/>
          <c:min val="0"/>
        </c:scaling>
        <c:delete val="0"/>
        <c:axPos val="b"/>
        <c:majorGridlines>
          <c:spPr>
            <a:ln xmlns:a="http://schemas.openxmlformats.org/drawingml/2006/main" w="9525">
              <a:solidFill>
                <a:srgbClr val="DFE6F0"/>
              </a:solidFill>
            </a:ln>
          </c:spPr>
        </c:majorGridlines>
        <c:title>
          <c:tx>
            <c:rich>
              <a:bodyPr xmlns:a="http://schemas.openxmlformats.org/drawingml/2006/main"/>
              <a:lstStyle xmlns:a="http://schemas.openxmlformats.org/drawingml/2006/main"/>
              <a:p xmlns:a="http://schemas.openxmlformats.org/drawingml/2006/main">
                <a:r>
                  <a:rPr sz="1575">
                    <a:solidFill>
                      <a:srgbClr val="102D69"/>
                    </a:solidFill>
                    <a:latin typeface="HSE Sans"/>
                    <a:ea typeface="HSE Sans"/>
                    <a:cs typeface="HSE Sans"/>
                  </a:rPr>
                  <a:t>Вероятность p</a:t>
                </a:r>
              </a:p>
            </c:rich>
          </c:tx>
          <c:overlay val="0"/>
          <c:txPr>
            <a:bodyPr xmlns:a="http://schemas.openxmlformats.org/drawingml/2006/main" anchorCtr="1"/>
            <a:lstStyle xmlns:a="http://schemas.openxmlformats.org/drawingml/2006/main"/>
            <a:p xmlns:a="http://schemas.openxmlformats.org/drawingml/2006/main">
              <a:pPr>
                <a:defRPr sz="1575">
                  <a:solidFill>
                    <a:srgbClr val="102D69"/>
                  </a:solidFill>
                  <a:latin typeface="HSE Sans"/>
                  <a:ea typeface="HSE Sans"/>
                  <a:cs typeface="HSE Sans"/>
                </a:defRPr>
              </a:pPr>
            </a:p>
          </c:txPr>
        </c:title>
        <c:numFmt formatCode="0.00"/>
        <c:majorTickMark val="none"/>
        <c:minorTickMark val="none"/>
        <c:spPr>
          <a:ln xmlns:a="http://schemas.openxmlformats.org/drawingml/2006/main" w="9525">
            <a:solidFill>
              <a:srgbClr val="A6B2C4"/>
            </a:solidFill>
          </a:ln>
        </c:spPr>
        <c:txPr>
          <a:bodyPr xmlns:a="http://schemas.openxmlformats.org/drawingml/2006/main" anchorCtr="1"/>
          <a:lstStyle xmlns:a="http://schemas.openxmlformats.org/drawingml/2006/main"/>
          <a:p xmlns:a="http://schemas.openxmlformats.org/drawingml/2006/main">
            <a:pPr>
              <a:defRPr sz="1425">
                <a:solidFill>
                  <a:srgbClr val="102D69"/>
                </a:solidFill>
                <a:latin typeface="HSE Sans"/>
                <a:ea typeface="HSE Sans"/>
                <a:cs typeface="HSE Sans"/>
              </a:defRPr>
            </a:pPr>
          </a:p>
        </c:txPr>
        <c:crossAx val="48672768"/>
        <c:majorUnit val="0.2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02D69"/>
              </a:solidFill>
              <a:latin typeface="HSE Sans"/>
              <a:ea typeface="HSE Sans"/>
              <a:cs typeface="HSE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Заголовок 1">
            <a:extLst xmlns:a="http://schemas.openxmlformats.org/drawingml/2006/main">
              <a:ext uri="{FF2B5EF4-FFF2-40B4-BE49-F238E27FC236}">
                <a16:creationId xmlns:a16="http://schemas.microsoft.com/office/drawing/2014/main" id="{8CD95C0D-D7DC-EF40-9E45-F5F0A4817CD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3" name="Текст 2">
            <a:extLst xmlns:a="http://schemas.openxmlformats.org/drawingml/2006/main">
              <a:ext uri="{FF2B5EF4-FFF2-40B4-BE49-F238E27FC236}">
                <a16:creationId xmlns:a16="http://schemas.microsoft.com/office/drawing/2014/main" id="{2B85EA7E-BEC4-B745-B2A8-D4E4AFC614FC}"/>
              </a:ext>
            </a:extLst>
          </p:cNvPr>
          <p:cNvSpPr>
            <a:spLocks xmlns:a="http://schemas.openxmlformats.org/drawingml/2006/main" noGrp="1"/>
          </p:cNvSpPr>
          <p:nvPr>
            <p:ph type="body" idx="10"/>
          </p:nvPr>
        </p:nvSpPr>
        <p:spPr/>
        <p:txBody>
          <a:bodyPr xmlns:a="http://schemas.openxmlformats.org/drawingml/2006/main"/>
          <a:lstStyle xmlns:a="http://schemas.openxmlformats.org/drawingml/2006/main"/>
          <a:p xmlns:a="http://schemas.openxmlformats.org/drawingml/2006/main">
            <a:r>
              <a:t>Национальный Исследовательский Университет «Высшая Школа Экономики»</a:t>
            </a:r>
          </a:p>
        </p:txBody>
      </p:sp>
      <p:sp>
        <p:nvSpPr>
          <p:cNvPr id="5" name="Текст 4">
            <a:extLst xmlns:a="http://schemas.openxmlformats.org/drawingml/2006/main">
              <a:ext uri="{FF2B5EF4-FFF2-40B4-BE49-F238E27FC236}">
                <a16:creationId xmlns:a16="http://schemas.microsoft.com/office/drawing/2014/main" id="{C6FAE0FA-3CAF-BA4B-8F9F-5FEF3C2F3CC6}"/>
              </a:ext>
            </a:extLst>
          </p:cNvPr>
          <p:cNvSpPr>
            <a:spLocks xmlns:a="http://schemas.openxmlformats.org/drawingml/2006/main" noGrp="1"/>
          </p:cNvSpPr>
          <p:nvPr>
            <p:ph type="body" idx="12"/>
          </p:nvPr>
        </p:nvSpPr>
        <p:spPr/>
        <p:txBody>
          <a:bodyPr xmlns:a="http://schemas.openxmlformats.org/drawingml/2006/main"/>
          <a:lstStyle xmlns:a="http://schemas.openxmlformats.org/drawingml/2006/main"/>
          <a:p xmlns:a="http://schemas.openxmlformats.org/drawingml/2006/main">
            <a:r>
              <a:t>2026</a:t>
            </a:r>
          </a:p>
        </p:txBody>
      </p:sp>
      <p:sp>
        <p:nvSpPr>
          <p:cNvPr id="6" name="Текст 5">
            <a:extLst xmlns:a="http://schemas.openxmlformats.org/drawingml/2006/main">
              <a:ext uri="{FF2B5EF4-FFF2-40B4-BE49-F238E27FC236}">
                <a16:creationId xmlns:a16="http://schemas.microsoft.com/office/drawing/2014/main" id="{44AFB2BF-A7AB-5648-ADCD-2A7F1BD35815}"/>
              </a:ext>
            </a:extLst>
          </p:cNvPr>
          <p:cNvSpPr>
            <a:spLocks xmlns:a="http://schemas.openxmlformats.org/drawingml/2006/main" noGrp="1"/>
          </p:cNvSpPr>
          <p:nvPr>
            <p:ph type="body" idx="13"/>
          </p:nvPr>
        </p:nvSpPr>
        <p:spPr/>
        <p:txBody>
          <a:bodyPr xmlns:a="http://schemas.openxmlformats.org/drawingml/2006/main"/>
          <a:lstStyle xmlns:a="http://schemas.openxmlformats.org/drawingml/2006/main"/>
          <a:p xmlns:a="http://schemas.openxmlformats.org/drawingml/2006/main">
            <a:r>
              <a:t>Лекция 5</a:t>
            </a:r>
          </a:p>
        </p:txBody>
      </p:sp>
    </p:spTree>
    <p:extLst>
      <p:ext uri="{BB962C8B-B14F-4D97-AF65-F5344CB8AC3E}">
        <p14:creationId xmlns:p14="http://schemas.microsoft.com/office/powerpoint/2010/main" val="98232539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Содержание</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План лекции</a:t>
            </a:r>
          </a:p>
        </p:txBody>
      </p:sp>
      <p:sp>
        <p:nvSpPr>
          <p:cNvPr id="7" name="l05-1">
            <a:extLst xmlns:a="http://schemas.openxmlformats.org/drawingml/2006/main">
              <a:ext uri="{FF2B5EF4-FFF2-40B4-BE49-F238E27FC236}">
                <a16:creationId xmlns:a16="http://schemas.microsoft.com/office/drawing/2014/main" id="{5D118302-FA11-4F8D-A859-B49C98589EC1}"/>
              </a:ext>
            </a:extLst>
          </p:cNvPr>
          <p:cNvSpPr>
            <a:spLocks xmlns:a="http://schemas.openxmlformats.org/drawingml/2006/main" noGrp="1"/>
          </p:cNvSpPr>
          <p:nvPr/>
        </p:nvSpPr>
        <p:spPr>
          <a:xfrm xmlns:a="http://schemas.openxmlformats.org/drawingml/2006/main">
            <a:off x="590550" y="2667000"/>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234A9B"/>
                </a:solidFill>
                <a:latin typeface="HSE Sans"/>
                <a:ea typeface="HSE Sans"/>
                <a:cs typeface="HSE Sans"/>
              </a:defRPr>
            </a:pPr>
            <a:r>
              <a:rPr sz="2250" b="1">
                <a:solidFill>
                  <a:srgbClr val="234A9B"/>
                </a:solidFill>
                <a:latin typeface="HSE Sans"/>
                <a:ea typeface="HSE Sans"/>
                <a:cs typeface="HSE Sans"/>
              </a:rPr>
              <a:t>1</a:t>
            </a:r>
          </a:p>
        </p:txBody>
      </p:sp>
      <p:sp>
        <p:nvSpPr>
          <p:cNvPr id="8" name="l05-2">
            <a:extLst xmlns:a="http://schemas.openxmlformats.org/drawingml/2006/main">
              <a:ext uri="{FF2B5EF4-FFF2-40B4-BE49-F238E27FC236}">
                <a16:creationId xmlns:a16="http://schemas.microsoft.com/office/drawing/2014/main" id="{4573D9B0-FA0F-456D-9546-7A99989BADF2}"/>
              </a:ext>
            </a:extLst>
          </p:cNvPr>
          <p:cNvSpPr>
            <a:spLocks xmlns:a="http://schemas.openxmlformats.org/drawingml/2006/main" noGrp="1"/>
          </p:cNvSpPr>
          <p:nvPr/>
        </p:nvSpPr>
        <p:spPr>
          <a:xfrm xmlns:a="http://schemas.openxmlformats.org/drawingml/2006/main">
            <a:off x="1381125" y="2667000"/>
            <a:ext cx="10048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102D69"/>
                </a:solidFill>
                <a:latin typeface="HSE Sans"/>
                <a:ea typeface="HSE Sans"/>
                <a:cs typeface="HSE Sans"/>
              </a:defRPr>
            </a:pPr>
            <a:r>
              <a:rPr sz="2325" b="0">
                <a:solidFill>
                  <a:srgbClr val="102D69"/>
                </a:solidFill>
                <a:latin typeface="HSE Sans"/>
                <a:ea typeface="HSE Sans"/>
                <a:cs typeface="HSE Sans"/>
              </a:rPr>
              <a:t>Ошибки, precision, recall и F-мера</a:t>
            </a:r>
          </a:p>
        </p:txBody>
      </p:sp>
      <p:sp>
        <p:nvSpPr>
          <p:cNvPr id="9" name="l05-3">
            <a:extLst xmlns:a="http://schemas.openxmlformats.org/drawingml/2006/main">
              <a:ext uri="{FF2B5EF4-FFF2-40B4-BE49-F238E27FC236}">
                <a16:creationId xmlns:a16="http://schemas.microsoft.com/office/drawing/2014/main" id="{62933FEB-A26D-404F-B7FA-F339DE2287E0}"/>
              </a:ext>
            </a:extLst>
          </p:cNvPr>
          <p:cNvSpPr>
            <a:spLocks xmlns:a="http://schemas.openxmlformats.org/drawingml/2006/main" noGrp="1"/>
          </p:cNvSpPr>
          <p:nvPr/>
        </p:nvSpPr>
        <p:spPr>
          <a:xfrm xmlns:a="http://schemas.openxmlformats.org/drawingml/2006/main">
            <a:off x="590550" y="34766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234A9B"/>
                </a:solidFill>
                <a:latin typeface="HSE Sans"/>
                <a:ea typeface="HSE Sans"/>
                <a:cs typeface="HSE Sans"/>
              </a:defRPr>
            </a:pPr>
            <a:r>
              <a:rPr sz="2250" b="1">
                <a:solidFill>
                  <a:srgbClr val="234A9B"/>
                </a:solidFill>
                <a:latin typeface="HSE Sans"/>
                <a:ea typeface="HSE Sans"/>
                <a:cs typeface="HSE Sans"/>
              </a:rPr>
              <a:t>2</a:t>
            </a:r>
          </a:p>
        </p:txBody>
      </p:sp>
      <p:sp>
        <p:nvSpPr>
          <p:cNvPr id="10" name="l05-4">
            <a:extLst xmlns:a="http://schemas.openxmlformats.org/drawingml/2006/main">
              <a:ext uri="{FF2B5EF4-FFF2-40B4-BE49-F238E27FC236}">
                <a16:creationId xmlns:a16="http://schemas.microsoft.com/office/drawing/2014/main" id="{DE913750-2639-435E-996F-FDA50BC84360}"/>
              </a:ext>
            </a:extLst>
          </p:cNvPr>
          <p:cNvSpPr>
            <a:spLocks xmlns:a="http://schemas.openxmlformats.org/drawingml/2006/main" noGrp="1"/>
          </p:cNvSpPr>
          <p:nvPr/>
        </p:nvSpPr>
        <p:spPr>
          <a:xfrm xmlns:a="http://schemas.openxmlformats.org/drawingml/2006/main">
            <a:off x="1381125" y="3476625"/>
            <a:ext cx="10048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102D69"/>
                </a:solidFill>
                <a:latin typeface="HSE Sans"/>
                <a:ea typeface="HSE Sans"/>
                <a:cs typeface="HSE Sans"/>
              </a:defRPr>
            </a:pPr>
            <a:r>
              <a:rPr sz="2325" b="0">
                <a:solidFill>
                  <a:srgbClr val="102D69"/>
                </a:solidFill>
                <a:latin typeface="HSE Sans"/>
                <a:ea typeface="HSE Sans"/>
                <a:cs typeface="HSE Sans"/>
              </a:rPr>
              <a:t>Скор, порог и ROC-AUC</a:t>
            </a:r>
          </a:p>
        </p:txBody>
      </p:sp>
      <p:sp>
        <p:nvSpPr>
          <p:cNvPr id="11" name="l05-5">
            <a:extLst xmlns:a="http://schemas.openxmlformats.org/drawingml/2006/main">
              <a:ext uri="{FF2B5EF4-FFF2-40B4-BE49-F238E27FC236}">
                <a16:creationId xmlns:a16="http://schemas.microsoft.com/office/drawing/2014/main" id="{7A54BA8C-3CE3-4A28-92BF-B3E9E5D51A4B}"/>
              </a:ext>
            </a:extLst>
          </p:cNvPr>
          <p:cNvSpPr>
            <a:spLocks xmlns:a="http://schemas.openxmlformats.org/drawingml/2006/main" noGrp="1"/>
          </p:cNvSpPr>
          <p:nvPr/>
        </p:nvSpPr>
        <p:spPr>
          <a:xfrm xmlns:a="http://schemas.openxmlformats.org/drawingml/2006/main">
            <a:off x="590550" y="4286250"/>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234A9B"/>
                </a:solidFill>
                <a:latin typeface="HSE Sans"/>
                <a:ea typeface="HSE Sans"/>
                <a:cs typeface="HSE Sans"/>
              </a:defRPr>
            </a:pPr>
            <a:r>
              <a:rPr sz="2250" b="1">
                <a:solidFill>
                  <a:srgbClr val="234A9B"/>
                </a:solidFill>
                <a:latin typeface="HSE Sans"/>
                <a:ea typeface="HSE Sans"/>
                <a:cs typeface="HSE Sans"/>
              </a:rPr>
              <a:t>3</a:t>
            </a:r>
          </a:p>
        </p:txBody>
      </p:sp>
      <p:sp>
        <p:nvSpPr>
          <p:cNvPr id="12" name="l05-6">
            <a:extLst xmlns:a="http://schemas.openxmlformats.org/drawingml/2006/main">
              <a:ext uri="{FF2B5EF4-FFF2-40B4-BE49-F238E27FC236}">
                <a16:creationId xmlns:a16="http://schemas.microsoft.com/office/drawing/2014/main" id="{660C784E-0A1C-4EDD-AE02-AD8BA86C9514}"/>
              </a:ext>
            </a:extLst>
          </p:cNvPr>
          <p:cNvSpPr>
            <a:spLocks xmlns:a="http://schemas.openxmlformats.org/drawingml/2006/main" noGrp="1"/>
          </p:cNvSpPr>
          <p:nvPr/>
        </p:nvSpPr>
        <p:spPr>
          <a:xfrm xmlns:a="http://schemas.openxmlformats.org/drawingml/2006/main">
            <a:off x="1381125" y="4286250"/>
            <a:ext cx="10048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102D69"/>
                </a:solidFill>
                <a:latin typeface="HSE Sans"/>
                <a:ea typeface="HSE Sans"/>
                <a:cs typeface="HSE Sans"/>
              </a:defRPr>
            </a:pPr>
            <a:r>
              <a:rPr sz="2325" b="0">
                <a:solidFill>
                  <a:srgbClr val="102D69"/>
                </a:solidFill>
                <a:latin typeface="HSE Sans"/>
                <a:ea typeface="HSE Sans"/>
                <a:cs typeface="HSE Sans"/>
              </a:rPr>
              <a:t>Вероятности и log loss</a:t>
            </a:r>
          </a:p>
        </p:txBody>
      </p:sp>
      <p:sp>
        <p:nvSpPr>
          <p:cNvPr id="13" name="l05-7">
            <a:extLst xmlns:a="http://schemas.openxmlformats.org/drawingml/2006/main">
              <a:ext uri="{FF2B5EF4-FFF2-40B4-BE49-F238E27FC236}">
                <a16:creationId xmlns:a16="http://schemas.microsoft.com/office/drawing/2014/main" id="{4DCEB4FE-3ADD-4B90-BC1C-56BE8A094494}"/>
              </a:ext>
            </a:extLst>
          </p:cNvPr>
          <p:cNvSpPr>
            <a:spLocks xmlns:a="http://schemas.openxmlformats.org/drawingml/2006/main" noGrp="1"/>
          </p:cNvSpPr>
          <p:nvPr/>
        </p:nvSpPr>
        <p:spPr>
          <a:xfrm xmlns:a="http://schemas.openxmlformats.org/drawingml/2006/main">
            <a:off x="590550" y="509587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234A9B"/>
                </a:solidFill>
                <a:latin typeface="HSE Sans"/>
                <a:ea typeface="HSE Sans"/>
                <a:cs typeface="HSE Sans"/>
              </a:defRPr>
            </a:pPr>
            <a:r>
              <a:rPr sz="2250" b="1">
                <a:solidFill>
                  <a:srgbClr val="234A9B"/>
                </a:solidFill>
                <a:latin typeface="HSE Sans"/>
                <a:ea typeface="HSE Sans"/>
                <a:cs typeface="HSE Sans"/>
              </a:rPr>
              <a:t>4</a:t>
            </a:r>
          </a:p>
        </p:txBody>
      </p:sp>
      <p:sp>
        <p:nvSpPr>
          <p:cNvPr id="14" name="l05-8">
            <a:extLst xmlns:a="http://schemas.openxmlformats.org/drawingml/2006/main">
              <a:ext uri="{FF2B5EF4-FFF2-40B4-BE49-F238E27FC236}">
                <a16:creationId xmlns:a16="http://schemas.microsoft.com/office/drawing/2014/main" id="{9EF3756A-9B89-4857-9E8E-2B79ED09B280}"/>
              </a:ext>
            </a:extLst>
          </p:cNvPr>
          <p:cNvSpPr>
            <a:spLocks xmlns:a="http://schemas.openxmlformats.org/drawingml/2006/main" noGrp="1"/>
          </p:cNvSpPr>
          <p:nvPr/>
        </p:nvSpPr>
        <p:spPr>
          <a:xfrm xmlns:a="http://schemas.openxmlformats.org/drawingml/2006/main">
            <a:off x="1381125" y="5095875"/>
            <a:ext cx="10048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102D69"/>
                </a:solidFill>
                <a:latin typeface="HSE Sans"/>
                <a:ea typeface="HSE Sans"/>
                <a:cs typeface="HSE Sans"/>
              </a:defRPr>
            </a:pPr>
            <a:r>
              <a:rPr sz="2325" b="0">
                <a:solidFill>
                  <a:srgbClr val="102D69"/>
                </a:solidFill>
                <a:latin typeface="HSE Sans"/>
                <a:ea typeface="HSE Sans"/>
                <a:cs typeface="HSE Sans"/>
              </a:rPr>
              <a:t>Выбор модели и рабочего порога</a:t>
            </a:r>
          </a:p>
        </p:txBody>
      </p:sp>
    </p:spTree>
    <p:extLst>
      <p:ext uri="{BB962C8B-B14F-4D97-AF65-F5344CB8AC3E}">
        <p14:creationId xmlns:p14="http://schemas.microsoft.com/office/powerpoint/2010/main" val="14098467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Ошибки и метрики</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1. Ошибки и метрики</a:t>
            </a:r>
          </a:p>
        </p:txBody>
      </p:sp>
      <p:sp>
        <p:nvSpPr>
          <p:cNvPr id="7" name="l05-9">
            <a:extLst xmlns:a="http://schemas.openxmlformats.org/drawingml/2006/main">
              <a:ext uri="{FF2B5EF4-FFF2-40B4-BE49-F238E27FC236}">
                <a16:creationId xmlns:a16="http://schemas.microsoft.com/office/drawing/2014/main" id="{5F4F5996-AFBF-4A8A-9518-D0B0A027C98E}"/>
              </a:ext>
            </a:extLst>
          </p:cNvPr>
          <p:cNvSpPr>
            <a:spLocks xmlns:a="http://schemas.openxmlformats.org/drawingml/2006/main" noGrp="1"/>
          </p:cNvSpPr>
          <p:nvPr/>
        </p:nvSpPr>
        <p:spPr>
          <a:xfrm xmlns:a="http://schemas.openxmlformats.org/drawingml/2006/main">
            <a:off x="590550" y="2714625"/>
            <a:ext cx="142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400" b="1">
                <a:solidFill>
                  <a:srgbClr val="234A9B"/>
                </a:solidFill>
                <a:latin typeface="HSE Sans"/>
                <a:ea typeface="HSE Sans"/>
                <a:cs typeface="HSE Sans"/>
              </a:defRPr>
            </a:pPr>
            <a:r>
              <a:rPr sz="5400" b="1">
                <a:solidFill>
                  <a:srgbClr val="234A9B"/>
                </a:solidFill>
                <a:latin typeface="HSE Sans"/>
                <a:ea typeface="HSE Sans"/>
                <a:cs typeface="HSE Sans"/>
              </a:rPr>
              <a:t>01</a:t>
            </a:r>
          </a:p>
        </p:txBody>
      </p:sp>
      <p:sp>
        <p:nvSpPr>
          <p:cNvPr id="8" name="l05-10">
            <a:extLst xmlns:a="http://schemas.openxmlformats.org/drawingml/2006/main">
              <a:ext uri="{FF2B5EF4-FFF2-40B4-BE49-F238E27FC236}">
                <a16:creationId xmlns:a16="http://schemas.microsoft.com/office/drawing/2014/main" id="{526EFC38-055E-40A1-9B32-6F6A08034E16}"/>
              </a:ext>
            </a:extLst>
          </p:cNvPr>
          <p:cNvSpPr>
            <a:spLocks xmlns:a="http://schemas.openxmlformats.org/drawingml/2006/main" noGrp="1"/>
          </p:cNvSpPr>
          <p:nvPr/>
        </p:nvSpPr>
        <p:spPr>
          <a:xfrm xmlns:a="http://schemas.openxmlformats.org/drawingml/2006/main">
            <a:off x="2333625" y="2781300"/>
            <a:ext cx="9048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Как оценить бинарную классификацию</a:t>
            </a:r>
          </a:p>
          <a:p xmlns:a="http://schemas.openxmlformats.org/drawingml/2006/main">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Precision, recall и способы их объединить</a:t>
            </a:r>
          </a:p>
        </p:txBody>
      </p:sp>
    </p:spTree>
    <p:extLst>
      <p:ext uri="{BB962C8B-B14F-4D97-AF65-F5344CB8AC3E}">
        <p14:creationId xmlns:p14="http://schemas.microsoft.com/office/powerpoint/2010/main" val="14098467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Матрица ошибок и два рода ошибок</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1. Ошибки и метрики</a:t>
            </a:r>
          </a:p>
        </p:txBody>
      </p:sp>
      <p:sp>
        <p:nvSpPr>
          <p:cNvPr id="7" name="l05-11">
            <a:extLst xmlns:a="http://schemas.openxmlformats.org/drawingml/2006/main">
              <a:ext uri="{FF2B5EF4-FFF2-40B4-BE49-F238E27FC236}">
                <a16:creationId xmlns:a16="http://schemas.microsoft.com/office/drawing/2014/main" id="{CC2DDE93-5B54-4D82-A23F-979020A64EF1}"/>
              </a:ext>
            </a:extLst>
          </p:cNvPr>
          <p:cNvSpPr>
            <a:spLocks xmlns:a="http://schemas.openxmlformats.org/drawingml/2006/main" noGrp="1"/>
          </p:cNvSpPr>
          <p:nvPr/>
        </p:nvSpPr>
        <p:spPr>
          <a:xfrm xmlns:a="http://schemas.openxmlformats.org/drawingml/2006/main">
            <a:off x="590550" y="2238375"/>
            <a:ext cx="11029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a:solidFill>
                  <a:srgbClr val="102D69"/>
                </a:solidFill>
                <a:latin typeface="HSE Sans"/>
                <a:ea typeface="HSE Sans"/>
                <a:cs typeface="HSE Sans"/>
              </a:defRPr>
            </a:pPr>
            <a:r>
              <a:rPr sz="2250" b="0">
                <a:solidFill>
                  <a:srgbClr val="102D69"/>
                </a:solidFill>
                <a:latin typeface="HSE Sans"/>
                <a:ea typeface="HSE Sans"/>
                <a:cs typeface="HSE Sans"/>
              </a:rPr>
              <a:t>Класс 1 положительный, класс 0 отрицательный.</a:t>
            </a:r>
          </a:p>
          <a:p xmlns:a="http://schemas.openxmlformats.org/drawingml/2006/main">
            <a:pPr algn="l">
              <a:lnSpc>
                <a:spcPct val="112000"/>
              </a:lnSpc>
              <a:buNone/>
              <a:defRPr sz="2250" b="0">
                <a:solidFill>
                  <a:srgbClr val="102D69"/>
                </a:solidFill>
                <a:latin typeface="HSE Sans"/>
                <a:ea typeface="HSE Sans"/>
                <a:cs typeface="HSE Sans"/>
              </a:defRPr>
            </a:pPr>
            <a:r>
              <a:rPr sz="2250" b="0">
                <a:solidFill>
                  <a:srgbClr val="102D69"/>
                </a:solidFill>
                <a:latin typeface="HSE Sans"/>
                <a:ea typeface="HSE Sans"/>
                <a:cs typeface="HSE Sans"/>
              </a:rPr>
              <a:t>Нулевая гипотеза H₀: объект относится к классу 0.</a:t>
            </a:r>
          </a:p>
        </p:txBody>
      </p:sp>
      <p:graphicFrame>
        <p:nvGraphicFramePr>
          <p:cNvPr id="15" name=""/>
          <p:cNvGraphicFramePr/>
          <p:nvPr/>
        </p:nvGraphicFramePr>
        <p:xfrm>
          <a:off xmlns:a="http://schemas.openxmlformats.org/drawingml/2006/main" x="590550" y="3476625"/>
          <a:ext xmlns:a="http://schemas.openxmlformats.org/drawingml/2006/main" cx="11029950" cy="2400300"/>
        </p:xfrm>
        <a:graphic xmlns:a="http://schemas.openxmlformats.org/drawingml/2006/main">
          <a:graphicData uri="http://schemas.openxmlformats.org/drawingml/2006/table">
            <a:tbl>
              <a:tblPr firstRow="1" bandRow="0"/>
              <a:tblGrid>
                <a:gridCol w="3905250"/>
                <a:gridCol w="3562350"/>
                <a:gridCol w="3562350"/>
              </a:tblGrid>
              <a:tr h="800100">
                <a:tc>
                  <a:txBody>
                    <a:bodyPr lIns="114300" tIns="66675" rIns="114300" bIns="66675">
                      <a:noAutofit/>
                    </a:bodyPr>
                    <a:lstStyle/>
                    <a:p>
                      <a:r>
                        <a:rPr sz="2100" b="1">
                          <a:solidFill>
                            <a:srgbClr val="FFFFFF"/>
                          </a:solidFill>
                          <a:latin typeface="HSE Sans"/>
                          <a:ea typeface="HSE Sans"/>
                          <a:cs typeface="HSE Sans"/>
                        </a:rPr>
                        <a:t>Истинный класс / прогноз</a:t>
                      </a:r>
                    </a:p>
                  </a:txBody>
                  <a:tcPr marL="91440" marR="91440" marT="45720" marB="45720" anchor="ctr">
                    <a:solidFill>
                      <a:srgbClr val="102D69"/>
                    </a:solidFill>
                  </a:tcPr>
                </a:tc>
                <a:tc>
                  <a:txBody>
                    <a:bodyPr lIns="114300" tIns="66675" rIns="114300" bIns="66675">
                      <a:noAutofit/>
                    </a:bodyPr>
                    <a:lstStyle/>
                    <a:p>
                      <a:r>
                        <a:rPr sz="2100" b="1">
                          <a:solidFill>
                            <a:srgbClr val="FFFFFF"/>
                          </a:solidFill>
                          <a:latin typeface="HSE Sans"/>
                          <a:ea typeface="HSE Sans"/>
                          <a:cs typeface="HSE Sans"/>
                        </a:rPr>
                        <a:t>Класс 0</a:t>
                      </a:r>
                    </a:p>
                  </a:txBody>
                  <a:tcPr marL="91440" marR="91440" marT="45720" marB="45720" anchor="ctr">
                    <a:solidFill>
                      <a:srgbClr val="102D69"/>
                    </a:solidFill>
                  </a:tcPr>
                </a:tc>
                <a:tc>
                  <a:txBody>
                    <a:bodyPr lIns="114300" tIns="66675" rIns="114300" bIns="66675">
                      <a:noAutofit/>
                    </a:bodyPr>
                    <a:lstStyle/>
                    <a:p>
                      <a:r>
                        <a:rPr sz="2100" b="1">
                          <a:solidFill>
                            <a:srgbClr val="FFFFFF"/>
                          </a:solidFill>
                          <a:latin typeface="HSE Sans"/>
                          <a:ea typeface="HSE Sans"/>
                          <a:cs typeface="HSE Sans"/>
                        </a:rPr>
                        <a:t>Класс 1</a:t>
                      </a:r>
                    </a:p>
                  </a:txBody>
                  <a:tcPr marL="91440" marR="91440" marT="45720" marB="45720" anchor="ctr">
                    <a:solidFill>
                      <a:srgbClr val="102D69"/>
                    </a:solidFill>
                  </a:tcPr>
                </a:tc>
              </a:tr>
              <a:tr h="800100">
                <a:tc>
                  <a:txBody>
                    <a:bodyPr lIns="114300" tIns="66675" rIns="114300" bIns="66675">
                      <a:noAutofit/>
                    </a:bodyPr>
                    <a:lstStyle/>
                    <a:p>
                      <a:r>
                        <a:rPr sz="2100" b="0">
                          <a:solidFill>
                            <a:srgbClr val="102D69"/>
                          </a:solidFill>
                          <a:latin typeface="HSE Sans"/>
                          <a:ea typeface="HSE Sans"/>
                          <a:cs typeface="HSE Sans"/>
                        </a:rPr>
                        <a:t>Класс 0</a:t>
                      </a:r>
                    </a:p>
                  </a:txBody>
                  <a:tcPr marL="91440" marR="91440" marT="45720" marB="45720" anchor="ctr">
                    <a:solidFill>
                      <a:srgbClr val="EFF4FB"/>
                    </a:solidFill>
                  </a:tcPr>
                </a:tc>
                <a:tc>
                  <a:txBody>
                    <a:bodyPr lIns="114300" tIns="66675" rIns="114300" bIns="66675">
                      <a:noAutofit/>
                    </a:bodyPr>
                    <a:lstStyle/>
                    <a:p>
                      <a:r>
                        <a:rPr sz="2100" b="0">
                          <a:solidFill>
                            <a:srgbClr val="102D69"/>
                          </a:solidFill>
                          <a:latin typeface="HSE Sans"/>
                          <a:ea typeface="HSE Sans"/>
                          <a:cs typeface="HSE Sans"/>
                        </a:rPr>
                        <a:t>TN: верный ответ 0</a:t>
                      </a:r>
                    </a:p>
                  </a:txBody>
                  <a:tcPr marL="91440" marR="91440" marT="45720" marB="45720" anchor="ctr">
                    <a:solidFill>
                      <a:srgbClr val="EFF4FB"/>
                    </a:solidFill>
                  </a:tcPr>
                </a:tc>
                <a:tc>
                  <a:txBody>
                    <a:bodyPr lIns="114300" tIns="66675" rIns="114300" bIns="66675">
                      <a:noAutofit/>
                    </a:bodyPr>
                    <a:lstStyle/>
                    <a:p>
                      <a:r>
                        <a:rPr sz="2100" b="0">
                          <a:solidFill>
                            <a:srgbClr val="102D69"/>
                          </a:solidFill>
                          <a:latin typeface="HSE Sans"/>
                          <a:ea typeface="HSE Sans"/>
                          <a:cs typeface="HSE Sans"/>
                        </a:rPr>
                        <a:t>FP: ложная тревога</a:t>
                      </a:r>
                    </a:p>
                    <a:p>
                      <a:r>
                        <a:rPr sz="2100" b="0">
                          <a:solidFill>
                            <a:srgbClr val="102D69"/>
                          </a:solidFill>
                          <a:latin typeface="HSE Sans"/>
                          <a:ea typeface="HSE Sans"/>
                          <a:cs typeface="HSE Sans"/>
                        </a:rPr>
                        <a:t>Ошибка I рода</a:t>
                      </a:r>
                    </a:p>
                  </a:txBody>
                  <a:tcPr marL="91440" marR="91440" marT="45720" marB="45720" anchor="ctr">
                    <a:solidFill>
                      <a:srgbClr val="EFF4FB"/>
                    </a:solidFill>
                  </a:tcPr>
                </a:tc>
              </a:tr>
              <a:tr h="800100">
                <a:tc>
                  <a:txBody>
                    <a:bodyPr lIns="114300" tIns="66675" rIns="114300" bIns="66675">
                      <a:noAutofit/>
                    </a:bodyPr>
                    <a:lstStyle/>
                    <a:p>
                      <a:r>
                        <a:rPr sz="2100" b="0">
                          <a:solidFill>
                            <a:srgbClr val="102D69"/>
                          </a:solidFill>
                          <a:latin typeface="HSE Sans"/>
                          <a:ea typeface="HSE Sans"/>
                          <a:cs typeface="HSE Sans"/>
                        </a:rPr>
                        <a:t>Класс 1</a:t>
                      </a:r>
                    </a:p>
                  </a:txBody>
                  <a:tcPr marL="91440" marR="91440" marT="45720" marB="45720" anchor="ctr">
                    <a:solidFill>
                      <a:srgbClr val="FFFFFF"/>
                    </a:solidFill>
                  </a:tcPr>
                </a:tc>
                <a:tc>
                  <a:txBody>
                    <a:bodyPr lIns="114300" tIns="66675" rIns="114300" bIns="66675">
                      <a:noAutofit/>
                    </a:bodyPr>
                    <a:lstStyle/>
                    <a:p>
                      <a:r>
                        <a:rPr sz="2100" b="0">
                          <a:solidFill>
                            <a:srgbClr val="102D69"/>
                          </a:solidFill>
                          <a:latin typeface="HSE Sans"/>
                          <a:ea typeface="HSE Sans"/>
                          <a:cs typeface="HSE Sans"/>
                        </a:rPr>
                        <a:t>FN: пропуск</a:t>
                      </a:r>
                    </a:p>
                    <a:p>
                      <a:r>
                        <a:rPr sz="2100" b="0">
                          <a:solidFill>
                            <a:srgbClr val="102D69"/>
                          </a:solidFill>
                          <a:latin typeface="HSE Sans"/>
                          <a:ea typeface="HSE Sans"/>
                          <a:cs typeface="HSE Sans"/>
                        </a:rPr>
                        <a:t>Ошибка II рода</a:t>
                      </a:r>
                    </a:p>
                  </a:txBody>
                  <a:tcPr marL="91440" marR="91440" marT="45720" marB="45720" anchor="ctr">
                    <a:solidFill>
                      <a:srgbClr val="FFFFFF"/>
                    </a:solidFill>
                  </a:tcPr>
                </a:tc>
                <a:tc>
                  <a:txBody>
                    <a:bodyPr lIns="114300" tIns="66675" rIns="114300" bIns="66675">
                      <a:noAutofit/>
                    </a:bodyPr>
                    <a:lstStyle/>
                    <a:p>
                      <a:r>
                        <a:rPr sz="2100" b="0">
                          <a:solidFill>
                            <a:srgbClr val="102D69"/>
                          </a:solidFill>
                          <a:latin typeface="HSE Sans"/>
                          <a:ea typeface="HSE Sans"/>
                          <a:cs typeface="HSE Sans"/>
                        </a:rPr>
                        <a:t>TP: верный ответ 1</a:t>
                      </a:r>
                    </a:p>
                  </a:txBody>
                  <a:tcPr marL="91440" marR="91440" marT="45720" marB="45720" anchor="ctr">
                    <a:solidFill>
                      <a:srgbClr val="FFFFFF"/>
                    </a:solidFill>
                  </a:tcPr>
                </a:tc>
              </a:tr>
            </a:tbl>
          </a:graphicData>
        </a:graphic>
      </p:graphicFrame>
      <p:sp>
        <p:nvSpPr>
          <p:cNvPr id="9" name="l05-12">
            <a:extLst xmlns:a="http://schemas.openxmlformats.org/drawingml/2006/main">
              <a:ext uri="{FF2B5EF4-FFF2-40B4-BE49-F238E27FC236}">
                <a16:creationId xmlns:a16="http://schemas.microsoft.com/office/drawing/2014/main" id="{F721DA20-645C-45F6-8147-86C598E8964E}"/>
              </a:ext>
            </a:extLst>
          </p:cNvPr>
          <p:cNvSpPr>
            <a:spLocks xmlns:a="http://schemas.openxmlformats.org/drawingml/2006/main" noGrp="1"/>
          </p:cNvSpPr>
          <p:nvPr/>
        </p:nvSpPr>
        <p:spPr>
          <a:xfrm xmlns:a="http://schemas.openxmlformats.org/drawingml/2006/main">
            <a:off x="590550" y="6153150"/>
            <a:ext cx="11029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Цена ложной тревоги и пропуска может быть разной.</a:t>
            </a:r>
          </a:p>
        </p:txBody>
      </p:sp>
    </p:spTree>
    <p:extLst>
      <p:ext uri="{BB962C8B-B14F-4D97-AF65-F5344CB8AC3E}">
        <p14:creationId xmlns:p14="http://schemas.microsoft.com/office/powerpoint/2010/main" val="14098467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Precision и recall: разные знаменатели</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1. Ошибки и метрики</a:t>
            </a:r>
          </a:p>
        </p:txBody>
      </p:sp>
      <p:sp>
        <p:nvSpPr>
          <p:cNvPr id="7" name="l05-13">
            <a:extLst xmlns:a="http://schemas.openxmlformats.org/drawingml/2006/main">
              <a:ext uri="{FF2B5EF4-FFF2-40B4-BE49-F238E27FC236}">
                <a16:creationId xmlns:a16="http://schemas.microsoft.com/office/drawing/2014/main" id="{5E343FF4-8384-414F-8072-107410047633}"/>
              </a:ext>
            </a:extLst>
          </p:cNvPr>
          <p:cNvSpPr>
            <a:spLocks xmlns:a="http://schemas.openxmlformats.org/drawingml/2006/main" noGrp="1"/>
          </p:cNvSpPr>
          <p:nvPr/>
        </p:nvSpPr>
        <p:spPr>
          <a:xfrm xmlns:a="http://schemas.openxmlformats.org/drawingml/2006/main">
            <a:off x="590550" y="2295525"/>
            <a:ext cx="523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02D69"/>
                </a:solidFill>
                <a:latin typeface="HSE Sans"/>
                <a:ea typeface="HSE Sans"/>
                <a:cs typeface="HSE Sans"/>
              </a:defRPr>
            </a:pPr>
            <a:r>
              <a:rPr sz="2100" b="1">
                <a:solidFill>
                  <a:srgbClr val="102D69"/>
                </a:solidFill>
                <a:latin typeface="HSE Sans"/>
                <a:ea typeface="HSE Sans"/>
                <a:cs typeface="HSE Sans"/>
              </a:rPr>
              <a:t>Precision: среди прогнозов 1</a:t>
            </a:r>
          </a:p>
        </p:txBody>
      </p:sp>
      <p:sp>
        <p:nvSpPr>
          <p:cNvPr id="8" name="l05-14">
            <a:extLst xmlns:a="http://schemas.openxmlformats.org/drawingml/2006/main">
              <a:ext uri="{FF2B5EF4-FFF2-40B4-BE49-F238E27FC236}">
                <a16:creationId xmlns:a16="http://schemas.microsoft.com/office/drawing/2014/main" id="{C7806362-E5E8-4070-9400-5CFE20E118A2}"/>
              </a:ext>
            </a:extLst>
          </p:cNvPr>
          <p:cNvSpPr>
            <a:spLocks xmlns:a="http://schemas.openxmlformats.org/drawingml/2006/main" noGrp="1"/>
          </p:cNvSpPr>
          <p:nvPr/>
        </p:nvSpPr>
        <p:spPr>
          <a:xfrm xmlns:a="http://schemas.openxmlformats.org/drawingml/2006/main">
            <a:off x="6477000" y="2295525"/>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02D69"/>
                </a:solidFill>
                <a:latin typeface="HSE Sans"/>
                <a:ea typeface="HSE Sans"/>
                <a:cs typeface="HSE Sans"/>
              </a:defRPr>
            </a:pPr>
            <a:r>
              <a:rPr sz="2100" b="1">
                <a:solidFill>
                  <a:srgbClr val="102D69"/>
                </a:solidFill>
                <a:latin typeface="HSE Sans"/>
                <a:ea typeface="HSE Sans"/>
                <a:cs typeface="HSE Sans"/>
              </a:rPr>
              <a:t>Recall: среди объектов класса 1</a:t>
            </a:r>
          </a:p>
        </p:txBody>
      </p:sp>
      <p:graphicFrame>
        <p:nvGraphicFramePr>
          <p:cNvPr id="21" name=""/>
          <p:cNvGraphicFramePr/>
          <p:nvPr/>
        </p:nvGraphicFramePr>
        <p:xfrm>
          <a:off xmlns:a="http://schemas.openxmlformats.org/drawingml/2006/main" x="590550" y="3009900"/>
          <a:ext xmlns:a="http://schemas.openxmlformats.org/drawingml/2006/main" cx="5238750" cy="1809750"/>
        </p:xfrm>
        <a:graphic xmlns:a="http://schemas.openxmlformats.org/drawingml/2006/main">
          <a:graphicData uri="http://schemas.openxmlformats.org/drawingml/2006/table">
            <a:tbl>
              <a:tblPr firstRow="1" bandRow="0"/>
              <a:tblGrid>
                <a:gridCol w="1885950"/>
                <a:gridCol w="1676400"/>
                <a:gridCol w="1676400"/>
              </a:tblGrid>
              <a:tr h="603250">
                <a:tc>
                  <a:txBody>
                    <a:bodyPr lIns="114300" tIns="66675" rIns="114300" bIns="66675">
                      <a:noAutofit/>
                    </a:bodyPr>
                    <a:lstStyle/>
                    <a:p>
                      <a:r>
                        <a:rPr sz="1875" b="1">
                          <a:solidFill>
                            <a:srgbClr val="FFFFFF"/>
                          </a:solidFill>
                          <a:latin typeface="HSE Sans"/>
                          <a:ea typeface="HSE Sans"/>
                          <a:cs typeface="HSE Sans"/>
                        </a:rPr>
                        <a:t>Факт / прогноз</a:t>
                      </a:r>
                    </a:p>
                  </a:txBody>
                  <a:tcPr marL="91440" marR="91440" marT="45720" marB="45720" anchor="ctr">
                    <a:solidFill>
                      <a:srgbClr val="102D69"/>
                    </a:solidFill>
                  </a:tcPr>
                </a:tc>
                <a:tc>
                  <a:txBody>
                    <a:bodyPr lIns="114300" tIns="66675" rIns="114300" bIns="66675">
                      <a:noAutofit/>
                    </a:bodyPr>
                    <a:lstStyle/>
                    <a:p>
                      <a:r>
                        <a:rPr sz="1875" b="1">
                          <a:solidFill>
                            <a:srgbClr val="FFFFFF"/>
                          </a:solidFill>
                          <a:latin typeface="HSE Sans"/>
                          <a:ea typeface="HSE Sans"/>
                          <a:cs typeface="HSE Sans"/>
                        </a:rPr>
                        <a:t>Класс 0</a:t>
                      </a:r>
                    </a:p>
                  </a:txBody>
                  <a:tcPr marL="91440" marR="91440" marT="45720" marB="45720" anchor="ctr">
                    <a:solidFill>
                      <a:srgbClr val="102D69"/>
                    </a:solidFill>
                  </a:tcPr>
                </a:tc>
                <a:tc>
                  <a:txBody>
                    <a:bodyPr lIns="114300" tIns="66675" rIns="114300" bIns="66675">
                      <a:noAutofit/>
                    </a:bodyPr>
                    <a:lstStyle/>
                    <a:p>
                      <a:r>
                        <a:rPr sz="1875" b="1">
                          <a:solidFill>
                            <a:srgbClr val="FFFFFF"/>
                          </a:solidFill>
                          <a:latin typeface="HSE Sans"/>
                          <a:ea typeface="HSE Sans"/>
                          <a:cs typeface="HSE Sans"/>
                        </a:rPr>
                        <a:t>Класс 1</a:t>
                      </a:r>
                    </a:p>
                  </a:txBody>
                  <a:tcPr marL="91440" marR="91440" marT="45720" marB="45720" anchor="ctr">
                    <a:solidFill>
                      <a:srgbClr val="102D69"/>
                    </a:solidFill>
                  </a:tcPr>
                </a:tc>
              </a:tr>
              <a:tr h="603250">
                <a:tc>
                  <a:txBody>
                    <a:bodyPr lIns="114300" tIns="66675" rIns="114300" bIns="66675">
                      <a:noAutofit/>
                    </a:bodyPr>
                    <a:lstStyle/>
                    <a:p>
                      <a:r>
                        <a:rPr sz="1875" b="0">
                          <a:solidFill>
                            <a:srgbClr val="102D69"/>
                          </a:solidFill>
                          <a:latin typeface="HSE Sans"/>
                          <a:ea typeface="HSE Sans"/>
                          <a:cs typeface="HSE Sans"/>
                        </a:rPr>
                        <a:t>Класс 0</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TN = 3</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FP = 1</a:t>
                      </a:r>
                    </a:p>
                  </a:txBody>
                  <a:tcPr marL="91440" marR="91440" marT="45720" marB="45720" anchor="ctr">
                    <a:solidFill>
                      <a:srgbClr val="FCE5D5"/>
                    </a:solidFill>
                  </a:tcPr>
                </a:tc>
              </a:tr>
              <a:tr h="603250">
                <a:tc>
                  <a:txBody>
                    <a:bodyPr lIns="114300" tIns="66675" rIns="114300" bIns="66675">
                      <a:noAutofit/>
                    </a:bodyPr>
                    <a:lstStyle/>
                    <a:p>
                      <a:r>
                        <a:rPr sz="1875" b="0">
                          <a:solidFill>
                            <a:srgbClr val="102D69"/>
                          </a:solidFill>
                          <a:latin typeface="HSE Sans"/>
                          <a:ea typeface="HSE Sans"/>
                          <a:cs typeface="HSE Sans"/>
                        </a:rPr>
                        <a:t>Класс 1</a:t>
                      </a:r>
                    </a:p>
                  </a:txBody>
                  <a:tcPr marL="91440" marR="91440" marT="45720" marB="45720" anchor="ctr">
                    <a:solidFill>
                      <a:srgbClr val="FFFFFF"/>
                    </a:solidFill>
                  </a:tcPr>
                </a:tc>
                <a:tc>
                  <a:txBody>
                    <a:bodyPr lIns="114300" tIns="66675" rIns="114300" bIns="66675">
                      <a:noAutofit/>
                    </a:bodyPr>
                    <a:lstStyle/>
                    <a:p>
                      <a:r>
                        <a:rPr sz="1875" b="0">
                          <a:solidFill>
                            <a:srgbClr val="102D69"/>
                          </a:solidFill>
                          <a:latin typeface="HSE Sans"/>
                          <a:ea typeface="HSE Sans"/>
                          <a:cs typeface="HSE Sans"/>
                        </a:rPr>
                        <a:t>FN = 1</a:t>
                      </a:r>
                    </a:p>
                  </a:txBody>
                  <a:tcPr marL="91440" marR="91440" marT="45720" marB="45720" anchor="ctr">
                    <a:solidFill>
                      <a:srgbClr val="FFFFFF"/>
                    </a:solidFill>
                  </a:tcPr>
                </a:tc>
                <a:tc>
                  <a:txBody>
                    <a:bodyPr lIns="114300" tIns="66675" rIns="114300" bIns="66675">
                      <a:noAutofit/>
                    </a:bodyPr>
                    <a:lstStyle/>
                    <a:p>
                      <a:r>
                        <a:rPr sz="1875" b="0">
                          <a:solidFill>
                            <a:srgbClr val="102D69"/>
                          </a:solidFill>
                          <a:latin typeface="HSE Sans"/>
                          <a:ea typeface="HSE Sans"/>
                          <a:cs typeface="HSE Sans"/>
                        </a:rPr>
                        <a:t>TP = 3</a:t>
                      </a:r>
                    </a:p>
                  </a:txBody>
                  <a:tcPr marL="91440" marR="91440" marT="45720" marB="45720" anchor="ctr">
                    <a:solidFill>
                      <a:srgbClr val="FCE5D5"/>
                    </a:solidFill>
                  </a:tcPr>
                </a:tc>
              </a:tr>
            </a:tbl>
          </a:graphicData>
        </a:graphic>
      </p:graphicFrame>
      <p:graphicFrame>
        <p:nvGraphicFramePr>
          <p:cNvPr id="22" name=""/>
          <p:cNvGraphicFramePr/>
          <p:nvPr/>
        </p:nvGraphicFramePr>
        <p:xfrm>
          <a:off xmlns:a="http://schemas.openxmlformats.org/drawingml/2006/main" x="6477000" y="3009900"/>
          <a:ext xmlns:a="http://schemas.openxmlformats.org/drawingml/2006/main" cx="5238750" cy="1809750"/>
        </p:xfrm>
        <a:graphic xmlns:a="http://schemas.openxmlformats.org/drawingml/2006/main">
          <a:graphicData uri="http://schemas.openxmlformats.org/drawingml/2006/table">
            <a:tbl>
              <a:tblPr firstRow="1" bandRow="0"/>
              <a:tblGrid>
                <a:gridCol w="1885950"/>
                <a:gridCol w="1676400"/>
                <a:gridCol w="1676400"/>
              </a:tblGrid>
              <a:tr h="603250">
                <a:tc>
                  <a:txBody>
                    <a:bodyPr lIns="114300" tIns="66675" rIns="114300" bIns="66675">
                      <a:noAutofit/>
                    </a:bodyPr>
                    <a:lstStyle/>
                    <a:p>
                      <a:r>
                        <a:rPr sz="1875" b="1">
                          <a:solidFill>
                            <a:srgbClr val="FFFFFF"/>
                          </a:solidFill>
                          <a:latin typeface="HSE Sans"/>
                          <a:ea typeface="HSE Sans"/>
                          <a:cs typeface="HSE Sans"/>
                        </a:rPr>
                        <a:t>Факт / прогноз</a:t>
                      </a:r>
                    </a:p>
                  </a:txBody>
                  <a:tcPr marL="91440" marR="91440" marT="45720" marB="45720" anchor="ctr">
                    <a:solidFill>
                      <a:srgbClr val="102D69"/>
                    </a:solidFill>
                  </a:tcPr>
                </a:tc>
                <a:tc>
                  <a:txBody>
                    <a:bodyPr lIns="114300" tIns="66675" rIns="114300" bIns="66675">
                      <a:noAutofit/>
                    </a:bodyPr>
                    <a:lstStyle/>
                    <a:p>
                      <a:r>
                        <a:rPr sz="1875" b="1">
                          <a:solidFill>
                            <a:srgbClr val="FFFFFF"/>
                          </a:solidFill>
                          <a:latin typeface="HSE Sans"/>
                          <a:ea typeface="HSE Sans"/>
                          <a:cs typeface="HSE Sans"/>
                        </a:rPr>
                        <a:t>Класс 0</a:t>
                      </a:r>
                    </a:p>
                  </a:txBody>
                  <a:tcPr marL="91440" marR="91440" marT="45720" marB="45720" anchor="ctr">
                    <a:solidFill>
                      <a:srgbClr val="102D69"/>
                    </a:solidFill>
                  </a:tcPr>
                </a:tc>
                <a:tc>
                  <a:txBody>
                    <a:bodyPr lIns="114300" tIns="66675" rIns="114300" bIns="66675">
                      <a:noAutofit/>
                    </a:bodyPr>
                    <a:lstStyle/>
                    <a:p>
                      <a:r>
                        <a:rPr sz="1875" b="1">
                          <a:solidFill>
                            <a:srgbClr val="FFFFFF"/>
                          </a:solidFill>
                          <a:latin typeface="HSE Sans"/>
                          <a:ea typeface="HSE Sans"/>
                          <a:cs typeface="HSE Sans"/>
                        </a:rPr>
                        <a:t>Класс 1</a:t>
                      </a:r>
                    </a:p>
                  </a:txBody>
                  <a:tcPr marL="91440" marR="91440" marT="45720" marB="45720" anchor="ctr">
                    <a:solidFill>
                      <a:srgbClr val="102D69"/>
                    </a:solidFill>
                  </a:tcPr>
                </a:tc>
              </a:tr>
              <a:tr h="603250">
                <a:tc>
                  <a:txBody>
                    <a:bodyPr lIns="114300" tIns="66675" rIns="114300" bIns="66675">
                      <a:noAutofit/>
                    </a:bodyPr>
                    <a:lstStyle/>
                    <a:p>
                      <a:r>
                        <a:rPr sz="1875" b="0">
                          <a:solidFill>
                            <a:srgbClr val="102D69"/>
                          </a:solidFill>
                          <a:latin typeface="HSE Sans"/>
                          <a:ea typeface="HSE Sans"/>
                          <a:cs typeface="HSE Sans"/>
                        </a:rPr>
                        <a:t>Класс 0</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TN = 3</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FP = 1</a:t>
                      </a:r>
                    </a:p>
                  </a:txBody>
                  <a:tcPr marL="91440" marR="91440" marT="45720" marB="45720" anchor="ctr">
                    <a:solidFill>
                      <a:srgbClr val="EFF4FB"/>
                    </a:solidFill>
                  </a:tcPr>
                </a:tc>
              </a:tr>
              <a:tr h="603250">
                <a:tc>
                  <a:txBody>
                    <a:bodyPr lIns="114300" tIns="66675" rIns="114300" bIns="66675">
                      <a:noAutofit/>
                    </a:bodyPr>
                    <a:lstStyle/>
                    <a:p>
                      <a:r>
                        <a:rPr sz="1875" b="0">
                          <a:solidFill>
                            <a:srgbClr val="102D69"/>
                          </a:solidFill>
                          <a:latin typeface="HSE Sans"/>
                          <a:ea typeface="HSE Sans"/>
                          <a:cs typeface="HSE Sans"/>
                        </a:rPr>
                        <a:t>Класс 1</a:t>
                      </a:r>
                    </a:p>
                  </a:txBody>
                  <a:tcPr marL="91440" marR="91440" marT="45720" marB="45720" anchor="ctr">
                    <a:solidFill>
                      <a:srgbClr val="FFFFFF"/>
                    </a:solidFill>
                  </a:tcPr>
                </a:tc>
                <a:tc>
                  <a:txBody>
                    <a:bodyPr lIns="114300" tIns="66675" rIns="114300" bIns="66675">
                      <a:noAutofit/>
                    </a:bodyPr>
                    <a:lstStyle/>
                    <a:p>
                      <a:r>
                        <a:rPr sz="1875" b="0">
                          <a:solidFill>
                            <a:srgbClr val="102D69"/>
                          </a:solidFill>
                          <a:latin typeface="HSE Sans"/>
                          <a:ea typeface="HSE Sans"/>
                          <a:cs typeface="HSE Sans"/>
                        </a:rPr>
                        <a:t>FN = 1</a:t>
                      </a:r>
                    </a:p>
                  </a:txBody>
                  <a:tcPr marL="91440" marR="91440" marT="45720" marB="45720" anchor="ctr">
                    <a:solidFill>
                      <a:srgbClr val="FCE5D5"/>
                    </a:solidFill>
                  </a:tcPr>
                </a:tc>
                <a:tc>
                  <a:txBody>
                    <a:bodyPr lIns="114300" tIns="66675" rIns="114300" bIns="66675">
                      <a:noAutofit/>
                    </a:bodyPr>
                    <a:lstStyle/>
                    <a:p>
                      <a:r>
                        <a:rPr sz="1875" b="0">
                          <a:solidFill>
                            <a:srgbClr val="102D69"/>
                          </a:solidFill>
                          <a:latin typeface="HSE Sans"/>
                          <a:ea typeface="HSE Sans"/>
                          <a:cs typeface="HSE Sans"/>
                        </a:rPr>
                        <a:t>TP = 3</a:t>
                      </a:r>
                    </a:p>
                  </a:txBody>
                  <a:tcPr marL="91440" marR="91440" marT="45720" marB="45720" anchor="ctr">
                    <a:solidFill>
                      <a:srgbClr val="FCE5D5"/>
                    </a:solidFill>
                  </a:tcPr>
                </a:tc>
              </a:tr>
            </a:tbl>
          </a:graphicData>
        </a:graphic>
      </p:graphicFrame>
      <p:pic>
        <p:nvPicPr>
          <p:cNvPr id="23" name="" descr="LaTeX: P=\frac{\mathrm{TP}}{\mathrm{TP}+\mathrm{FP}}=\frac{3}{4}"/>
          <p:cNvPicPr>
            <a:picLocks xmlns:a="http://schemas.openxmlformats.org/drawingml/2006/main" noChangeAspect="1"/>
          </p:cNvPicPr>
          <p:nvPr/>
        </p:nvPicPr>
        <p:blipFill>
          <a:blip xmlns:r="http://schemas.openxmlformats.org/officeDocument/2006/relationships" xmlns:a="http://schemas.openxmlformats.org/drawingml/2006/main" r:embed="Rec92581af4cb473a">
            <a:extLst>
              <a:ext uri="{96DAC541-7B7A-43D3-8B79-37D633B846F1}">
                <asvg:svgBlip xmlns:asvg="http://schemas.microsoft.com/office/drawing/2016/SVG/main" r:embed="R0d6376dee6444326"/>
              </a:ext>
            </a:extLst>
          </a:blip>
          <a:stretch xmlns:a="http://schemas.openxmlformats.org/drawingml/2006/main"/>
        </p:blipFill>
        <p:spPr>
          <a:xfrm xmlns:a="http://schemas.openxmlformats.org/drawingml/2006/main">
            <a:off x="2238375" y="5210175"/>
            <a:ext cx="1943100" cy="381000"/>
          </a:xfrm>
          <a:prstGeom xmlns:a="http://schemas.openxmlformats.org/drawingml/2006/main" prst="rect">
            <a:avLst/>
          </a:prstGeom>
        </p:spPr>
      </p:pic>
      <p:pic>
        <p:nvPicPr>
          <p:cNvPr id="24" name="" descr="LaTeX: R=\frac{\mathrm{TP}}{\mathrm{TP}+\mathrm{FN}}=\frac{3}{4}"/>
          <p:cNvPicPr>
            <a:picLocks xmlns:a="http://schemas.openxmlformats.org/drawingml/2006/main" noChangeAspect="1"/>
          </p:cNvPicPr>
          <p:nvPr/>
        </p:nvPicPr>
        <p:blipFill>
          <a:blip xmlns:r="http://schemas.openxmlformats.org/officeDocument/2006/relationships" xmlns:a="http://schemas.openxmlformats.org/drawingml/2006/main" r:embed="R7673f4837991452c">
            <a:extLst>
              <a:ext uri="{96DAC541-7B7A-43D3-8B79-37D633B846F1}">
                <asvg:svgBlip xmlns:asvg="http://schemas.microsoft.com/office/drawing/2016/SVG/main" r:embed="R48f75563e66c4814"/>
              </a:ext>
            </a:extLst>
          </a:blip>
          <a:stretch xmlns:a="http://schemas.openxmlformats.org/drawingml/2006/main"/>
        </p:blipFill>
        <p:spPr>
          <a:xfrm xmlns:a="http://schemas.openxmlformats.org/drawingml/2006/main">
            <a:off x="8105775" y="5210175"/>
            <a:ext cx="1981200" cy="381000"/>
          </a:xfrm>
          <a:prstGeom xmlns:a="http://schemas.openxmlformats.org/drawingml/2006/main" prst="rect">
            <a:avLst/>
          </a:prstGeom>
        </p:spPr>
      </p:pic>
      <p:sp>
        <p:nvSpPr>
          <p:cNvPr id="13" name="l05-15">
            <a:extLst xmlns:a="http://schemas.openxmlformats.org/drawingml/2006/main">
              <a:ext uri="{FF2B5EF4-FFF2-40B4-BE49-F238E27FC236}">
                <a16:creationId xmlns:a16="http://schemas.microsoft.com/office/drawing/2014/main" id="{5473B4BB-4D42-426C-8B68-696A5DD62B78}"/>
              </a:ext>
            </a:extLst>
          </p:cNvPr>
          <p:cNvSpPr>
            <a:spLocks xmlns:a="http://schemas.openxmlformats.org/drawingml/2006/main" noGrp="1"/>
          </p:cNvSpPr>
          <p:nvPr/>
        </p:nvSpPr>
        <p:spPr>
          <a:xfrm xmlns:a="http://schemas.openxmlformats.org/drawingml/2006/main">
            <a:off x="590550" y="5962650"/>
            <a:ext cx="5238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Из 4 прогнозов класса 1</a:t>
            </a:r>
          </a:p>
          <a:p xmlns:a="http://schemas.openxmlformats.org/drawingml/2006/main">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верны 3.</a:t>
            </a:r>
          </a:p>
        </p:txBody>
      </p:sp>
      <p:sp>
        <p:nvSpPr>
          <p:cNvPr id="14" name="l05-16">
            <a:extLst xmlns:a="http://schemas.openxmlformats.org/drawingml/2006/main">
              <a:ext uri="{FF2B5EF4-FFF2-40B4-BE49-F238E27FC236}">
                <a16:creationId xmlns:a16="http://schemas.microsoft.com/office/drawing/2014/main" id="{0C7A3564-ECFC-4A1A-8C91-5BDC88228A8A}"/>
              </a:ext>
            </a:extLst>
          </p:cNvPr>
          <p:cNvSpPr>
            <a:spLocks xmlns:a="http://schemas.openxmlformats.org/drawingml/2006/main" noGrp="1"/>
          </p:cNvSpPr>
          <p:nvPr/>
        </p:nvSpPr>
        <p:spPr>
          <a:xfrm xmlns:a="http://schemas.openxmlformats.org/drawingml/2006/main">
            <a:off x="6477000" y="5962650"/>
            <a:ext cx="5143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Из 4 объектов класса 1</a:t>
            </a:r>
          </a:p>
          <a:p xmlns:a="http://schemas.openxmlformats.org/drawingml/2006/main">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найдены 3.</a:t>
            </a:r>
          </a:p>
        </p:txBody>
      </p:sp>
    </p:spTree>
    <p:extLst>
      <p:ext uri="{BB962C8B-B14F-4D97-AF65-F5344CB8AC3E}">
        <p14:creationId xmlns:p14="http://schemas.microsoft.com/office/powerpoint/2010/main" val="14098467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Accuracy может скрыть все пропуски</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1. Ошибки и метрики</a:t>
            </a:r>
          </a:p>
        </p:txBody>
      </p:sp>
      <p:sp>
        <p:nvSpPr>
          <p:cNvPr id="7" name="l05-17">
            <a:extLst xmlns:a="http://schemas.openxmlformats.org/drawingml/2006/main">
              <a:ext uri="{FF2B5EF4-FFF2-40B4-BE49-F238E27FC236}">
                <a16:creationId xmlns:a16="http://schemas.microsoft.com/office/drawing/2014/main" id="{30E265C3-92B0-4AF2-A59D-7C7342161C08}"/>
              </a:ext>
            </a:extLst>
          </p:cNvPr>
          <p:cNvSpPr>
            <a:spLocks xmlns:a="http://schemas.openxmlformats.org/drawingml/2006/main" noGrp="1"/>
          </p:cNvSpPr>
          <p:nvPr/>
        </p:nvSpPr>
        <p:spPr>
          <a:xfrm xmlns:a="http://schemas.openxmlformats.org/drawingml/2006/main">
            <a:off x="590550" y="2266950"/>
            <a:ext cx="11029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102D69"/>
                </a:solidFill>
                <a:latin typeface="HSE Sans"/>
                <a:ea typeface="HSE Sans"/>
                <a:cs typeface="HSE Sans"/>
              </a:defRPr>
            </a:pPr>
            <a:r>
              <a:rPr sz="2325" b="0">
                <a:solidFill>
                  <a:srgbClr val="102D69"/>
                </a:solidFill>
                <a:latin typeface="HSE Sans"/>
                <a:ea typeface="HSE Sans"/>
                <a:cs typeface="HSE Sans"/>
              </a:rPr>
              <a:t>1000 объектов: 900 класса 0 и 100 класса 1.</a:t>
            </a:r>
          </a:p>
          <a:p xmlns:a="http://schemas.openxmlformats.org/drawingml/2006/main">
            <a:pPr algn="l">
              <a:lnSpc>
                <a:spcPct val="112000"/>
              </a:lnSpc>
              <a:buNone/>
              <a:defRPr sz="2325" b="0">
                <a:solidFill>
                  <a:srgbClr val="102D69"/>
                </a:solidFill>
                <a:latin typeface="HSE Sans"/>
                <a:ea typeface="HSE Sans"/>
                <a:cs typeface="HSE Sans"/>
              </a:defRPr>
            </a:pPr>
            <a:r>
              <a:rPr sz="2325" b="0">
                <a:solidFill>
                  <a:srgbClr val="102D69"/>
                </a:solidFill>
                <a:latin typeface="HSE Sans"/>
                <a:ea typeface="HSE Sans"/>
                <a:cs typeface="HSE Sans"/>
              </a:rPr>
              <a:t>Модель всегда отвечает 0.</a:t>
            </a:r>
          </a:p>
        </p:txBody>
      </p:sp>
      <p:pic>
        <p:nvPicPr>
          <p:cNvPr id="16" name="" descr="LaTeX: \mathrm{accuracy}=\frac{\mathrm{TP}+\mathrm{TN}}{\mathrm{TP}+\mathrm{TN}+\mathrm{FP}+\mathrm{FN}}"/>
          <p:cNvPicPr>
            <a:picLocks xmlns:a="http://schemas.openxmlformats.org/drawingml/2006/main" noChangeAspect="1"/>
          </p:cNvPicPr>
          <p:nvPr/>
        </p:nvPicPr>
        <p:blipFill>
          <a:blip xmlns:r="http://schemas.openxmlformats.org/officeDocument/2006/relationships" xmlns:a="http://schemas.openxmlformats.org/drawingml/2006/main" r:embed="R7326b732b6444c6f">
            <a:extLst>
              <a:ext uri="{96DAC541-7B7A-43D3-8B79-37D633B846F1}">
                <asvg:svgBlip xmlns:asvg="http://schemas.microsoft.com/office/drawing/2016/SVG/main" r:embed="R7ea745ee08bd4193"/>
              </a:ext>
            </a:extLst>
          </a:blip>
          <a:stretch xmlns:a="http://schemas.openxmlformats.org/drawingml/2006/main"/>
        </p:blipFill>
        <p:spPr>
          <a:xfrm xmlns:a="http://schemas.openxmlformats.org/drawingml/2006/main">
            <a:off x="4181673" y="3730625"/>
            <a:ext cx="3847703" cy="444500"/>
          </a:xfrm>
          <a:prstGeom xmlns:a="http://schemas.openxmlformats.org/drawingml/2006/main" prst="rect">
            <a:avLst/>
          </a:prstGeom>
        </p:spPr>
      </p:pic>
      <p:sp>
        <p:nvSpPr>
          <p:cNvPr id="9" name="l05-18">
            <a:extLst xmlns:a="http://schemas.openxmlformats.org/drawingml/2006/main">
              <a:ext uri="{FF2B5EF4-FFF2-40B4-BE49-F238E27FC236}">
                <a16:creationId xmlns:a16="http://schemas.microsoft.com/office/drawing/2014/main" id="{08D092A6-E2F9-4267-9AD1-555F7A637EB9}"/>
              </a:ext>
            </a:extLst>
          </p:cNvPr>
          <p:cNvSpPr>
            <a:spLocks xmlns:a="http://schemas.openxmlformats.org/drawingml/2006/main" noGrp="1"/>
          </p:cNvSpPr>
          <p:nvPr/>
        </p:nvSpPr>
        <p:spPr>
          <a:xfrm xmlns:a="http://schemas.openxmlformats.org/drawingml/2006/main">
            <a:off x="590550" y="5038725"/>
            <a:ext cx="11029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102D69"/>
                </a:solidFill>
                <a:latin typeface="HSE Sans"/>
                <a:ea typeface="HSE Sans"/>
                <a:cs typeface="HSE Sans"/>
              </a:defRPr>
            </a:pPr>
            <a:r>
              <a:rPr sz="2400" b="1">
                <a:solidFill>
                  <a:srgbClr val="102D69"/>
                </a:solidFill>
                <a:latin typeface="HSE Sans"/>
                <a:ea typeface="HSE Sans"/>
                <a:cs typeface="HSE Sans"/>
              </a:rPr>
              <a:t>Accuracy = 90%: верны 900 из 1000 ответов.</a:t>
            </a:r>
          </a:p>
        </p:txBody>
      </p:sp>
      <p:sp>
        <p:nvSpPr>
          <p:cNvPr id="10" name="l05-19">
            <a:extLst xmlns:a="http://schemas.openxmlformats.org/drawingml/2006/main">
              <a:ext uri="{FF2B5EF4-FFF2-40B4-BE49-F238E27FC236}">
                <a16:creationId xmlns:a16="http://schemas.microsoft.com/office/drawing/2014/main" id="{61C5EDD3-51BF-413E-817C-B9CF7EE66069}"/>
              </a:ext>
            </a:extLst>
          </p:cNvPr>
          <p:cNvSpPr>
            <a:spLocks xmlns:a="http://schemas.openxmlformats.org/drawingml/2006/main" noGrp="1"/>
          </p:cNvSpPr>
          <p:nvPr/>
        </p:nvSpPr>
        <p:spPr>
          <a:xfrm xmlns:a="http://schemas.openxmlformats.org/drawingml/2006/main">
            <a:off x="590550" y="5791200"/>
            <a:ext cx="110299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EB681F"/>
                </a:solidFill>
                <a:latin typeface="HSE Sans"/>
                <a:ea typeface="HSE Sans"/>
                <a:cs typeface="HSE Sans"/>
              </a:defRPr>
            </a:pPr>
            <a:r>
              <a:rPr sz="2400" b="1">
                <a:solidFill>
                  <a:srgbClr val="EB681F"/>
                </a:solidFill>
                <a:latin typeface="HSE Sans"/>
                <a:ea typeface="HSE Sans"/>
                <a:cs typeface="HSE Sans"/>
              </a:rPr>
              <a:t>Recall = 0%: не найден ни один объект класса 1.</a:t>
            </a:r>
          </a:p>
        </p:txBody>
      </p:sp>
    </p:spTree>
    <p:extLst>
      <p:ext uri="{BB962C8B-B14F-4D97-AF65-F5344CB8AC3E}">
        <p14:creationId xmlns:p14="http://schemas.microsoft.com/office/powerpoint/2010/main" val="14098467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Вопрос</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1. Ошибки и метрики</a:t>
            </a:r>
          </a:p>
        </p:txBody>
      </p:sp>
      <p:sp>
        <p:nvSpPr>
          <p:cNvPr id="7" name="l05-20">
            <a:extLst xmlns:a="http://schemas.openxmlformats.org/drawingml/2006/main">
              <a:ext uri="{FF2B5EF4-FFF2-40B4-BE49-F238E27FC236}">
                <a16:creationId xmlns:a16="http://schemas.microsoft.com/office/drawing/2014/main" id="{E250C85A-61DC-4C49-93E2-DA0356534E24}"/>
              </a:ext>
            </a:extLst>
          </p:cNvPr>
          <p:cNvSpPr>
            <a:spLocks xmlns:a="http://schemas.openxmlformats.org/drawingml/2006/main" noGrp="1"/>
          </p:cNvSpPr>
          <p:nvPr/>
        </p:nvSpPr>
        <p:spPr>
          <a:xfrm xmlns:a="http://schemas.openxmlformats.org/drawingml/2006/main">
            <a:off x="590550" y="2809875"/>
            <a:ext cx="110299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150" b="1">
                <a:solidFill>
                  <a:srgbClr val="102D69"/>
                </a:solidFill>
                <a:latin typeface="HSE Sans"/>
                <a:ea typeface="HSE Sans"/>
                <a:cs typeface="HSE Sans"/>
              </a:defRPr>
            </a:pPr>
            <a:r>
              <a:rPr sz="3150" b="1">
                <a:solidFill>
                  <a:srgbClr val="102D69"/>
                </a:solidFill>
                <a:latin typeface="HSE Sans"/>
                <a:ea typeface="HSE Sans"/>
                <a:cs typeface="HSE Sans"/>
              </a:rPr>
              <a:t>Хотим учитывать и precision, и recall.</a:t>
            </a:r>
          </a:p>
          <a:p xmlns:a="http://schemas.openxmlformats.org/drawingml/2006/main">
            <a:pPr algn="l">
              <a:lnSpc>
                <a:spcPct val="112000"/>
              </a:lnSpc>
              <a:buNone/>
              <a:defRPr sz="3150" b="1">
                <a:solidFill>
                  <a:srgbClr val="102D69"/>
                </a:solidFill>
                <a:latin typeface="HSE Sans"/>
                <a:ea typeface="HSE Sans"/>
                <a:cs typeface="HSE Sans"/>
              </a:defRPr>
            </a:pPr>
            <a:r>
              <a:rPr sz="3150" b="1">
                <a:solidFill>
                  <a:srgbClr val="102D69"/>
                </a:solidFill>
                <a:latin typeface="HSE Sans"/>
                <a:ea typeface="HSE Sans"/>
                <a:cs typeface="HSE Sans"/>
              </a:rPr>
              <a:t>Как объединить их в одно число?</a:t>
            </a:r>
          </a:p>
        </p:txBody>
      </p:sp>
      <p:sp>
        <p:nvSpPr>
          <p:cNvPr id="8" name="l05-21">
            <a:extLst xmlns:a="http://schemas.openxmlformats.org/drawingml/2006/main">
              <a:ext uri="{FF2B5EF4-FFF2-40B4-BE49-F238E27FC236}">
                <a16:creationId xmlns:a16="http://schemas.microsoft.com/office/drawing/2014/main" id="{8B5ECADE-61DE-4EDF-A564-075CBB64137E}"/>
              </a:ext>
            </a:extLst>
          </p:cNvPr>
          <p:cNvSpPr>
            <a:spLocks xmlns:a="http://schemas.openxmlformats.org/drawingml/2006/main" noGrp="1"/>
          </p:cNvSpPr>
          <p:nvPr/>
        </p:nvSpPr>
        <p:spPr>
          <a:xfrm xmlns:a="http://schemas.openxmlformats.org/drawingml/2006/main">
            <a:off x="590550" y="4953000"/>
            <a:ext cx="11029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a:solidFill>
                  <a:srgbClr val="102D69"/>
                </a:solidFill>
                <a:latin typeface="HSE Sans"/>
                <a:ea typeface="HSE Sans"/>
                <a:cs typeface="HSE Sans"/>
              </a:defRPr>
            </a:pPr>
            <a:r>
              <a:rPr sz="2250" b="0">
                <a:solidFill>
                  <a:srgbClr val="102D69"/>
                </a:solidFill>
                <a:latin typeface="HSE Sans"/>
                <a:ea typeface="HSE Sans"/>
                <a:cs typeface="HSE Sans"/>
              </a:rPr>
              <a:t>Что можно посчитать? Каких свойств ждём от этой метрики?</a:t>
            </a:r>
          </a:p>
        </p:txBody>
      </p:sp>
    </p:spTree>
    <p:extLst>
      <p:ext uri="{BB962C8B-B14F-4D97-AF65-F5344CB8AC3E}">
        <p14:creationId xmlns:p14="http://schemas.microsoft.com/office/powerpoint/2010/main" val="14098467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Как объединить precision и recall?</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1. Ошибки и метрики</a:t>
            </a:r>
          </a:p>
        </p:txBody>
      </p:sp>
      <p:sp>
        <p:nvSpPr>
          <p:cNvPr id="7" name="l05-22">
            <a:extLst xmlns:a="http://schemas.openxmlformats.org/drawingml/2006/main">
              <a:ext uri="{FF2B5EF4-FFF2-40B4-BE49-F238E27FC236}">
                <a16:creationId xmlns:a16="http://schemas.microsoft.com/office/drawing/2014/main" id="{07585644-77A6-4346-8E9D-DFFDE55C4984}"/>
              </a:ext>
            </a:extLst>
          </p:cNvPr>
          <p:cNvSpPr>
            <a:spLocks xmlns:a="http://schemas.openxmlformats.org/drawingml/2006/main" noGrp="1"/>
          </p:cNvSpPr>
          <p:nvPr/>
        </p:nvSpPr>
        <p:spPr>
          <a:xfrm xmlns:a="http://schemas.openxmlformats.org/drawingml/2006/main">
            <a:off x="590550" y="2419350"/>
            <a:ext cx="2524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02D69"/>
                </a:solidFill>
                <a:latin typeface="HSE Sans"/>
                <a:ea typeface="HSE Sans"/>
                <a:cs typeface="HSE Sans"/>
              </a:defRPr>
            </a:pPr>
            <a:r>
              <a:rPr sz="1725" b="1">
                <a:solidFill>
                  <a:srgbClr val="102D69"/>
                </a:solidFill>
                <a:latin typeface="HSE Sans"/>
                <a:ea typeface="HSE Sans"/>
                <a:cs typeface="HSE Sans"/>
              </a:rPr>
              <a:t>Арифметическое</a:t>
            </a:r>
          </a:p>
        </p:txBody>
      </p:sp>
      <p:sp>
        <p:nvSpPr>
          <p:cNvPr id="8" name="l05-23">
            <a:extLst xmlns:a="http://schemas.openxmlformats.org/drawingml/2006/main">
              <a:ext uri="{FF2B5EF4-FFF2-40B4-BE49-F238E27FC236}">
                <a16:creationId xmlns:a16="http://schemas.microsoft.com/office/drawing/2014/main" id="{D62019CB-B713-4EB6-8318-F39A8B4E8A44}"/>
              </a:ext>
            </a:extLst>
          </p:cNvPr>
          <p:cNvSpPr>
            <a:spLocks xmlns:a="http://schemas.openxmlformats.org/drawingml/2006/main" noGrp="1"/>
          </p:cNvSpPr>
          <p:nvPr/>
        </p:nvSpPr>
        <p:spPr>
          <a:xfrm xmlns:a="http://schemas.openxmlformats.org/drawingml/2006/main">
            <a:off x="3438525" y="2419350"/>
            <a:ext cx="2524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02D69"/>
                </a:solidFill>
                <a:latin typeface="HSE Sans"/>
                <a:ea typeface="HSE Sans"/>
                <a:cs typeface="HSE Sans"/>
              </a:defRPr>
            </a:pPr>
            <a:r>
              <a:rPr sz="1725" b="1">
                <a:solidFill>
                  <a:srgbClr val="102D69"/>
                </a:solidFill>
                <a:latin typeface="HSE Sans"/>
                <a:ea typeface="HSE Sans"/>
                <a:cs typeface="HSE Sans"/>
              </a:rPr>
              <a:t>Геометрическое</a:t>
            </a:r>
          </a:p>
        </p:txBody>
      </p:sp>
      <p:sp>
        <p:nvSpPr>
          <p:cNvPr id="9" name="l05-24">
            <a:extLst xmlns:a="http://schemas.openxmlformats.org/drawingml/2006/main">
              <a:ext uri="{FF2B5EF4-FFF2-40B4-BE49-F238E27FC236}">
                <a16:creationId xmlns:a16="http://schemas.microsoft.com/office/drawing/2014/main" id="{8D8DF34A-3E73-4310-BD75-35FBBDAC958A}"/>
              </a:ext>
            </a:extLst>
          </p:cNvPr>
          <p:cNvSpPr>
            <a:spLocks xmlns:a="http://schemas.openxmlformats.org/drawingml/2006/main" noGrp="1"/>
          </p:cNvSpPr>
          <p:nvPr/>
        </p:nvSpPr>
        <p:spPr>
          <a:xfrm xmlns:a="http://schemas.openxmlformats.org/drawingml/2006/main">
            <a:off x="6286500" y="2419350"/>
            <a:ext cx="2524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02D69"/>
                </a:solidFill>
                <a:latin typeface="HSE Sans"/>
                <a:ea typeface="HSE Sans"/>
                <a:cs typeface="HSE Sans"/>
              </a:defRPr>
            </a:pPr>
            <a:r>
              <a:rPr sz="1725" b="1">
                <a:solidFill>
                  <a:srgbClr val="102D69"/>
                </a:solidFill>
                <a:latin typeface="HSE Sans"/>
                <a:ea typeface="HSE Sans"/>
                <a:cs typeface="HSE Sans"/>
              </a:rPr>
              <a:t>Гармоническое</a:t>
            </a:r>
          </a:p>
        </p:txBody>
      </p:sp>
      <p:sp>
        <p:nvSpPr>
          <p:cNvPr id="10" name="l05-25">
            <a:extLst xmlns:a="http://schemas.openxmlformats.org/drawingml/2006/main">
              <a:ext uri="{FF2B5EF4-FFF2-40B4-BE49-F238E27FC236}">
                <a16:creationId xmlns:a16="http://schemas.microsoft.com/office/drawing/2014/main" id="{950519C2-5359-48F5-B74E-62C2B901CA8C}"/>
              </a:ext>
            </a:extLst>
          </p:cNvPr>
          <p:cNvSpPr>
            <a:spLocks xmlns:a="http://schemas.openxmlformats.org/drawingml/2006/main" noGrp="1"/>
          </p:cNvSpPr>
          <p:nvPr/>
        </p:nvSpPr>
        <p:spPr>
          <a:xfrm xmlns:a="http://schemas.openxmlformats.org/drawingml/2006/main">
            <a:off x="9134475" y="2419350"/>
            <a:ext cx="2524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02D69"/>
                </a:solidFill>
                <a:latin typeface="HSE Sans"/>
                <a:ea typeface="HSE Sans"/>
                <a:cs typeface="HSE Sans"/>
              </a:defRPr>
            </a:pPr>
            <a:r>
              <a:rPr sz="1725" b="1">
                <a:solidFill>
                  <a:srgbClr val="102D69"/>
                </a:solidFill>
                <a:latin typeface="HSE Sans"/>
                <a:ea typeface="HSE Sans"/>
                <a:cs typeface="HSE Sans"/>
              </a:rPr>
              <a:t>Минимум</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3b78c252e4fa4e3b"/>
          <a:stretch xmlns:a="http://schemas.openxmlformats.org/drawingml/2006/main"/>
        </p:blipFill>
        <p:spPr>
          <a:xfrm xmlns:a="http://schemas.openxmlformats.org/drawingml/2006/main">
            <a:off x="590550" y="3038475"/>
            <a:ext cx="2352675" cy="2352675"/>
          </a:xfrm>
          <a:prstGeom xmlns:a="http://schemas.openxmlformats.org/drawingml/2006/main" prst="rect">
            <a:avLst/>
          </a:prstGeom>
        </p:spPr>
      </p:pic>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1430f62b806d4b3a"/>
          <a:stretch xmlns:a="http://schemas.openxmlformats.org/drawingml/2006/main"/>
        </p:blipFill>
        <p:spPr>
          <a:xfrm xmlns:a="http://schemas.openxmlformats.org/drawingml/2006/main">
            <a:off x="3438525" y="3038475"/>
            <a:ext cx="2352675" cy="2352675"/>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bb39c4c855e1485c"/>
          <a:stretch xmlns:a="http://schemas.openxmlformats.org/drawingml/2006/main"/>
        </p:blipFill>
        <p:spPr>
          <a:xfrm xmlns:a="http://schemas.openxmlformats.org/drawingml/2006/main">
            <a:off x="6286500" y="3038475"/>
            <a:ext cx="2352675" cy="2352675"/>
          </a:xfrm>
          <a:prstGeom xmlns:a="http://schemas.openxmlformats.org/drawingml/2006/main" prst="rect">
            <a:avLst/>
          </a:prstGeom>
        </p:spPr>
      </p:pic>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efe15f7ac5a447a1"/>
          <a:stretch xmlns:a="http://schemas.openxmlformats.org/drawingml/2006/main"/>
        </p:blipFill>
        <p:spPr>
          <a:xfrm xmlns:a="http://schemas.openxmlformats.org/drawingml/2006/main">
            <a:off x="9134475" y="3038475"/>
            <a:ext cx="2352675" cy="2352675"/>
          </a:xfrm>
          <a:prstGeom xmlns:a="http://schemas.openxmlformats.org/drawingml/2006/main" prst="rect">
            <a:avLst/>
          </a:prstGeom>
        </p:spPr>
      </p:pic>
      <p:pic>
        <p:nvPicPr>
          <p:cNvPr id="31" name="" descr="LaTeX: \frac{P+R}{2}"/>
          <p:cNvPicPr>
            <a:picLocks xmlns:a="http://schemas.openxmlformats.org/drawingml/2006/main" noChangeAspect="1"/>
          </p:cNvPicPr>
          <p:nvPr/>
        </p:nvPicPr>
        <p:blipFill>
          <a:blip xmlns:r="http://schemas.openxmlformats.org/officeDocument/2006/relationships" xmlns:a="http://schemas.openxmlformats.org/drawingml/2006/main" r:embed="R14d01944126e4792">
            <a:extLst>
              <a:ext uri="{96DAC541-7B7A-43D3-8B79-37D633B846F1}">
                <asvg:svgBlip xmlns:asvg="http://schemas.microsoft.com/office/drawing/2016/SVG/main" r:embed="R008f0ddced6c47d2"/>
              </a:ext>
            </a:extLst>
          </a:blip>
          <a:stretch xmlns:a="http://schemas.openxmlformats.org/drawingml/2006/main"/>
        </p:blipFill>
        <p:spPr>
          <a:xfrm xmlns:a="http://schemas.openxmlformats.org/drawingml/2006/main">
            <a:off x="1477764" y="5687616"/>
            <a:ext cx="578247" cy="369094"/>
          </a:xfrm>
          <a:prstGeom xmlns:a="http://schemas.openxmlformats.org/drawingml/2006/main" prst="rect">
            <a:avLst/>
          </a:prstGeom>
        </p:spPr>
      </p:pic>
      <p:pic>
        <p:nvPicPr>
          <p:cNvPr id="32" name="" descr="LaTeX: \sqrt{PR}"/>
          <p:cNvPicPr>
            <a:picLocks xmlns:a="http://schemas.openxmlformats.org/drawingml/2006/main" noChangeAspect="1"/>
          </p:cNvPicPr>
          <p:nvPr/>
        </p:nvPicPr>
        <p:blipFill>
          <a:blip xmlns:r="http://schemas.openxmlformats.org/officeDocument/2006/relationships" xmlns:a="http://schemas.openxmlformats.org/drawingml/2006/main" r:embed="R5f286facc547427b">
            <a:extLst>
              <a:ext uri="{96DAC541-7B7A-43D3-8B79-37D633B846F1}">
                <asvg:svgBlip xmlns:asvg="http://schemas.microsoft.com/office/drawing/2016/SVG/main" r:embed="Ra1a9f0a2081d4071"/>
              </a:ext>
            </a:extLst>
          </a:blip>
          <a:stretch xmlns:a="http://schemas.openxmlformats.org/drawingml/2006/main"/>
        </p:blipFill>
        <p:spPr>
          <a:xfrm xmlns:a="http://schemas.openxmlformats.org/drawingml/2006/main">
            <a:off x="4245769" y="5706070"/>
            <a:ext cx="738188" cy="332184"/>
          </a:xfrm>
          <a:prstGeom xmlns:a="http://schemas.openxmlformats.org/drawingml/2006/main" prst="rect">
            <a:avLst/>
          </a:prstGeom>
        </p:spPr>
      </p:pic>
      <p:pic>
        <p:nvPicPr>
          <p:cNvPr id="33" name="" descr="LaTeX: \frac{2PR}{P+R}"/>
          <p:cNvPicPr>
            <a:picLocks xmlns:a="http://schemas.openxmlformats.org/drawingml/2006/main" noChangeAspect="1"/>
          </p:cNvPicPr>
          <p:nvPr/>
        </p:nvPicPr>
        <p:blipFill>
          <a:blip xmlns:r="http://schemas.openxmlformats.org/officeDocument/2006/relationships" xmlns:a="http://schemas.openxmlformats.org/drawingml/2006/main" r:embed="R16294b864ca04b20">
            <a:extLst>
              <a:ext uri="{96DAC541-7B7A-43D3-8B79-37D633B846F1}">
                <asvg:svgBlip xmlns:asvg="http://schemas.microsoft.com/office/drawing/2016/SVG/main" r:embed="R6b0f869e9e7d4e00"/>
              </a:ext>
            </a:extLst>
          </a:blip>
          <a:stretch xmlns:a="http://schemas.openxmlformats.org/drawingml/2006/main"/>
        </p:blipFill>
        <p:spPr>
          <a:xfrm xmlns:a="http://schemas.openxmlformats.org/drawingml/2006/main">
            <a:off x="7173714" y="5681464"/>
            <a:ext cx="578247" cy="381397"/>
          </a:xfrm>
          <a:prstGeom xmlns:a="http://schemas.openxmlformats.org/drawingml/2006/main" prst="rect">
            <a:avLst/>
          </a:prstGeom>
        </p:spPr>
      </p:pic>
      <p:pic>
        <p:nvPicPr>
          <p:cNvPr id="34" name="" descr="LaTeX: \min(P,R)"/>
          <p:cNvPicPr>
            <a:picLocks xmlns:a="http://schemas.openxmlformats.org/drawingml/2006/main" noChangeAspect="1"/>
          </p:cNvPicPr>
          <p:nvPr/>
        </p:nvPicPr>
        <p:blipFill>
          <a:blip xmlns:r="http://schemas.openxmlformats.org/officeDocument/2006/relationships" xmlns:a="http://schemas.openxmlformats.org/drawingml/2006/main" r:embed="R099729718f9a4bed">
            <a:extLst>
              <a:ext uri="{96DAC541-7B7A-43D3-8B79-37D633B846F1}">
                <asvg:svgBlip xmlns:asvg="http://schemas.microsoft.com/office/drawing/2016/SVG/main" r:embed="Rc7be8bfcdf5e4c1f"/>
              </a:ext>
            </a:extLst>
          </a:blip>
          <a:stretch xmlns:a="http://schemas.openxmlformats.org/drawingml/2006/main"/>
        </p:blipFill>
        <p:spPr>
          <a:xfrm xmlns:a="http://schemas.openxmlformats.org/drawingml/2006/main">
            <a:off x="9671050" y="5724525"/>
            <a:ext cx="1279525" cy="295275"/>
          </a:xfrm>
          <a:prstGeom xmlns:a="http://schemas.openxmlformats.org/drawingml/2006/main" prst="rect">
            <a:avLst/>
          </a:prstGeom>
        </p:spPr>
      </p:pic>
    </p:spTree>
    <p:extLst>
      <p:ext uri="{BB962C8B-B14F-4D97-AF65-F5344CB8AC3E}">
        <p14:creationId xmlns:p14="http://schemas.microsoft.com/office/powerpoint/2010/main" val="14098467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F1: гармоническое среднее</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1. Ошибки и метрики</a:t>
            </a:r>
          </a:p>
        </p:txBody>
      </p:sp>
      <p:pic>
        <p:nvPicPr>
          <p:cNvPr id="13" name="" descr="LaTeX: F_1=\frac{2PR}{P+R}=\frac{2\mathrm{TP}}{2\mathrm{TP}+\mathrm{FP}+\mathrm{FN}}"/>
          <p:cNvPicPr>
            <a:picLocks xmlns:a="http://schemas.openxmlformats.org/drawingml/2006/main" noChangeAspect="1"/>
          </p:cNvPicPr>
          <p:nvPr/>
        </p:nvPicPr>
        <p:blipFill>
          <a:blip xmlns:r="http://schemas.openxmlformats.org/officeDocument/2006/relationships" xmlns:a="http://schemas.openxmlformats.org/drawingml/2006/main" r:embed="R9eca48bcbb764023">
            <a:extLst>
              <a:ext uri="{96DAC541-7B7A-43D3-8B79-37D633B846F1}">
                <asvg:svgBlip xmlns:asvg="http://schemas.microsoft.com/office/drawing/2016/SVG/main" r:embed="Ra31f993d7b8c404d"/>
              </a:ext>
            </a:extLst>
          </a:blip>
          <a:stretch xmlns:a="http://schemas.openxmlformats.org/drawingml/2006/main"/>
        </p:blipFill>
        <p:spPr>
          <a:xfrm xmlns:a="http://schemas.openxmlformats.org/drawingml/2006/main">
            <a:off x="4277320" y="2644180"/>
            <a:ext cx="3656409" cy="455216"/>
          </a:xfrm>
          <a:prstGeom xmlns:a="http://schemas.openxmlformats.org/drawingml/2006/main" prst="rect">
            <a:avLst/>
          </a:prstGeom>
        </p:spPr>
      </p:pic>
      <p:graphicFrame>
        <p:nvGraphicFramePr>
          <p:cNvPr id="14" name=""/>
          <p:cNvGraphicFramePr/>
          <p:nvPr/>
        </p:nvGraphicFramePr>
        <p:xfrm>
          <a:off xmlns:a="http://schemas.openxmlformats.org/drawingml/2006/main" x="590550" y="3857625"/>
          <a:ext xmlns:a="http://schemas.openxmlformats.org/drawingml/2006/main" cx="11029950" cy="1924050"/>
        </p:xfrm>
        <a:graphic xmlns:a="http://schemas.openxmlformats.org/drawingml/2006/main">
          <a:graphicData uri="http://schemas.openxmlformats.org/drawingml/2006/table">
            <a:tbl>
              <a:tblPr firstRow="1" bandRow="0"/>
              <a:tblGrid>
                <a:gridCol w="3352800"/>
                <a:gridCol w="2571750"/>
                <a:gridCol w="2552700"/>
                <a:gridCol w="2552700"/>
              </a:tblGrid>
              <a:tr h="641350">
                <a:tc>
                  <a:txBody>
                    <a:bodyPr lIns="114300" tIns="66675" rIns="114300" bIns="66675">
                      <a:noAutofit/>
                    </a:bodyPr>
                    <a:lstStyle/>
                    <a:p>
                      <a:r>
                        <a:rPr sz="2175" b="1">
                          <a:solidFill>
                            <a:srgbClr val="FFFFFF"/>
                          </a:solidFill>
                          <a:latin typeface="HSE Sans"/>
                          <a:ea typeface="HSE Sans"/>
                          <a:cs typeface="HSE Sans"/>
                        </a:rPr>
                        <a:t>Правило</a:t>
                      </a:r>
                    </a:p>
                  </a:txBody>
                  <a:tcPr marL="91440" marR="91440" marT="45720" marB="45720" anchor="ctr">
                    <a:solidFill>
                      <a:srgbClr val="102D69"/>
                    </a:solidFill>
                  </a:tcPr>
                </a:tc>
                <a:tc>
                  <a:txBody>
                    <a:bodyPr lIns="114300" tIns="66675" rIns="114300" bIns="66675">
                      <a:noAutofit/>
                    </a:bodyPr>
                    <a:lstStyle/>
                    <a:p>
                      <a:r>
                        <a:rPr sz="2175" b="1">
                          <a:solidFill>
                            <a:srgbClr val="FFFFFF"/>
                          </a:solidFill>
                          <a:latin typeface="HSE Sans"/>
                          <a:ea typeface="HSE Sans"/>
                          <a:cs typeface="HSE Sans"/>
                        </a:rPr>
                        <a:t>Precision</a:t>
                      </a:r>
                    </a:p>
                  </a:txBody>
                  <a:tcPr marL="91440" marR="91440" marT="45720" marB="45720" anchor="ctr">
                    <a:solidFill>
                      <a:srgbClr val="102D69"/>
                    </a:solidFill>
                  </a:tcPr>
                </a:tc>
                <a:tc>
                  <a:txBody>
                    <a:bodyPr lIns="114300" tIns="66675" rIns="114300" bIns="66675">
                      <a:noAutofit/>
                    </a:bodyPr>
                    <a:lstStyle/>
                    <a:p>
                      <a:r>
                        <a:rPr sz="2175" b="1">
                          <a:solidFill>
                            <a:srgbClr val="FFFFFF"/>
                          </a:solidFill>
                          <a:latin typeface="HSE Sans"/>
                          <a:ea typeface="HSE Sans"/>
                          <a:cs typeface="HSE Sans"/>
                        </a:rPr>
                        <a:t>Recall</a:t>
                      </a:r>
                    </a:p>
                  </a:txBody>
                  <a:tcPr marL="91440" marR="91440" marT="45720" marB="45720" anchor="ctr">
                    <a:solidFill>
                      <a:srgbClr val="102D69"/>
                    </a:solidFill>
                  </a:tcPr>
                </a:tc>
                <a:tc>
                  <a:txBody>
                    <a:bodyPr lIns="114300" tIns="66675" rIns="114300" bIns="66675">
                      <a:noAutofit/>
                    </a:bodyPr>
                    <a:lstStyle/>
                    <a:p>
                      <a:r>
                        <a:rPr sz="2175" b="1">
                          <a:solidFill>
                            <a:srgbClr val="FFFFFF"/>
                          </a:solidFill>
                          <a:latin typeface="HSE Sans"/>
                          <a:ea typeface="HSE Sans"/>
                          <a:cs typeface="HSE Sans"/>
                        </a:rPr>
                        <a:t>F1</a:t>
                      </a:r>
                    </a:p>
                  </a:txBody>
                  <a:tcPr marL="91440" marR="91440" marT="45720" marB="45720" anchor="ctr">
                    <a:solidFill>
                      <a:srgbClr val="102D69"/>
                    </a:solidFill>
                  </a:tcPr>
                </a:tc>
              </a:tr>
              <a:tr h="641350">
                <a:tc>
                  <a:txBody>
                    <a:bodyPr lIns="114300" tIns="66675" rIns="114300" bIns="66675">
                      <a:noAutofit/>
                    </a:bodyPr>
                    <a:lstStyle/>
                    <a:p>
                      <a:r>
                        <a:rPr sz="2175" b="0">
                          <a:solidFill>
                            <a:srgbClr val="102D69"/>
                          </a:solidFill>
                          <a:latin typeface="HSE Sans"/>
                          <a:ea typeface="HSE Sans"/>
                          <a:cs typeface="HSE Sans"/>
                        </a:rPr>
                        <a:t>Модель A</a:t>
                      </a:r>
                    </a:p>
                  </a:txBody>
                  <a:tcPr marL="91440" marR="91440" marT="45720" marB="45720" anchor="ctr">
                    <a:solidFill>
                      <a:srgbClr val="EFF4FB"/>
                    </a:solidFill>
                  </a:tcPr>
                </a:tc>
                <a:tc>
                  <a:txBody>
                    <a:bodyPr lIns="114300" tIns="66675" rIns="114300" bIns="66675">
                      <a:noAutofit/>
                    </a:bodyPr>
                    <a:lstStyle/>
                    <a:p>
                      <a:r>
                        <a:rPr sz="2175" b="0">
                          <a:solidFill>
                            <a:srgbClr val="102D69"/>
                          </a:solidFill>
                          <a:latin typeface="HSE Sans"/>
                          <a:ea typeface="HSE Sans"/>
                          <a:cs typeface="HSE Sans"/>
                        </a:rPr>
                        <a:t>0,10</a:t>
                      </a:r>
                    </a:p>
                  </a:txBody>
                  <a:tcPr marL="91440" marR="91440" marT="45720" marB="45720" anchor="ctr">
                    <a:solidFill>
                      <a:srgbClr val="EFF4FB"/>
                    </a:solidFill>
                  </a:tcPr>
                </a:tc>
                <a:tc>
                  <a:txBody>
                    <a:bodyPr lIns="114300" tIns="66675" rIns="114300" bIns="66675">
                      <a:noAutofit/>
                    </a:bodyPr>
                    <a:lstStyle/>
                    <a:p>
                      <a:r>
                        <a:rPr sz="2175" b="0">
                          <a:solidFill>
                            <a:srgbClr val="102D69"/>
                          </a:solidFill>
                          <a:latin typeface="HSE Sans"/>
                          <a:ea typeface="HSE Sans"/>
                          <a:cs typeface="HSE Sans"/>
                        </a:rPr>
                        <a:t>1,00</a:t>
                      </a:r>
                    </a:p>
                  </a:txBody>
                  <a:tcPr marL="91440" marR="91440" marT="45720" marB="45720" anchor="ctr">
                    <a:solidFill>
                      <a:srgbClr val="EFF4FB"/>
                    </a:solidFill>
                  </a:tcPr>
                </a:tc>
                <a:tc>
                  <a:txBody>
                    <a:bodyPr lIns="114300" tIns="66675" rIns="114300" bIns="66675">
                      <a:noAutofit/>
                    </a:bodyPr>
                    <a:lstStyle/>
                    <a:p>
                      <a:r>
                        <a:rPr sz="2175" b="0">
                          <a:solidFill>
                            <a:srgbClr val="102D69"/>
                          </a:solidFill>
                          <a:latin typeface="HSE Sans"/>
                          <a:ea typeface="HSE Sans"/>
                          <a:cs typeface="HSE Sans"/>
                        </a:rPr>
                        <a:t>≈ 0,182</a:t>
                      </a:r>
                    </a:p>
                  </a:txBody>
                  <a:tcPr marL="91440" marR="91440" marT="45720" marB="45720" anchor="ctr">
                    <a:solidFill>
                      <a:srgbClr val="EFF4FB"/>
                    </a:solidFill>
                  </a:tcPr>
                </a:tc>
              </a:tr>
              <a:tr h="641350">
                <a:tc>
                  <a:txBody>
                    <a:bodyPr lIns="114300" tIns="66675" rIns="114300" bIns="66675">
                      <a:noAutofit/>
                    </a:bodyPr>
                    <a:lstStyle/>
                    <a:p>
                      <a:r>
                        <a:rPr sz="2175" b="0">
                          <a:solidFill>
                            <a:srgbClr val="102D69"/>
                          </a:solidFill>
                          <a:latin typeface="HSE Sans"/>
                          <a:ea typeface="HSE Sans"/>
                          <a:cs typeface="HSE Sans"/>
                        </a:rPr>
                        <a:t>Модель B</a:t>
                      </a:r>
                    </a:p>
                  </a:txBody>
                  <a:tcPr marL="91440" marR="91440" marT="45720" marB="45720" anchor="ctr">
                    <a:solidFill>
                      <a:srgbClr val="FFFFFF"/>
                    </a:solidFill>
                  </a:tcPr>
                </a:tc>
                <a:tc>
                  <a:txBody>
                    <a:bodyPr lIns="114300" tIns="66675" rIns="114300" bIns="66675">
                      <a:noAutofit/>
                    </a:bodyPr>
                    <a:lstStyle/>
                    <a:p>
                      <a:r>
                        <a:rPr sz="2175" b="0">
                          <a:solidFill>
                            <a:srgbClr val="102D69"/>
                          </a:solidFill>
                          <a:latin typeface="HSE Sans"/>
                          <a:ea typeface="HSE Sans"/>
                          <a:cs typeface="HSE Sans"/>
                        </a:rPr>
                        <a:t>0,55</a:t>
                      </a:r>
                    </a:p>
                  </a:txBody>
                  <a:tcPr marL="91440" marR="91440" marT="45720" marB="45720" anchor="ctr">
                    <a:solidFill>
                      <a:srgbClr val="FFFFFF"/>
                    </a:solidFill>
                  </a:tcPr>
                </a:tc>
                <a:tc>
                  <a:txBody>
                    <a:bodyPr lIns="114300" tIns="66675" rIns="114300" bIns="66675">
                      <a:noAutofit/>
                    </a:bodyPr>
                    <a:lstStyle/>
                    <a:p>
                      <a:r>
                        <a:rPr sz="2175" b="0">
                          <a:solidFill>
                            <a:srgbClr val="102D69"/>
                          </a:solidFill>
                          <a:latin typeface="HSE Sans"/>
                          <a:ea typeface="HSE Sans"/>
                          <a:cs typeface="HSE Sans"/>
                        </a:rPr>
                        <a:t>0,55</a:t>
                      </a:r>
                    </a:p>
                  </a:txBody>
                  <a:tcPr marL="91440" marR="91440" marT="45720" marB="45720" anchor="ctr">
                    <a:solidFill>
                      <a:srgbClr val="FFFFFF"/>
                    </a:solidFill>
                  </a:tcPr>
                </a:tc>
                <a:tc>
                  <a:txBody>
                    <a:bodyPr lIns="114300" tIns="66675" rIns="114300" bIns="66675">
                      <a:noAutofit/>
                    </a:bodyPr>
                    <a:lstStyle/>
                    <a:p>
                      <a:r>
                        <a:rPr sz="2175" b="0">
                          <a:solidFill>
                            <a:srgbClr val="102D69"/>
                          </a:solidFill>
                          <a:latin typeface="HSE Sans"/>
                          <a:ea typeface="HSE Sans"/>
                          <a:cs typeface="HSE Sans"/>
                        </a:rPr>
                        <a:t>0,550</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4098467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F-мера: если precision и recall важны по-разному</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1. Ошибки и метрики</a:t>
            </a:r>
          </a:p>
        </p:txBody>
      </p:sp>
      <p:pic>
        <p:nvPicPr>
          <p:cNvPr id="19" name="" descr="LaTeX: F_{\beta}=(1+\beta^2)\cdot\frac{P\cdot R}{\beta^2\cdot P+R}"/>
          <p:cNvPicPr>
            <a:picLocks xmlns:a="http://schemas.openxmlformats.org/drawingml/2006/main" noChangeAspect="1"/>
          </p:cNvPicPr>
          <p:nvPr/>
        </p:nvPicPr>
        <p:blipFill>
          <a:blip xmlns:r="http://schemas.openxmlformats.org/officeDocument/2006/relationships" xmlns:a="http://schemas.openxmlformats.org/drawingml/2006/main" r:embed="R1096a239ac6c493f">
            <a:extLst>
              <a:ext uri="{96DAC541-7B7A-43D3-8B79-37D633B846F1}">
                <asvg:svgBlip xmlns:asvg="http://schemas.microsoft.com/office/drawing/2016/SVG/main" r:embed="R2cdcf25bd5014ecf"/>
              </a:ext>
            </a:extLst>
          </a:blip>
          <a:stretch xmlns:a="http://schemas.openxmlformats.org/drawingml/2006/main"/>
        </p:blipFill>
        <p:spPr>
          <a:xfrm xmlns:a="http://schemas.openxmlformats.org/drawingml/2006/main">
            <a:off x="4248150" y="2782888"/>
            <a:ext cx="3714750" cy="587375"/>
          </a:xfrm>
          <a:prstGeom xmlns:a="http://schemas.openxmlformats.org/drawingml/2006/main" prst="rect">
            <a:avLst/>
          </a:prstGeom>
        </p:spPr>
      </p:pic>
      <p:sp>
        <p:nvSpPr>
          <p:cNvPr id="8" name="l05-26">
            <a:extLst xmlns:a="http://schemas.openxmlformats.org/drawingml/2006/main">
              <a:ext uri="{FF2B5EF4-FFF2-40B4-BE49-F238E27FC236}">
                <a16:creationId xmlns:a16="http://schemas.microsoft.com/office/drawing/2014/main" id="{885FA962-2A95-4B74-A1CD-E9F44F4AA576}"/>
              </a:ext>
            </a:extLst>
          </p:cNvPr>
          <p:cNvSpPr>
            <a:spLocks xmlns:a="http://schemas.openxmlformats.org/drawingml/2006/main" noGrp="1"/>
          </p:cNvSpPr>
          <p:nvPr/>
        </p:nvSpPr>
        <p:spPr>
          <a:xfrm xmlns:a="http://schemas.openxmlformats.org/drawingml/2006/main">
            <a:off x="590550" y="3790950"/>
            <a:ext cx="11029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P = precision, R = recall, β &gt; 0</a:t>
            </a:r>
          </a:p>
        </p:txBody>
      </p:sp>
      <p:pic>
        <p:nvPicPr>
          <p:cNvPr id="21" name="" descr="LaTeX: \beta=\frac{1}{2}"/>
          <p:cNvPicPr>
            <a:picLocks xmlns:a="http://schemas.openxmlformats.org/drawingml/2006/main" noChangeAspect="1"/>
          </p:cNvPicPr>
          <p:nvPr/>
        </p:nvPicPr>
        <p:blipFill>
          <a:blip xmlns:r="http://schemas.openxmlformats.org/officeDocument/2006/relationships" xmlns:a="http://schemas.openxmlformats.org/drawingml/2006/main" r:embed="Ra1b55accdcbd4966">
            <a:extLst>
              <a:ext uri="{96DAC541-7B7A-43D3-8B79-37D633B846F1}">
                <asvg:svgBlip xmlns:asvg="http://schemas.microsoft.com/office/drawing/2016/SVG/main" r:embed="Rfc8aa186820d4c42"/>
              </a:ext>
            </a:extLst>
          </a:blip>
          <a:stretch xmlns:a="http://schemas.openxmlformats.org/drawingml/2006/main"/>
        </p:blipFill>
        <p:spPr>
          <a:xfrm xmlns:a="http://schemas.openxmlformats.org/drawingml/2006/main">
            <a:off x="1797844" y="4835525"/>
            <a:ext cx="728663" cy="377825"/>
          </a:xfrm>
          <a:prstGeom xmlns:a="http://schemas.openxmlformats.org/drawingml/2006/main" prst="rect">
            <a:avLst/>
          </a:prstGeom>
        </p:spPr>
      </p:pic>
      <p:pic>
        <p:nvPicPr>
          <p:cNvPr id="22" name="" descr="LaTeX: \beta=1"/>
          <p:cNvPicPr>
            <a:picLocks xmlns:a="http://schemas.openxmlformats.org/drawingml/2006/main" noChangeAspect="1"/>
          </p:cNvPicPr>
          <p:nvPr/>
        </p:nvPicPr>
        <p:blipFill>
          <a:blip xmlns:r="http://schemas.openxmlformats.org/officeDocument/2006/relationships" xmlns:a="http://schemas.openxmlformats.org/drawingml/2006/main" r:embed="R6ae63cdbacc04f1d">
            <a:extLst>
              <a:ext uri="{96DAC541-7B7A-43D3-8B79-37D633B846F1}">
                <asvg:svgBlip xmlns:asvg="http://schemas.microsoft.com/office/drawing/2016/SVG/main" r:embed="R3ecd27abd20f4bb5"/>
              </a:ext>
            </a:extLst>
          </a:blip>
          <a:stretch xmlns:a="http://schemas.openxmlformats.org/drawingml/2006/main"/>
        </p:blipFill>
        <p:spPr>
          <a:xfrm xmlns:a="http://schemas.openxmlformats.org/drawingml/2006/main">
            <a:off x="5655469" y="4876006"/>
            <a:ext cx="728663" cy="296863"/>
          </a:xfrm>
          <a:prstGeom xmlns:a="http://schemas.openxmlformats.org/drawingml/2006/main" prst="rect">
            <a:avLst/>
          </a:prstGeom>
        </p:spPr>
      </p:pic>
      <p:pic>
        <p:nvPicPr>
          <p:cNvPr id="23" name="" descr="LaTeX: \beta=2"/>
          <p:cNvPicPr>
            <a:picLocks xmlns:a="http://schemas.openxmlformats.org/drawingml/2006/main" noChangeAspect="1"/>
          </p:cNvPicPr>
          <p:nvPr/>
        </p:nvPicPr>
        <p:blipFill>
          <a:blip xmlns:r="http://schemas.openxmlformats.org/officeDocument/2006/relationships" xmlns:a="http://schemas.openxmlformats.org/drawingml/2006/main" r:embed="Rfbfe0ea59d6642be">
            <a:extLst>
              <a:ext uri="{96DAC541-7B7A-43D3-8B79-37D633B846F1}">
                <asvg:svgBlip xmlns:asvg="http://schemas.microsoft.com/office/drawing/2016/SVG/main" r:embed="R39bd4939e0e8491e"/>
              </a:ext>
            </a:extLst>
          </a:blip>
          <a:stretch xmlns:a="http://schemas.openxmlformats.org/drawingml/2006/main"/>
        </p:blipFill>
        <p:spPr>
          <a:xfrm xmlns:a="http://schemas.openxmlformats.org/drawingml/2006/main">
            <a:off x="9513094" y="4876006"/>
            <a:ext cx="728663" cy="296863"/>
          </a:xfrm>
          <a:prstGeom xmlns:a="http://schemas.openxmlformats.org/drawingml/2006/main" prst="rect">
            <a:avLst/>
          </a:prstGeom>
        </p:spPr>
      </p:pic>
      <p:sp>
        <p:nvSpPr>
          <p:cNvPr id="12" name="l05-27">
            <a:extLst xmlns:a="http://schemas.openxmlformats.org/drawingml/2006/main">
              <a:ext uri="{FF2B5EF4-FFF2-40B4-BE49-F238E27FC236}">
                <a16:creationId xmlns:a16="http://schemas.microsoft.com/office/drawing/2014/main" id="{D96365CC-6A7A-44AB-84D2-299B0DE32444}"/>
              </a:ext>
            </a:extLst>
          </p:cNvPr>
          <p:cNvSpPr>
            <a:spLocks xmlns:a="http://schemas.openxmlformats.org/drawingml/2006/main" noGrp="1"/>
          </p:cNvSpPr>
          <p:nvPr/>
        </p:nvSpPr>
        <p:spPr>
          <a:xfrm xmlns:a="http://schemas.openxmlformats.org/drawingml/2006/main">
            <a:off x="590550" y="56769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Важнее precision</a:t>
            </a:r>
          </a:p>
        </p:txBody>
      </p:sp>
      <p:sp>
        <p:nvSpPr>
          <p:cNvPr id="13" name="l05-28">
            <a:extLst xmlns:a="http://schemas.openxmlformats.org/drawingml/2006/main">
              <a:ext uri="{FF2B5EF4-FFF2-40B4-BE49-F238E27FC236}">
                <a16:creationId xmlns:a16="http://schemas.microsoft.com/office/drawing/2014/main" id="{383A8D38-C1B6-4ED6-AD4E-D721A2B47B39}"/>
              </a:ext>
            </a:extLst>
          </p:cNvPr>
          <p:cNvSpPr>
            <a:spLocks xmlns:a="http://schemas.openxmlformats.org/drawingml/2006/main" noGrp="1"/>
          </p:cNvSpPr>
          <p:nvPr/>
        </p:nvSpPr>
        <p:spPr>
          <a:xfrm xmlns:a="http://schemas.openxmlformats.org/drawingml/2006/main">
            <a:off x="4448175" y="56769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Получаем F₁</a:t>
            </a:r>
          </a:p>
        </p:txBody>
      </p:sp>
      <p:sp>
        <p:nvSpPr>
          <p:cNvPr id="14" name="l05-29">
            <a:extLst xmlns:a="http://schemas.openxmlformats.org/drawingml/2006/main">
              <a:ext uri="{FF2B5EF4-FFF2-40B4-BE49-F238E27FC236}">
                <a16:creationId xmlns:a16="http://schemas.microsoft.com/office/drawing/2014/main" id="{D438FB2F-035E-4B1F-A786-B65042F0C65D}"/>
              </a:ext>
            </a:extLst>
          </p:cNvPr>
          <p:cNvSpPr>
            <a:spLocks xmlns:a="http://schemas.openxmlformats.org/drawingml/2006/main" noGrp="1"/>
          </p:cNvSpPr>
          <p:nvPr/>
        </p:nvSpPr>
        <p:spPr>
          <a:xfrm xmlns:a="http://schemas.openxmlformats.org/drawingml/2006/main">
            <a:off x="8305800" y="56769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Важнее recall</a:t>
            </a:r>
          </a:p>
        </p:txBody>
      </p:sp>
    </p:spTree>
    <p:extLst>
      <p:ext uri="{BB962C8B-B14F-4D97-AF65-F5344CB8AC3E}">
        <p14:creationId xmlns:p14="http://schemas.microsoft.com/office/powerpoint/2010/main" val="14098467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Скор, порог и ROC-AUC</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2. Скор, порог и ROC-AUC</a:t>
            </a:r>
          </a:p>
        </p:txBody>
      </p:sp>
      <p:sp>
        <p:nvSpPr>
          <p:cNvPr id="7" name="l05-30">
            <a:extLst xmlns:a="http://schemas.openxmlformats.org/drawingml/2006/main">
              <a:ext uri="{FF2B5EF4-FFF2-40B4-BE49-F238E27FC236}">
                <a16:creationId xmlns:a16="http://schemas.microsoft.com/office/drawing/2014/main" id="{685F2816-F204-44E2-BB44-93C9EA69A61C}"/>
              </a:ext>
            </a:extLst>
          </p:cNvPr>
          <p:cNvSpPr>
            <a:spLocks xmlns:a="http://schemas.openxmlformats.org/drawingml/2006/main" noGrp="1"/>
          </p:cNvSpPr>
          <p:nvPr/>
        </p:nvSpPr>
        <p:spPr>
          <a:xfrm xmlns:a="http://schemas.openxmlformats.org/drawingml/2006/main">
            <a:off x="590550" y="2714625"/>
            <a:ext cx="142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400" b="1">
                <a:solidFill>
                  <a:srgbClr val="234A9B"/>
                </a:solidFill>
                <a:latin typeface="HSE Sans"/>
                <a:ea typeface="HSE Sans"/>
                <a:cs typeface="HSE Sans"/>
              </a:defRPr>
            </a:pPr>
            <a:r>
              <a:rPr sz="5400" b="1">
                <a:solidFill>
                  <a:srgbClr val="234A9B"/>
                </a:solidFill>
                <a:latin typeface="HSE Sans"/>
                <a:ea typeface="HSE Sans"/>
                <a:cs typeface="HSE Sans"/>
              </a:rPr>
              <a:t>02</a:t>
            </a:r>
          </a:p>
        </p:txBody>
      </p:sp>
      <p:sp>
        <p:nvSpPr>
          <p:cNvPr id="8" name="l05-31">
            <a:extLst xmlns:a="http://schemas.openxmlformats.org/drawingml/2006/main">
              <a:ext uri="{FF2B5EF4-FFF2-40B4-BE49-F238E27FC236}">
                <a16:creationId xmlns:a16="http://schemas.microsoft.com/office/drawing/2014/main" id="{96AA6C11-9B29-4E7A-A485-35E4EB06D221}"/>
              </a:ext>
            </a:extLst>
          </p:cNvPr>
          <p:cNvSpPr>
            <a:spLocks xmlns:a="http://schemas.openxmlformats.org/drawingml/2006/main" noGrp="1"/>
          </p:cNvSpPr>
          <p:nvPr/>
        </p:nvSpPr>
        <p:spPr>
          <a:xfrm xmlns:a="http://schemas.openxmlformats.org/drawingml/2006/main">
            <a:off x="2333625" y="2781300"/>
            <a:ext cx="9048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Одна обученная модель, разные решения</a:t>
            </a:r>
          </a:p>
          <a:p xmlns:a="http://schemas.openxmlformats.org/drawingml/2006/main">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Качество порядка объектов по скору</a:t>
            </a:r>
          </a:p>
        </p:txBody>
      </p:sp>
    </p:spTree>
    <p:extLst>
      <p:ext uri="{BB962C8B-B14F-4D97-AF65-F5344CB8AC3E}">
        <p14:creationId xmlns:p14="http://schemas.microsoft.com/office/powerpoint/2010/main" val="14098467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Как из скора получить класс?</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2. Скор, порог и ROC-AUC</a:t>
            </a:r>
          </a:p>
        </p:txBody>
      </p:sp>
      <p:sp>
        <p:nvSpPr>
          <p:cNvPr id="7" name="l05-32">
            <a:extLst xmlns:a="http://schemas.openxmlformats.org/drawingml/2006/main">
              <a:ext uri="{FF2B5EF4-FFF2-40B4-BE49-F238E27FC236}">
                <a16:creationId xmlns:a16="http://schemas.microsoft.com/office/drawing/2014/main" id="{EFB58CD9-50C2-4A6E-BCC6-48532347C4C1}"/>
              </a:ext>
            </a:extLst>
          </p:cNvPr>
          <p:cNvSpPr>
            <a:spLocks xmlns:a="http://schemas.openxmlformats.org/drawingml/2006/main" noGrp="1"/>
          </p:cNvSpPr>
          <p:nvPr/>
        </p:nvSpPr>
        <p:spPr>
          <a:xfrm xmlns:a="http://schemas.openxmlformats.org/drawingml/2006/main">
            <a:off x="590550" y="2228850"/>
            <a:ext cx="110299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Ищем спам: класс 1. Обычное письмо: класс 0.</a:t>
            </a:r>
          </a:p>
          <a:p xmlns:a="http://schemas.openxmlformats.org/drawingml/2006/main">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Скор f(x) выдаёт модель. Чем он выше, тем вероятнее спам по её оценке.</a:t>
            </a:r>
          </a:p>
        </p:txBody>
      </p:sp>
      <p:sp>
        <p:nvSpPr>
          <p:cNvPr id="8" name="l05-33">
            <a:extLst xmlns:a="http://schemas.openxmlformats.org/drawingml/2006/main">
              <a:ext uri="{FF2B5EF4-FFF2-40B4-BE49-F238E27FC236}">
                <a16:creationId xmlns:a16="http://schemas.microsoft.com/office/drawing/2014/main" id="{EED9AAC6-1309-4FCD-87F3-0F42D248AF6D}"/>
              </a:ext>
            </a:extLst>
          </p:cNvPr>
          <p:cNvSpPr>
            <a:spLocks xmlns:a="http://schemas.openxmlformats.org/drawingml/2006/main" noGrp="1"/>
          </p:cNvSpPr>
          <p:nvPr/>
        </p:nvSpPr>
        <p:spPr>
          <a:xfrm xmlns:a="http://schemas.openxmlformats.org/drawingml/2006/main">
            <a:off x="590550" y="3276600"/>
            <a:ext cx="1102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102D69"/>
                </a:solidFill>
                <a:latin typeface="HSE Sans"/>
                <a:ea typeface="HSE Sans"/>
                <a:cs typeface="HSE Sans"/>
              </a:defRPr>
            </a:pPr>
            <a:r>
              <a:rPr sz="2325" b="1">
                <a:solidFill>
                  <a:srgbClr val="102D69"/>
                </a:solidFill>
                <a:latin typeface="HSE Sans"/>
                <a:ea typeface="HSE Sans"/>
                <a:cs typeface="HSE Sans"/>
              </a:rPr>
              <a:t>Спам, если f(x) ≥ t. Обычное письмо, если f(x) &lt; t.</a:t>
            </a:r>
          </a:p>
        </p:txBody>
      </p:sp>
      <p:graphicFrame>
        <p:nvGraphicFramePr>
          <p:cNvPr id="16" name=""/>
          <p:cNvGraphicFramePr/>
          <p:nvPr/>
        </p:nvGraphicFramePr>
        <p:xfrm>
          <a:off xmlns:a="http://schemas.openxmlformats.org/drawingml/2006/main" x="590550" y="4048125"/>
          <a:ext xmlns:a="http://schemas.openxmlformats.org/drawingml/2006/main" cx="11029950" cy="2028825"/>
        </p:xfrm>
        <a:graphic xmlns:a="http://schemas.openxmlformats.org/drawingml/2006/main">
          <a:graphicData uri="http://schemas.openxmlformats.org/drawingml/2006/table">
            <a:tbl>
              <a:tblPr firstRow="1" bandRow="0"/>
              <a:tblGrid>
                <a:gridCol w="2571750"/>
                <a:gridCol w="1057275"/>
                <a:gridCol w="1057275"/>
                <a:gridCol w="1057275"/>
                <a:gridCol w="1057275"/>
                <a:gridCol w="1057275"/>
                <a:gridCol w="1057275"/>
                <a:gridCol w="1057275"/>
                <a:gridCol w="1057275"/>
              </a:tblGrid>
              <a:tr h="507206">
                <a:tc>
                  <a:txBody>
                    <a:bodyPr lIns="114300" tIns="66675" rIns="114300" bIns="66675">
                      <a:noAutofit/>
                    </a:bodyPr>
                    <a:lstStyle/>
                    <a:p>
                      <a:r>
                        <a:rPr sz="1800" b="1">
                          <a:solidFill>
                            <a:srgbClr val="FFFFFF"/>
                          </a:solidFill>
                          <a:latin typeface="HSE Sans"/>
                          <a:ea typeface="HSE Sans"/>
                          <a:cs typeface="HSE Sans"/>
                        </a:rPr>
                        <a:t>Письмо</a:t>
                      </a:r>
                    </a:p>
                  </a:txBody>
                  <a:tcPr marL="91440" marR="91440" marT="45720" marB="45720" anchor="ctr">
                    <a:solidFill>
                      <a:srgbClr val="102D69"/>
                    </a:solidFill>
                  </a:tcPr>
                </a:tc>
                <a:tc>
                  <a:txBody>
                    <a:bodyPr lIns="114300" tIns="66675" rIns="114300" bIns="66675">
                      <a:noAutofit/>
                    </a:bodyPr>
                    <a:lstStyle/>
                    <a:p>
                      <a:r>
                        <a:rPr sz="1800" b="1">
                          <a:solidFill>
                            <a:srgbClr val="FFFFFF"/>
                          </a:solidFill>
                          <a:latin typeface="HSE Sans"/>
                          <a:ea typeface="HSE Sans"/>
                          <a:cs typeface="HSE Sans"/>
                        </a:rPr>
                        <a:t>A</a:t>
                      </a:r>
                    </a:p>
                  </a:txBody>
                  <a:tcPr marL="91440" marR="91440" marT="45720" marB="45720" anchor="ctr">
                    <a:solidFill>
                      <a:srgbClr val="102D69"/>
                    </a:solidFill>
                  </a:tcPr>
                </a:tc>
                <a:tc>
                  <a:txBody>
                    <a:bodyPr lIns="114300" tIns="66675" rIns="114300" bIns="66675">
                      <a:noAutofit/>
                    </a:bodyPr>
                    <a:lstStyle/>
                    <a:p>
                      <a:r>
                        <a:rPr sz="1800" b="1">
                          <a:solidFill>
                            <a:srgbClr val="FFFFFF"/>
                          </a:solidFill>
                          <a:latin typeface="HSE Sans"/>
                          <a:ea typeface="HSE Sans"/>
                          <a:cs typeface="HSE Sans"/>
                        </a:rPr>
                        <a:t>B</a:t>
                      </a:r>
                    </a:p>
                  </a:txBody>
                  <a:tcPr marL="91440" marR="91440" marT="45720" marB="45720" anchor="ctr">
                    <a:solidFill>
                      <a:srgbClr val="102D69"/>
                    </a:solidFill>
                  </a:tcPr>
                </a:tc>
                <a:tc>
                  <a:txBody>
                    <a:bodyPr lIns="114300" tIns="66675" rIns="114300" bIns="66675">
                      <a:noAutofit/>
                    </a:bodyPr>
                    <a:lstStyle/>
                    <a:p>
                      <a:r>
                        <a:rPr sz="1800" b="1">
                          <a:solidFill>
                            <a:srgbClr val="FFFFFF"/>
                          </a:solidFill>
                          <a:latin typeface="HSE Sans"/>
                          <a:ea typeface="HSE Sans"/>
                          <a:cs typeface="HSE Sans"/>
                        </a:rPr>
                        <a:t>C</a:t>
                      </a:r>
                    </a:p>
                  </a:txBody>
                  <a:tcPr marL="91440" marR="91440" marT="45720" marB="45720" anchor="ctr">
                    <a:solidFill>
                      <a:srgbClr val="102D69"/>
                    </a:solidFill>
                  </a:tcPr>
                </a:tc>
                <a:tc>
                  <a:txBody>
                    <a:bodyPr lIns="114300" tIns="66675" rIns="114300" bIns="66675">
                      <a:noAutofit/>
                    </a:bodyPr>
                    <a:lstStyle/>
                    <a:p>
                      <a:r>
                        <a:rPr sz="1800" b="1">
                          <a:solidFill>
                            <a:srgbClr val="FFFFFF"/>
                          </a:solidFill>
                          <a:latin typeface="HSE Sans"/>
                          <a:ea typeface="HSE Sans"/>
                          <a:cs typeface="HSE Sans"/>
                        </a:rPr>
                        <a:t>D</a:t>
                      </a:r>
                    </a:p>
                  </a:txBody>
                  <a:tcPr marL="91440" marR="91440" marT="45720" marB="45720" anchor="ctr">
                    <a:solidFill>
                      <a:srgbClr val="102D69"/>
                    </a:solidFill>
                  </a:tcPr>
                </a:tc>
                <a:tc>
                  <a:txBody>
                    <a:bodyPr lIns="114300" tIns="66675" rIns="114300" bIns="66675">
                      <a:noAutofit/>
                    </a:bodyPr>
                    <a:lstStyle/>
                    <a:p>
                      <a:r>
                        <a:rPr sz="1800" b="1">
                          <a:solidFill>
                            <a:srgbClr val="FFFFFF"/>
                          </a:solidFill>
                          <a:latin typeface="HSE Sans"/>
                          <a:ea typeface="HSE Sans"/>
                          <a:cs typeface="HSE Sans"/>
                        </a:rPr>
                        <a:t>E</a:t>
                      </a:r>
                    </a:p>
                  </a:txBody>
                  <a:tcPr marL="91440" marR="91440" marT="45720" marB="45720" anchor="ctr">
                    <a:solidFill>
                      <a:srgbClr val="102D69"/>
                    </a:solidFill>
                  </a:tcPr>
                </a:tc>
                <a:tc>
                  <a:txBody>
                    <a:bodyPr lIns="114300" tIns="66675" rIns="114300" bIns="66675">
                      <a:noAutofit/>
                    </a:bodyPr>
                    <a:lstStyle/>
                    <a:p>
                      <a:r>
                        <a:rPr sz="1800" b="1">
                          <a:solidFill>
                            <a:srgbClr val="FFFFFF"/>
                          </a:solidFill>
                          <a:latin typeface="HSE Sans"/>
                          <a:ea typeface="HSE Sans"/>
                          <a:cs typeface="HSE Sans"/>
                        </a:rPr>
                        <a:t>F</a:t>
                      </a:r>
                    </a:p>
                  </a:txBody>
                  <a:tcPr marL="91440" marR="91440" marT="45720" marB="45720" anchor="ctr">
                    <a:solidFill>
                      <a:srgbClr val="102D69"/>
                    </a:solidFill>
                  </a:tcPr>
                </a:tc>
                <a:tc>
                  <a:txBody>
                    <a:bodyPr lIns="114300" tIns="66675" rIns="114300" bIns="66675">
                      <a:noAutofit/>
                    </a:bodyPr>
                    <a:lstStyle/>
                    <a:p>
                      <a:r>
                        <a:rPr sz="1800" b="1">
                          <a:solidFill>
                            <a:srgbClr val="FFFFFF"/>
                          </a:solidFill>
                          <a:latin typeface="HSE Sans"/>
                          <a:ea typeface="HSE Sans"/>
                          <a:cs typeface="HSE Sans"/>
                        </a:rPr>
                        <a:t>G</a:t>
                      </a:r>
                    </a:p>
                  </a:txBody>
                  <a:tcPr marL="91440" marR="91440" marT="45720" marB="45720" anchor="ctr">
                    <a:solidFill>
                      <a:srgbClr val="102D69"/>
                    </a:solidFill>
                  </a:tcPr>
                </a:tc>
                <a:tc>
                  <a:txBody>
                    <a:bodyPr lIns="114300" tIns="66675" rIns="114300" bIns="66675">
                      <a:noAutofit/>
                    </a:bodyPr>
                    <a:lstStyle/>
                    <a:p>
                      <a:r>
                        <a:rPr sz="1800" b="1">
                          <a:solidFill>
                            <a:srgbClr val="FFFFFF"/>
                          </a:solidFill>
                          <a:latin typeface="HSE Sans"/>
                          <a:ea typeface="HSE Sans"/>
                          <a:cs typeface="HSE Sans"/>
                        </a:rPr>
                        <a:t>H</a:t>
                      </a:r>
                    </a:p>
                  </a:txBody>
                  <a:tcPr marL="91440" marR="91440" marT="45720" marB="45720" anchor="ctr">
                    <a:solidFill>
                      <a:srgbClr val="102D69"/>
                    </a:solidFill>
                  </a:tcPr>
                </a:tc>
              </a:tr>
              <a:tr h="507206">
                <a:tc>
                  <a:txBody>
                    <a:bodyPr lIns="114300" tIns="66675" rIns="114300" bIns="66675">
                      <a:noAutofit/>
                    </a:bodyPr>
                    <a:lstStyle/>
                    <a:p>
                      <a:r>
                        <a:rPr sz="1800" b="0">
                          <a:solidFill>
                            <a:srgbClr val="102D69"/>
                          </a:solidFill>
                          <a:latin typeface="HSE Sans"/>
                          <a:ea typeface="HSE Sans"/>
                          <a:cs typeface="HSE Sans"/>
                        </a:rPr>
                        <a:t>Скор f(x)</a:t>
                      </a:r>
                    </a:p>
                  </a:txBody>
                  <a:tcPr marL="91440" marR="91440" marT="45720" marB="45720" anchor="ctr">
                    <a:solidFill>
                      <a:srgbClr val="EFF4FB"/>
                    </a:solidFill>
                  </a:tcPr>
                </a:tc>
                <a:tc>
                  <a:txBody>
                    <a:bodyPr lIns="114300" tIns="66675" rIns="114300" bIns="66675">
                      <a:noAutofit/>
                    </a:bodyPr>
                    <a:lstStyle/>
                    <a:p>
                      <a:r>
                        <a:rPr sz="1800" b="0">
                          <a:solidFill>
                            <a:srgbClr val="102D69"/>
                          </a:solidFill>
                          <a:latin typeface="HSE Sans"/>
                          <a:ea typeface="HSE Sans"/>
                          <a:cs typeface="HSE Sans"/>
                        </a:rPr>
                        <a:t>3,2</a:t>
                      </a:r>
                    </a:p>
                  </a:txBody>
                  <a:tcPr marL="91440" marR="91440" marT="45720" marB="45720" anchor="ctr">
                    <a:solidFill>
                      <a:srgbClr val="EFF4FB"/>
                    </a:solidFill>
                  </a:tcPr>
                </a:tc>
                <a:tc>
                  <a:txBody>
                    <a:bodyPr lIns="114300" tIns="66675" rIns="114300" bIns="66675">
                      <a:noAutofit/>
                    </a:bodyPr>
                    <a:lstStyle/>
                    <a:p>
                      <a:r>
                        <a:rPr sz="1800" b="0">
                          <a:solidFill>
                            <a:srgbClr val="102D69"/>
                          </a:solidFill>
                          <a:latin typeface="HSE Sans"/>
                          <a:ea typeface="HSE Sans"/>
                          <a:cs typeface="HSE Sans"/>
                        </a:rPr>
                        <a:t>2,6</a:t>
                      </a:r>
                    </a:p>
                  </a:txBody>
                  <a:tcPr marL="91440" marR="91440" marT="45720" marB="45720" anchor="ctr">
                    <a:solidFill>
                      <a:srgbClr val="EFF4FB"/>
                    </a:solidFill>
                  </a:tcPr>
                </a:tc>
                <a:tc>
                  <a:txBody>
                    <a:bodyPr lIns="114300" tIns="66675" rIns="114300" bIns="66675">
                      <a:noAutofit/>
                    </a:bodyPr>
                    <a:lstStyle/>
                    <a:p>
                      <a:r>
                        <a:rPr sz="1800" b="0">
                          <a:solidFill>
                            <a:srgbClr val="102D69"/>
                          </a:solidFill>
                          <a:latin typeface="HSE Sans"/>
                          <a:ea typeface="HSE Sans"/>
                          <a:cs typeface="HSE Sans"/>
                        </a:rPr>
                        <a:t>1,9</a:t>
                      </a:r>
                    </a:p>
                  </a:txBody>
                  <a:tcPr marL="91440" marR="91440" marT="45720" marB="45720" anchor="ctr">
                    <a:solidFill>
                      <a:srgbClr val="EFF4FB"/>
                    </a:solidFill>
                  </a:tcPr>
                </a:tc>
                <a:tc>
                  <a:txBody>
                    <a:bodyPr lIns="114300" tIns="66675" rIns="114300" bIns="66675">
                      <a:noAutofit/>
                    </a:bodyPr>
                    <a:lstStyle/>
                    <a:p>
                      <a:r>
                        <a:rPr sz="1800" b="0">
                          <a:solidFill>
                            <a:srgbClr val="102D69"/>
                          </a:solidFill>
                          <a:latin typeface="HSE Sans"/>
                          <a:ea typeface="HSE Sans"/>
                          <a:cs typeface="HSE Sans"/>
                        </a:rPr>
                        <a:t>1,1</a:t>
                      </a:r>
                    </a:p>
                  </a:txBody>
                  <a:tcPr marL="91440" marR="91440" marT="45720" marB="45720" anchor="ctr">
                    <a:solidFill>
                      <a:srgbClr val="EFF4FB"/>
                    </a:solidFill>
                  </a:tcPr>
                </a:tc>
                <a:tc>
                  <a:txBody>
                    <a:bodyPr lIns="114300" tIns="66675" rIns="114300" bIns="66675">
                      <a:noAutofit/>
                    </a:bodyPr>
                    <a:lstStyle/>
                    <a:p>
                      <a:r>
                        <a:rPr sz="1800" b="0">
                          <a:solidFill>
                            <a:srgbClr val="102D69"/>
                          </a:solidFill>
                          <a:latin typeface="HSE Sans"/>
                          <a:ea typeface="HSE Sans"/>
                          <a:cs typeface="HSE Sans"/>
                        </a:rPr>
                        <a:t>0,4</a:t>
                      </a:r>
                    </a:p>
                  </a:txBody>
                  <a:tcPr marL="91440" marR="91440" marT="45720" marB="45720" anchor="ctr">
                    <a:solidFill>
                      <a:srgbClr val="EFF4FB"/>
                    </a:solidFill>
                  </a:tcPr>
                </a:tc>
                <a:tc>
                  <a:txBody>
                    <a:bodyPr lIns="114300" tIns="66675" rIns="114300" bIns="66675">
                      <a:noAutofit/>
                    </a:bodyPr>
                    <a:lstStyle/>
                    <a:p>
                      <a:r>
                        <a:rPr sz="1800" b="0">
                          <a:solidFill>
                            <a:srgbClr val="102D69"/>
                          </a:solidFill>
                          <a:latin typeface="HSE Sans"/>
                          <a:ea typeface="HSE Sans"/>
                          <a:cs typeface="HSE Sans"/>
                        </a:rPr>
                        <a:t>−0,2</a:t>
                      </a:r>
                    </a:p>
                  </a:txBody>
                  <a:tcPr marL="91440" marR="91440" marT="45720" marB="45720" anchor="ctr">
                    <a:solidFill>
                      <a:srgbClr val="EFF4FB"/>
                    </a:solidFill>
                  </a:tcPr>
                </a:tc>
                <a:tc>
                  <a:txBody>
                    <a:bodyPr lIns="114300" tIns="66675" rIns="114300" bIns="66675">
                      <a:noAutofit/>
                    </a:bodyPr>
                    <a:lstStyle/>
                    <a:p>
                      <a:r>
                        <a:rPr sz="1800" b="0">
                          <a:solidFill>
                            <a:srgbClr val="102D69"/>
                          </a:solidFill>
                          <a:latin typeface="HSE Sans"/>
                          <a:ea typeface="HSE Sans"/>
                          <a:cs typeface="HSE Sans"/>
                        </a:rPr>
                        <a:t>−0,7</a:t>
                      </a:r>
                    </a:p>
                  </a:txBody>
                  <a:tcPr marL="91440" marR="91440" marT="45720" marB="45720" anchor="ctr">
                    <a:solidFill>
                      <a:srgbClr val="EFF4FB"/>
                    </a:solidFill>
                  </a:tcPr>
                </a:tc>
                <a:tc>
                  <a:txBody>
                    <a:bodyPr lIns="114300" tIns="66675" rIns="114300" bIns="66675">
                      <a:noAutofit/>
                    </a:bodyPr>
                    <a:lstStyle/>
                    <a:p>
                      <a:r>
                        <a:rPr sz="1800" b="0">
                          <a:solidFill>
                            <a:srgbClr val="102D69"/>
                          </a:solidFill>
                          <a:latin typeface="HSE Sans"/>
                          <a:ea typeface="HSE Sans"/>
                          <a:cs typeface="HSE Sans"/>
                        </a:rPr>
                        <a:t>−1,5</a:t>
                      </a:r>
                    </a:p>
                  </a:txBody>
                  <a:tcPr marL="91440" marR="91440" marT="45720" marB="45720" anchor="ctr">
                    <a:solidFill>
                      <a:srgbClr val="EFF4FB"/>
                    </a:solidFill>
                  </a:tcPr>
                </a:tc>
              </a:tr>
              <a:tr h="507206">
                <a:tc>
                  <a:txBody>
                    <a:bodyPr lIns="114300" tIns="66675" rIns="114300" bIns="66675">
                      <a:noAutofit/>
                    </a:bodyPr>
                    <a:lstStyle/>
                    <a:p>
                      <a:r>
                        <a:rPr sz="1800" b="0">
                          <a:solidFill>
                            <a:srgbClr val="102D69"/>
                          </a:solidFill>
                          <a:latin typeface="HSE Sans"/>
                          <a:ea typeface="HSE Sans"/>
                          <a:cs typeface="HSE Sans"/>
                        </a:rPr>
                        <a:t>Факт y</a:t>
                      </a:r>
                    </a:p>
                  </a:txBody>
                  <a:tcPr marL="91440" marR="91440" marT="45720" marB="45720" anchor="ctr">
                    <a:solidFill>
                      <a:srgbClr val="FFFFFF"/>
                    </a:solidFill>
                  </a:tcPr>
                </a:tc>
                <a:tc>
                  <a:txBody>
                    <a:bodyPr lIns="114300" tIns="66675" rIns="114300" bIns="66675">
                      <a:noAutofit/>
                    </a:bodyPr>
                    <a:lstStyle/>
                    <a:p>
                      <a:r>
                        <a:rPr sz="1800" b="0">
                          <a:solidFill>
                            <a:srgbClr val="102D69"/>
                          </a:solidFill>
                          <a:latin typeface="HSE Sans"/>
                          <a:ea typeface="HSE Sans"/>
                          <a:cs typeface="HSE Sans"/>
                        </a:rPr>
                        <a:t>1</a:t>
                      </a:r>
                    </a:p>
                  </a:txBody>
                  <a:tcPr marL="91440" marR="91440" marT="45720" marB="45720" anchor="ctr">
                    <a:solidFill>
                      <a:srgbClr val="FFFFFF"/>
                    </a:solidFill>
                  </a:tcPr>
                </a:tc>
                <a:tc>
                  <a:txBody>
                    <a:bodyPr lIns="114300" tIns="66675" rIns="114300" bIns="66675">
                      <a:noAutofit/>
                    </a:bodyPr>
                    <a:lstStyle/>
                    <a:p>
                      <a:r>
                        <a:rPr sz="1800" b="0">
                          <a:solidFill>
                            <a:srgbClr val="102D69"/>
                          </a:solidFill>
                          <a:latin typeface="HSE Sans"/>
                          <a:ea typeface="HSE Sans"/>
                          <a:cs typeface="HSE Sans"/>
                        </a:rPr>
                        <a:t>0</a:t>
                      </a:r>
                    </a:p>
                  </a:txBody>
                  <a:tcPr marL="91440" marR="91440" marT="45720" marB="45720" anchor="ctr">
                    <a:solidFill>
                      <a:srgbClr val="FFFFFF"/>
                    </a:solidFill>
                  </a:tcPr>
                </a:tc>
                <a:tc>
                  <a:txBody>
                    <a:bodyPr lIns="114300" tIns="66675" rIns="114300" bIns="66675">
                      <a:noAutofit/>
                    </a:bodyPr>
                    <a:lstStyle/>
                    <a:p>
                      <a:r>
                        <a:rPr sz="1800" b="0">
                          <a:solidFill>
                            <a:srgbClr val="102D69"/>
                          </a:solidFill>
                          <a:latin typeface="HSE Sans"/>
                          <a:ea typeface="HSE Sans"/>
                          <a:cs typeface="HSE Sans"/>
                        </a:rPr>
                        <a:t>1</a:t>
                      </a:r>
                    </a:p>
                  </a:txBody>
                  <a:tcPr marL="91440" marR="91440" marT="45720" marB="45720" anchor="ctr">
                    <a:solidFill>
                      <a:srgbClr val="FFFFFF"/>
                    </a:solidFill>
                  </a:tcPr>
                </a:tc>
                <a:tc>
                  <a:txBody>
                    <a:bodyPr lIns="114300" tIns="66675" rIns="114300" bIns="66675">
                      <a:noAutofit/>
                    </a:bodyPr>
                    <a:lstStyle/>
                    <a:p>
                      <a:r>
                        <a:rPr sz="1800" b="0">
                          <a:solidFill>
                            <a:srgbClr val="102D69"/>
                          </a:solidFill>
                          <a:latin typeface="HSE Sans"/>
                          <a:ea typeface="HSE Sans"/>
                          <a:cs typeface="HSE Sans"/>
                        </a:rPr>
                        <a:t>1</a:t>
                      </a:r>
                    </a:p>
                  </a:txBody>
                  <a:tcPr marL="91440" marR="91440" marT="45720" marB="45720" anchor="ctr">
                    <a:solidFill>
                      <a:srgbClr val="FFFFFF"/>
                    </a:solidFill>
                  </a:tcPr>
                </a:tc>
                <a:tc>
                  <a:txBody>
                    <a:bodyPr lIns="114300" tIns="66675" rIns="114300" bIns="66675">
                      <a:noAutofit/>
                    </a:bodyPr>
                    <a:lstStyle/>
                    <a:p>
                      <a:r>
                        <a:rPr sz="1800" b="0">
                          <a:solidFill>
                            <a:srgbClr val="102D69"/>
                          </a:solidFill>
                          <a:latin typeface="HSE Sans"/>
                          <a:ea typeface="HSE Sans"/>
                          <a:cs typeface="HSE Sans"/>
                        </a:rPr>
                        <a:t>0</a:t>
                      </a:r>
                    </a:p>
                  </a:txBody>
                  <a:tcPr marL="91440" marR="91440" marT="45720" marB="45720" anchor="ctr">
                    <a:solidFill>
                      <a:srgbClr val="FFFFFF"/>
                    </a:solidFill>
                  </a:tcPr>
                </a:tc>
                <a:tc>
                  <a:txBody>
                    <a:bodyPr lIns="114300" tIns="66675" rIns="114300" bIns="66675">
                      <a:noAutofit/>
                    </a:bodyPr>
                    <a:lstStyle/>
                    <a:p>
                      <a:r>
                        <a:rPr sz="1800" b="0">
                          <a:solidFill>
                            <a:srgbClr val="102D69"/>
                          </a:solidFill>
                          <a:latin typeface="HSE Sans"/>
                          <a:ea typeface="HSE Sans"/>
                          <a:cs typeface="HSE Sans"/>
                        </a:rPr>
                        <a:t>0</a:t>
                      </a:r>
                    </a:p>
                  </a:txBody>
                  <a:tcPr marL="91440" marR="91440" marT="45720" marB="45720" anchor="ctr">
                    <a:solidFill>
                      <a:srgbClr val="FFFFFF"/>
                    </a:solidFill>
                  </a:tcPr>
                </a:tc>
                <a:tc>
                  <a:txBody>
                    <a:bodyPr lIns="114300" tIns="66675" rIns="114300" bIns="66675">
                      <a:noAutofit/>
                    </a:bodyPr>
                    <a:lstStyle/>
                    <a:p>
                      <a:r>
                        <a:rPr sz="1800" b="0">
                          <a:solidFill>
                            <a:srgbClr val="102D69"/>
                          </a:solidFill>
                          <a:latin typeface="HSE Sans"/>
                          <a:ea typeface="HSE Sans"/>
                          <a:cs typeface="HSE Sans"/>
                        </a:rPr>
                        <a:t>1</a:t>
                      </a:r>
                    </a:p>
                  </a:txBody>
                  <a:tcPr marL="91440" marR="91440" marT="45720" marB="45720" anchor="ctr">
                    <a:solidFill>
                      <a:srgbClr val="FFFFFF"/>
                    </a:solidFill>
                  </a:tcPr>
                </a:tc>
                <a:tc>
                  <a:txBody>
                    <a:bodyPr lIns="114300" tIns="66675" rIns="114300" bIns="66675">
                      <a:noAutofit/>
                    </a:bodyPr>
                    <a:lstStyle/>
                    <a:p>
                      <a:r>
                        <a:rPr sz="1800" b="0">
                          <a:solidFill>
                            <a:srgbClr val="102D69"/>
                          </a:solidFill>
                          <a:latin typeface="HSE Sans"/>
                          <a:ea typeface="HSE Sans"/>
                          <a:cs typeface="HSE Sans"/>
                        </a:rPr>
                        <a:t>0</a:t>
                      </a:r>
                    </a:p>
                  </a:txBody>
                  <a:tcPr marL="91440" marR="91440" marT="45720" marB="45720" anchor="ctr">
                    <a:solidFill>
                      <a:srgbClr val="FFFFFF"/>
                    </a:solidFill>
                  </a:tcPr>
                </a:tc>
              </a:tr>
              <a:tr h="507206">
                <a:tc>
                  <a:txBody>
                    <a:bodyPr lIns="114300" tIns="66675" rIns="114300" bIns="66675">
                      <a:noAutofit/>
                    </a:bodyPr>
                    <a:lstStyle/>
                    <a:p>
                      <a:r>
                        <a:rPr sz="1800" b="0">
                          <a:solidFill>
                            <a:srgbClr val="102D69"/>
                          </a:solidFill>
                          <a:latin typeface="HSE Sans"/>
                          <a:ea typeface="HSE Sans"/>
                          <a:cs typeface="HSE Sans"/>
                        </a:rPr>
                        <a:t>Прогноз, t = 1,1</a:t>
                      </a:r>
                    </a:p>
                  </a:txBody>
                  <a:tcPr marL="91440" marR="91440" marT="45720" marB="45720" anchor="ctr">
                    <a:solidFill>
                      <a:srgbClr val="EFF4FB"/>
                    </a:solidFill>
                  </a:tcPr>
                </a:tc>
                <a:tc>
                  <a:txBody>
                    <a:bodyPr lIns="114300" tIns="66675" rIns="114300" bIns="66675">
                      <a:noAutofit/>
                    </a:bodyPr>
                    <a:lstStyle/>
                    <a:p>
                      <a:r>
                        <a:rPr sz="1800" b="0">
                          <a:solidFill>
                            <a:srgbClr val="102D69"/>
                          </a:solidFill>
                          <a:latin typeface="HSE Sans"/>
                          <a:ea typeface="HSE Sans"/>
                          <a:cs typeface="HSE Sans"/>
                        </a:rPr>
                        <a:t>1</a:t>
                      </a:r>
                    </a:p>
                  </a:txBody>
                  <a:tcPr marL="91440" marR="91440" marT="45720" marB="45720" anchor="ctr">
                    <a:solidFill>
                      <a:srgbClr val="FCE5D5"/>
                    </a:solidFill>
                  </a:tcPr>
                </a:tc>
                <a:tc>
                  <a:txBody>
                    <a:bodyPr lIns="114300" tIns="66675" rIns="114300" bIns="66675">
                      <a:noAutofit/>
                    </a:bodyPr>
                    <a:lstStyle/>
                    <a:p>
                      <a:r>
                        <a:rPr sz="1800" b="0">
                          <a:solidFill>
                            <a:srgbClr val="102D69"/>
                          </a:solidFill>
                          <a:latin typeface="HSE Sans"/>
                          <a:ea typeface="HSE Sans"/>
                          <a:cs typeface="HSE Sans"/>
                        </a:rPr>
                        <a:t>1</a:t>
                      </a:r>
                    </a:p>
                  </a:txBody>
                  <a:tcPr marL="91440" marR="91440" marT="45720" marB="45720" anchor="ctr">
                    <a:solidFill>
                      <a:srgbClr val="FCE5D5"/>
                    </a:solidFill>
                  </a:tcPr>
                </a:tc>
                <a:tc>
                  <a:txBody>
                    <a:bodyPr lIns="114300" tIns="66675" rIns="114300" bIns="66675">
                      <a:noAutofit/>
                    </a:bodyPr>
                    <a:lstStyle/>
                    <a:p>
                      <a:r>
                        <a:rPr sz="1800" b="0">
                          <a:solidFill>
                            <a:srgbClr val="102D69"/>
                          </a:solidFill>
                          <a:latin typeface="HSE Sans"/>
                          <a:ea typeface="HSE Sans"/>
                          <a:cs typeface="HSE Sans"/>
                        </a:rPr>
                        <a:t>1</a:t>
                      </a:r>
                    </a:p>
                  </a:txBody>
                  <a:tcPr marL="91440" marR="91440" marT="45720" marB="45720" anchor="ctr">
                    <a:solidFill>
                      <a:srgbClr val="FCE5D5"/>
                    </a:solidFill>
                  </a:tcPr>
                </a:tc>
                <a:tc>
                  <a:txBody>
                    <a:bodyPr lIns="114300" tIns="66675" rIns="114300" bIns="66675">
                      <a:noAutofit/>
                    </a:bodyPr>
                    <a:lstStyle/>
                    <a:p>
                      <a:r>
                        <a:rPr sz="1800" b="0">
                          <a:solidFill>
                            <a:srgbClr val="102D69"/>
                          </a:solidFill>
                          <a:latin typeface="HSE Sans"/>
                          <a:ea typeface="HSE Sans"/>
                          <a:cs typeface="HSE Sans"/>
                        </a:rPr>
                        <a:t>1</a:t>
                      </a:r>
                    </a:p>
                  </a:txBody>
                  <a:tcPr marL="91440" marR="91440" marT="45720" marB="45720" anchor="ctr">
                    <a:solidFill>
                      <a:srgbClr val="FCE5D5"/>
                    </a:solidFill>
                  </a:tcPr>
                </a:tc>
                <a:tc>
                  <a:txBody>
                    <a:bodyPr lIns="114300" tIns="66675" rIns="114300" bIns="66675">
                      <a:noAutofit/>
                    </a:bodyPr>
                    <a:lstStyle/>
                    <a:p>
                      <a:r>
                        <a:rPr sz="1800" b="0">
                          <a:solidFill>
                            <a:srgbClr val="102D69"/>
                          </a:solidFill>
                          <a:latin typeface="HSE Sans"/>
                          <a:ea typeface="HSE Sans"/>
                          <a:cs typeface="HSE Sans"/>
                        </a:rPr>
                        <a:t>0</a:t>
                      </a:r>
                    </a:p>
                  </a:txBody>
                  <a:tcPr marL="91440" marR="91440" marT="45720" marB="45720" anchor="ctr">
                    <a:solidFill>
                      <a:srgbClr val="FFFFFF"/>
                    </a:solidFill>
                  </a:tcPr>
                </a:tc>
                <a:tc>
                  <a:txBody>
                    <a:bodyPr lIns="114300" tIns="66675" rIns="114300" bIns="66675">
                      <a:noAutofit/>
                    </a:bodyPr>
                    <a:lstStyle/>
                    <a:p>
                      <a:r>
                        <a:rPr sz="1800" b="0">
                          <a:solidFill>
                            <a:srgbClr val="102D69"/>
                          </a:solidFill>
                          <a:latin typeface="HSE Sans"/>
                          <a:ea typeface="HSE Sans"/>
                          <a:cs typeface="HSE Sans"/>
                        </a:rPr>
                        <a:t>0</a:t>
                      </a:r>
                    </a:p>
                  </a:txBody>
                  <a:tcPr marL="91440" marR="91440" marT="45720" marB="45720" anchor="ctr">
                    <a:solidFill>
                      <a:srgbClr val="FFFFFF"/>
                    </a:solidFill>
                  </a:tcPr>
                </a:tc>
                <a:tc>
                  <a:txBody>
                    <a:bodyPr lIns="114300" tIns="66675" rIns="114300" bIns="66675">
                      <a:noAutofit/>
                    </a:bodyPr>
                    <a:lstStyle/>
                    <a:p>
                      <a:r>
                        <a:rPr sz="1800" b="0">
                          <a:solidFill>
                            <a:srgbClr val="102D69"/>
                          </a:solidFill>
                          <a:latin typeface="HSE Sans"/>
                          <a:ea typeface="HSE Sans"/>
                          <a:cs typeface="HSE Sans"/>
                        </a:rPr>
                        <a:t>0</a:t>
                      </a:r>
                    </a:p>
                  </a:txBody>
                  <a:tcPr marL="91440" marR="91440" marT="45720" marB="45720" anchor="ctr">
                    <a:solidFill>
                      <a:srgbClr val="FFFFFF"/>
                    </a:solidFill>
                  </a:tcPr>
                </a:tc>
                <a:tc>
                  <a:txBody>
                    <a:bodyPr lIns="114300" tIns="66675" rIns="114300" bIns="66675">
                      <a:noAutofit/>
                    </a:bodyPr>
                    <a:lstStyle/>
                    <a:p>
                      <a:r>
                        <a:rPr sz="1800" b="0">
                          <a:solidFill>
                            <a:srgbClr val="102D69"/>
                          </a:solidFill>
                          <a:latin typeface="HSE Sans"/>
                          <a:ea typeface="HSE Sans"/>
                          <a:cs typeface="HSE Sans"/>
                        </a:rPr>
                        <a:t>0</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4098467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Что меняет снижение порога</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2. Скор, порог и ROC-AUC</a:t>
            </a:r>
          </a:p>
        </p:txBody>
      </p:sp>
      <p:sp>
        <p:nvSpPr>
          <p:cNvPr id="7" name="l05-34">
            <a:extLst xmlns:a="http://schemas.openxmlformats.org/drawingml/2006/main">
              <a:ext uri="{FF2B5EF4-FFF2-40B4-BE49-F238E27FC236}">
                <a16:creationId xmlns:a16="http://schemas.microsoft.com/office/drawing/2014/main" id="{1CEE7B1E-A9A4-45E2-8004-64C631174E36}"/>
              </a:ext>
            </a:extLst>
          </p:cNvPr>
          <p:cNvSpPr>
            <a:spLocks xmlns:a="http://schemas.openxmlformats.org/drawingml/2006/main" noGrp="1"/>
          </p:cNvSpPr>
          <p:nvPr/>
        </p:nvSpPr>
        <p:spPr>
          <a:xfrm xmlns:a="http://schemas.openxmlformats.org/drawingml/2006/main">
            <a:off x="590550" y="2219325"/>
            <a:ext cx="110299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В клетках факт: 1 = спам, 0 = обычное письмо.</a:t>
            </a:r>
          </a:p>
          <a:p xmlns:a="http://schemas.openxmlformats.org/drawingml/2006/main">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Оранжевая черта: слева прогноз «спам», справа «обычное».</a:t>
            </a:r>
          </a:p>
        </p:txBody>
      </p:sp>
      <p:sp>
        <p:nvSpPr>
          <p:cNvPr id="8" name="l05-35">
            <a:extLst xmlns:a="http://schemas.openxmlformats.org/drawingml/2006/main">
              <a:ext uri="{FF2B5EF4-FFF2-40B4-BE49-F238E27FC236}">
                <a16:creationId xmlns:a16="http://schemas.microsoft.com/office/drawing/2014/main" id="{AEEC7DF5-AAC5-4F79-A76A-D9CBB24CBAA4}"/>
              </a:ext>
            </a:extLst>
          </p:cNvPr>
          <p:cNvSpPr>
            <a:spLocks xmlns:a="http://schemas.openxmlformats.org/drawingml/2006/main" noGrp="1"/>
          </p:cNvSpPr>
          <p:nvPr/>
        </p:nvSpPr>
        <p:spPr>
          <a:xfrm xmlns:a="http://schemas.openxmlformats.org/drawingml/2006/main">
            <a:off x="2838450" y="3171825"/>
            <a:ext cx="4857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575" b="0">
                <a:solidFill>
                  <a:srgbClr val="102D69"/>
                </a:solidFill>
                <a:latin typeface="HSE Sans"/>
                <a:ea typeface="HSE Sans"/>
                <a:cs typeface="HSE Sans"/>
              </a:defRPr>
            </a:pPr>
            <a:r>
              <a:rPr sz="1575" b="0">
                <a:solidFill>
                  <a:srgbClr val="102D69"/>
                </a:solidFill>
                <a:latin typeface="HSE Sans"/>
                <a:ea typeface="HSE Sans"/>
                <a:cs typeface="HSE Sans"/>
              </a:rPr>
              <a:t>A</a:t>
            </a:r>
          </a:p>
        </p:txBody>
      </p:sp>
      <p:sp>
        <p:nvSpPr>
          <p:cNvPr id="9" name="l05-36">
            <a:extLst xmlns:a="http://schemas.openxmlformats.org/drawingml/2006/main">
              <a:ext uri="{FF2B5EF4-FFF2-40B4-BE49-F238E27FC236}">
                <a16:creationId xmlns:a16="http://schemas.microsoft.com/office/drawing/2014/main" id="{2DFC577B-EFA7-4A65-AFB8-AF099B794595}"/>
              </a:ext>
            </a:extLst>
          </p:cNvPr>
          <p:cNvSpPr>
            <a:spLocks xmlns:a="http://schemas.openxmlformats.org/drawingml/2006/main" noGrp="1"/>
          </p:cNvSpPr>
          <p:nvPr/>
        </p:nvSpPr>
        <p:spPr>
          <a:xfrm xmlns:a="http://schemas.openxmlformats.org/drawingml/2006/main">
            <a:off x="3457575" y="3171825"/>
            <a:ext cx="4857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575" b="0">
                <a:solidFill>
                  <a:srgbClr val="102D69"/>
                </a:solidFill>
                <a:latin typeface="HSE Sans"/>
                <a:ea typeface="HSE Sans"/>
                <a:cs typeface="HSE Sans"/>
              </a:defRPr>
            </a:pPr>
            <a:r>
              <a:rPr sz="1575" b="0">
                <a:solidFill>
                  <a:srgbClr val="102D69"/>
                </a:solidFill>
                <a:latin typeface="HSE Sans"/>
                <a:ea typeface="HSE Sans"/>
                <a:cs typeface="HSE Sans"/>
              </a:rPr>
              <a:t>B</a:t>
            </a:r>
          </a:p>
        </p:txBody>
      </p:sp>
      <p:sp>
        <p:nvSpPr>
          <p:cNvPr id="10" name="l05-37">
            <a:extLst xmlns:a="http://schemas.openxmlformats.org/drawingml/2006/main">
              <a:ext uri="{FF2B5EF4-FFF2-40B4-BE49-F238E27FC236}">
                <a16:creationId xmlns:a16="http://schemas.microsoft.com/office/drawing/2014/main" id="{3DB87E89-50A8-420A-A20A-FAEE1AA1A3B7}"/>
              </a:ext>
            </a:extLst>
          </p:cNvPr>
          <p:cNvSpPr>
            <a:spLocks xmlns:a="http://schemas.openxmlformats.org/drawingml/2006/main" noGrp="1"/>
          </p:cNvSpPr>
          <p:nvPr/>
        </p:nvSpPr>
        <p:spPr>
          <a:xfrm xmlns:a="http://schemas.openxmlformats.org/drawingml/2006/main">
            <a:off x="4076700" y="3171825"/>
            <a:ext cx="4857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575" b="0">
                <a:solidFill>
                  <a:srgbClr val="102D69"/>
                </a:solidFill>
                <a:latin typeface="HSE Sans"/>
                <a:ea typeface="HSE Sans"/>
                <a:cs typeface="HSE Sans"/>
              </a:defRPr>
            </a:pPr>
            <a:r>
              <a:rPr sz="1575" b="0">
                <a:solidFill>
                  <a:srgbClr val="102D69"/>
                </a:solidFill>
                <a:latin typeface="HSE Sans"/>
                <a:ea typeface="HSE Sans"/>
                <a:cs typeface="HSE Sans"/>
              </a:rPr>
              <a:t>C</a:t>
            </a:r>
          </a:p>
        </p:txBody>
      </p:sp>
      <p:sp>
        <p:nvSpPr>
          <p:cNvPr id="11" name="l05-38">
            <a:extLst xmlns:a="http://schemas.openxmlformats.org/drawingml/2006/main">
              <a:ext uri="{FF2B5EF4-FFF2-40B4-BE49-F238E27FC236}">
                <a16:creationId xmlns:a16="http://schemas.microsoft.com/office/drawing/2014/main" id="{183F65C0-CB2B-4AE6-ACFF-623BD4CAAD1A}"/>
              </a:ext>
            </a:extLst>
          </p:cNvPr>
          <p:cNvSpPr>
            <a:spLocks xmlns:a="http://schemas.openxmlformats.org/drawingml/2006/main" noGrp="1"/>
          </p:cNvSpPr>
          <p:nvPr/>
        </p:nvSpPr>
        <p:spPr>
          <a:xfrm xmlns:a="http://schemas.openxmlformats.org/drawingml/2006/main">
            <a:off x="4695825" y="3171825"/>
            <a:ext cx="4857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575" b="0">
                <a:solidFill>
                  <a:srgbClr val="102D69"/>
                </a:solidFill>
                <a:latin typeface="HSE Sans"/>
                <a:ea typeface="HSE Sans"/>
                <a:cs typeface="HSE Sans"/>
              </a:defRPr>
            </a:pPr>
            <a:r>
              <a:rPr sz="1575" b="0">
                <a:solidFill>
                  <a:srgbClr val="102D69"/>
                </a:solidFill>
                <a:latin typeface="HSE Sans"/>
                <a:ea typeface="HSE Sans"/>
                <a:cs typeface="HSE Sans"/>
              </a:rPr>
              <a:t>D</a:t>
            </a:r>
          </a:p>
        </p:txBody>
      </p:sp>
      <p:sp>
        <p:nvSpPr>
          <p:cNvPr id="12" name="l05-39">
            <a:extLst xmlns:a="http://schemas.openxmlformats.org/drawingml/2006/main">
              <a:ext uri="{FF2B5EF4-FFF2-40B4-BE49-F238E27FC236}">
                <a16:creationId xmlns:a16="http://schemas.microsoft.com/office/drawing/2014/main" id="{3DD0F5FC-414D-4E57-B4C9-D163EB1008C1}"/>
              </a:ext>
            </a:extLst>
          </p:cNvPr>
          <p:cNvSpPr>
            <a:spLocks xmlns:a="http://schemas.openxmlformats.org/drawingml/2006/main" noGrp="1"/>
          </p:cNvSpPr>
          <p:nvPr/>
        </p:nvSpPr>
        <p:spPr>
          <a:xfrm xmlns:a="http://schemas.openxmlformats.org/drawingml/2006/main">
            <a:off x="5314950" y="3171825"/>
            <a:ext cx="4857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575" b="0">
                <a:solidFill>
                  <a:srgbClr val="102D69"/>
                </a:solidFill>
                <a:latin typeface="HSE Sans"/>
                <a:ea typeface="HSE Sans"/>
                <a:cs typeface="HSE Sans"/>
              </a:defRPr>
            </a:pPr>
            <a:r>
              <a:rPr sz="1575" b="0">
                <a:solidFill>
                  <a:srgbClr val="102D69"/>
                </a:solidFill>
                <a:latin typeface="HSE Sans"/>
                <a:ea typeface="HSE Sans"/>
                <a:cs typeface="HSE Sans"/>
              </a:rPr>
              <a:t>E</a:t>
            </a:r>
          </a:p>
        </p:txBody>
      </p:sp>
      <p:sp>
        <p:nvSpPr>
          <p:cNvPr id="13" name="l05-40">
            <a:extLst xmlns:a="http://schemas.openxmlformats.org/drawingml/2006/main">
              <a:ext uri="{FF2B5EF4-FFF2-40B4-BE49-F238E27FC236}">
                <a16:creationId xmlns:a16="http://schemas.microsoft.com/office/drawing/2014/main" id="{4A3888DF-2C46-46F2-84F3-513F68F32765}"/>
              </a:ext>
            </a:extLst>
          </p:cNvPr>
          <p:cNvSpPr>
            <a:spLocks xmlns:a="http://schemas.openxmlformats.org/drawingml/2006/main" noGrp="1"/>
          </p:cNvSpPr>
          <p:nvPr/>
        </p:nvSpPr>
        <p:spPr>
          <a:xfrm xmlns:a="http://schemas.openxmlformats.org/drawingml/2006/main">
            <a:off x="5934075" y="3171825"/>
            <a:ext cx="4857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575" b="0">
                <a:solidFill>
                  <a:srgbClr val="102D69"/>
                </a:solidFill>
                <a:latin typeface="HSE Sans"/>
                <a:ea typeface="HSE Sans"/>
                <a:cs typeface="HSE Sans"/>
              </a:defRPr>
            </a:pPr>
            <a:r>
              <a:rPr sz="1575" b="0">
                <a:solidFill>
                  <a:srgbClr val="102D69"/>
                </a:solidFill>
                <a:latin typeface="HSE Sans"/>
                <a:ea typeface="HSE Sans"/>
                <a:cs typeface="HSE Sans"/>
              </a:rPr>
              <a:t>F</a:t>
            </a:r>
          </a:p>
        </p:txBody>
      </p:sp>
      <p:sp>
        <p:nvSpPr>
          <p:cNvPr id="14" name="l05-41">
            <a:extLst xmlns:a="http://schemas.openxmlformats.org/drawingml/2006/main">
              <a:ext uri="{FF2B5EF4-FFF2-40B4-BE49-F238E27FC236}">
                <a16:creationId xmlns:a16="http://schemas.microsoft.com/office/drawing/2014/main" id="{C25F0582-0422-4A86-8E1C-FD5FE27BDE9C}"/>
              </a:ext>
            </a:extLst>
          </p:cNvPr>
          <p:cNvSpPr>
            <a:spLocks xmlns:a="http://schemas.openxmlformats.org/drawingml/2006/main" noGrp="1"/>
          </p:cNvSpPr>
          <p:nvPr/>
        </p:nvSpPr>
        <p:spPr>
          <a:xfrm xmlns:a="http://schemas.openxmlformats.org/drawingml/2006/main">
            <a:off x="6553200" y="3171825"/>
            <a:ext cx="4857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575" b="0">
                <a:solidFill>
                  <a:srgbClr val="102D69"/>
                </a:solidFill>
                <a:latin typeface="HSE Sans"/>
                <a:ea typeface="HSE Sans"/>
                <a:cs typeface="HSE Sans"/>
              </a:defRPr>
            </a:pPr>
            <a:r>
              <a:rPr sz="1575" b="0">
                <a:solidFill>
                  <a:srgbClr val="102D69"/>
                </a:solidFill>
                <a:latin typeface="HSE Sans"/>
                <a:ea typeface="HSE Sans"/>
                <a:cs typeface="HSE Sans"/>
              </a:rPr>
              <a:t>G</a:t>
            </a:r>
          </a:p>
        </p:txBody>
      </p:sp>
      <p:sp>
        <p:nvSpPr>
          <p:cNvPr id="15" name="l05-42">
            <a:extLst xmlns:a="http://schemas.openxmlformats.org/drawingml/2006/main">
              <a:ext uri="{FF2B5EF4-FFF2-40B4-BE49-F238E27FC236}">
                <a16:creationId xmlns:a16="http://schemas.microsoft.com/office/drawing/2014/main" id="{3C7445B6-89DA-4D07-BEC2-BED8EFDB238D}"/>
              </a:ext>
            </a:extLst>
          </p:cNvPr>
          <p:cNvSpPr>
            <a:spLocks xmlns:a="http://schemas.openxmlformats.org/drawingml/2006/main" noGrp="1"/>
          </p:cNvSpPr>
          <p:nvPr/>
        </p:nvSpPr>
        <p:spPr>
          <a:xfrm xmlns:a="http://schemas.openxmlformats.org/drawingml/2006/main">
            <a:off x="7172325" y="3171825"/>
            <a:ext cx="4857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575" b="0">
                <a:solidFill>
                  <a:srgbClr val="102D69"/>
                </a:solidFill>
                <a:latin typeface="HSE Sans"/>
                <a:ea typeface="HSE Sans"/>
                <a:cs typeface="HSE Sans"/>
              </a:defRPr>
            </a:pPr>
            <a:r>
              <a:rPr sz="1575" b="0">
                <a:solidFill>
                  <a:srgbClr val="102D69"/>
                </a:solidFill>
                <a:latin typeface="HSE Sans"/>
                <a:ea typeface="HSE Sans"/>
                <a:cs typeface="HSE Sans"/>
              </a:rPr>
              <a:t>H</a:t>
            </a:r>
          </a:p>
        </p:txBody>
      </p:sp>
      <p:sp>
        <p:nvSpPr>
          <p:cNvPr id="16" name="l05-43">
            <a:extLst xmlns:a="http://schemas.openxmlformats.org/drawingml/2006/main">
              <a:ext uri="{FF2B5EF4-FFF2-40B4-BE49-F238E27FC236}">
                <a16:creationId xmlns:a16="http://schemas.microsoft.com/office/drawing/2014/main" id="{FD0BEC87-7A9F-4A67-89E7-66B44A71D9B6}"/>
              </a:ext>
            </a:extLst>
          </p:cNvPr>
          <p:cNvSpPr>
            <a:spLocks xmlns:a="http://schemas.openxmlformats.org/drawingml/2006/main" noGrp="1"/>
          </p:cNvSpPr>
          <p:nvPr/>
        </p:nvSpPr>
        <p:spPr>
          <a:xfrm xmlns:a="http://schemas.openxmlformats.org/drawingml/2006/main">
            <a:off x="590550" y="3667125"/>
            <a:ext cx="190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02D69"/>
                </a:solidFill>
                <a:latin typeface="HSE Sans"/>
                <a:ea typeface="HSE Sans"/>
                <a:cs typeface="HSE Sans"/>
              </a:defRPr>
            </a:pPr>
            <a:r>
              <a:rPr sz="2100" b="1">
                <a:solidFill>
                  <a:srgbClr val="102D69"/>
                </a:solidFill>
                <a:latin typeface="HSE Sans"/>
                <a:ea typeface="HSE Sans"/>
                <a:cs typeface="HSE Sans"/>
              </a:rPr>
              <a:t>t = 2,6</a:t>
            </a:r>
          </a:p>
        </p:txBody>
      </p:sp>
      <p:sp>
        <p:nvSpPr>
          <p:cNvPr id="17" name="l05-44">
            <a:extLst xmlns:a="http://schemas.openxmlformats.org/drawingml/2006/main">
              <a:ext uri="{FF2B5EF4-FFF2-40B4-BE49-F238E27FC236}">
                <a16:creationId xmlns:a16="http://schemas.microsoft.com/office/drawing/2014/main" id="{4272751C-D724-40B0-96B6-C11589EE2E38}"/>
              </a:ext>
            </a:extLst>
          </p:cNvPr>
          <p:cNvSpPr>
            <a:spLocks xmlns:a="http://schemas.openxmlformats.org/drawingml/2006/main" noGrp="1"/>
          </p:cNvSpPr>
          <p:nvPr/>
        </p:nvSpPr>
        <p:spPr>
          <a:xfrm xmlns:a="http://schemas.openxmlformats.org/drawingml/2006/main">
            <a:off x="2838450" y="3638550"/>
            <a:ext cx="485775"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A6B2C4"/>
            </a:solidFill>
          </a:ln>
        </p:spPr>
      </p:sp>
      <p:sp>
        <p:nvSpPr>
          <p:cNvPr id="18" name="l05-45">
            <a:extLst xmlns:a="http://schemas.openxmlformats.org/drawingml/2006/main">
              <a:ext uri="{FF2B5EF4-FFF2-40B4-BE49-F238E27FC236}">
                <a16:creationId xmlns:a16="http://schemas.microsoft.com/office/drawing/2014/main" id="{B8083546-3768-4471-A964-3C72FC1CACA6}"/>
              </a:ext>
            </a:extLst>
          </p:cNvPr>
          <p:cNvSpPr>
            <a:spLocks xmlns:a="http://schemas.openxmlformats.org/drawingml/2006/main" noGrp="1"/>
          </p:cNvSpPr>
          <p:nvPr/>
        </p:nvSpPr>
        <p:spPr>
          <a:xfrm xmlns:a="http://schemas.openxmlformats.org/drawingml/2006/main">
            <a:off x="2838450" y="3695700"/>
            <a:ext cx="485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1</a:t>
            </a:r>
          </a:p>
        </p:txBody>
      </p:sp>
      <p:sp>
        <p:nvSpPr>
          <p:cNvPr id="19" name="l05-46">
            <a:extLst xmlns:a="http://schemas.openxmlformats.org/drawingml/2006/main">
              <a:ext uri="{FF2B5EF4-FFF2-40B4-BE49-F238E27FC236}">
                <a16:creationId xmlns:a16="http://schemas.microsoft.com/office/drawing/2014/main" id="{423E797E-3444-4805-B38F-EF4CD68A15B4}"/>
              </a:ext>
            </a:extLst>
          </p:cNvPr>
          <p:cNvSpPr>
            <a:spLocks xmlns:a="http://schemas.openxmlformats.org/drawingml/2006/main" noGrp="1"/>
          </p:cNvSpPr>
          <p:nvPr/>
        </p:nvSpPr>
        <p:spPr>
          <a:xfrm xmlns:a="http://schemas.openxmlformats.org/drawingml/2006/main">
            <a:off x="3457575" y="3638550"/>
            <a:ext cx="485775"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A6B2C4"/>
            </a:solidFill>
          </a:ln>
        </p:spPr>
      </p:sp>
      <p:sp>
        <p:nvSpPr>
          <p:cNvPr id="20" name="l05-47">
            <a:extLst xmlns:a="http://schemas.openxmlformats.org/drawingml/2006/main">
              <a:ext uri="{FF2B5EF4-FFF2-40B4-BE49-F238E27FC236}">
                <a16:creationId xmlns:a16="http://schemas.microsoft.com/office/drawing/2014/main" id="{A91008BF-7F98-454C-82F0-A48F460AE2EA}"/>
              </a:ext>
            </a:extLst>
          </p:cNvPr>
          <p:cNvSpPr>
            <a:spLocks xmlns:a="http://schemas.openxmlformats.org/drawingml/2006/main" noGrp="1"/>
          </p:cNvSpPr>
          <p:nvPr/>
        </p:nvSpPr>
        <p:spPr>
          <a:xfrm xmlns:a="http://schemas.openxmlformats.org/drawingml/2006/main">
            <a:off x="3457575" y="3695700"/>
            <a:ext cx="485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0</a:t>
            </a:r>
          </a:p>
        </p:txBody>
      </p:sp>
      <p:sp>
        <p:nvSpPr>
          <p:cNvPr id="21" name="l05-48">
            <a:extLst xmlns:a="http://schemas.openxmlformats.org/drawingml/2006/main">
              <a:ext uri="{FF2B5EF4-FFF2-40B4-BE49-F238E27FC236}">
                <a16:creationId xmlns:a16="http://schemas.microsoft.com/office/drawing/2014/main" id="{304312A5-35C0-4519-BFB0-1E543193521B}"/>
              </a:ext>
            </a:extLst>
          </p:cNvPr>
          <p:cNvSpPr>
            <a:spLocks xmlns:a="http://schemas.openxmlformats.org/drawingml/2006/main" noGrp="1"/>
          </p:cNvSpPr>
          <p:nvPr/>
        </p:nvSpPr>
        <p:spPr>
          <a:xfrm xmlns:a="http://schemas.openxmlformats.org/drawingml/2006/main">
            <a:off x="4076700" y="3638550"/>
            <a:ext cx="485775"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A6B2C4"/>
            </a:solidFill>
          </a:ln>
        </p:spPr>
      </p:sp>
      <p:sp>
        <p:nvSpPr>
          <p:cNvPr id="22" name="l05-49">
            <a:extLst xmlns:a="http://schemas.openxmlformats.org/drawingml/2006/main">
              <a:ext uri="{FF2B5EF4-FFF2-40B4-BE49-F238E27FC236}">
                <a16:creationId xmlns:a16="http://schemas.microsoft.com/office/drawing/2014/main" id="{F65C99B0-C3AF-4FC1-A49C-12EE0D200AD8}"/>
              </a:ext>
            </a:extLst>
          </p:cNvPr>
          <p:cNvSpPr>
            <a:spLocks xmlns:a="http://schemas.openxmlformats.org/drawingml/2006/main" noGrp="1"/>
          </p:cNvSpPr>
          <p:nvPr/>
        </p:nvSpPr>
        <p:spPr>
          <a:xfrm xmlns:a="http://schemas.openxmlformats.org/drawingml/2006/main">
            <a:off x="4076700" y="3695700"/>
            <a:ext cx="485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1</a:t>
            </a:r>
          </a:p>
        </p:txBody>
      </p:sp>
      <p:sp>
        <p:nvSpPr>
          <p:cNvPr id="23" name="l05-50">
            <a:extLst xmlns:a="http://schemas.openxmlformats.org/drawingml/2006/main">
              <a:ext uri="{FF2B5EF4-FFF2-40B4-BE49-F238E27FC236}">
                <a16:creationId xmlns:a16="http://schemas.microsoft.com/office/drawing/2014/main" id="{6AE53D34-9361-4666-8748-C394E471382F}"/>
              </a:ext>
            </a:extLst>
          </p:cNvPr>
          <p:cNvSpPr>
            <a:spLocks xmlns:a="http://schemas.openxmlformats.org/drawingml/2006/main" noGrp="1"/>
          </p:cNvSpPr>
          <p:nvPr/>
        </p:nvSpPr>
        <p:spPr>
          <a:xfrm xmlns:a="http://schemas.openxmlformats.org/drawingml/2006/main">
            <a:off x="4695825" y="3638550"/>
            <a:ext cx="485775"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A6B2C4"/>
            </a:solidFill>
          </a:ln>
        </p:spPr>
      </p:sp>
      <p:sp>
        <p:nvSpPr>
          <p:cNvPr id="24" name="l05-51">
            <a:extLst xmlns:a="http://schemas.openxmlformats.org/drawingml/2006/main">
              <a:ext uri="{FF2B5EF4-FFF2-40B4-BE49-F238E27FC236}">
                <a16:creationId xmlns:a16="http://schemas.microsoft.com/office/drawing/2014/main" id="{424724A8-2736-49A3-A7CD-CC9D57D0CD79}"/>
              </a:ext>
            </a:extLst>
          </p:cNvPr>
          <p:cNvSpPr>
            <a:spLocks xmlns:a="http://schemas.openxmlformats.org/drawingml/2006/main" noGrp="1"/>
          </p:cNvSpPr>
          <p:nvPr/>
        </p:nvSpPr>
        <p:spPr>
          <a:xfrm xmlns:a="http://schemas.openxmlformats.org/drawingml/2006/main">
            <a:off x="4695825" y="3695700"/>
            <a:ext cx="485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1</a:t>
            </a:r>
          </a:p>
        </p:txBody>
      </p:sp>
      <p:sp>
        <p:nvSpPr>
          <p:cNvPr id="25" name="l05-52">
            <a:extLst xmlns:a="http://schemas.openxmlformats.org/drawingml/2006/main">
              <a:ext uri="{FF2B5EF4-FFF2-40B4-BE49-F238E27FC236}">
                <a16:creationId xmlns:a16="http://schemas.microsoft.com/office/drawing/2014/main" id="{7FB37D8E-3D2E-41A2-A142-455E2BE05561}"/>
              </a:ext>
            </a:extLst>
          </p:cNvPr>
          <p:cNvSpPr>
            <a:spLocks xmlns:a="http://schemas.openxmlformats.org/drawingml/2006/main" noGrp="1"/>
          </p:cNvSpPr>
          <p:nvPr/>
        </p:nvSpPr>
        <p:spPr>
          <a:xfrm xmlns:a="http://schemas.openxmlformats.org/drawingml/2006/main">
            <a:off x="5314950" y="3638550"/>
            <a:ext cx="485775"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A6B2C4"/>
            </a:solidFill>
          </a:ln>
        </p:spPr>
      </p:sp>
      <p:sp>
        <p:nvSpPr>
          <p:cNvPr id="26" name="l05-53">
            <a:extLst xmlns:a="http://schemas.openxmlformats.org/drawingml/2006/main">
              <a:ext uri="{FF2B5EF4-FFF2-40B4-BE49-F238E27FC236}">
                <a16:creationId xmlns:a16="http://schemas.microsoft.com/office/drawing/2014/main" id="{84EED3B1-9FD4-4B31-AB74-D6CD53F39682}"/>
              </a:ext>
            </a:extLst>
          </p:cNvPr>
          <p:cNvSpPr>
            <a:spLocks xmlns:a="http://schemas.openxmlformats.org/drawingml/2006/main" noGrp="1"/>
          </p:cNvSpPr>
          <p:nvPr/>
        </p:nvSpPr>
        <p:spPr>
          <a:xfrm xmlns:a="http://schemas.openxmlformats.org/drawingml/2006/main">
            <a:off x="5314950" y="3695700"/>
            <a:ext cx="485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0</a:t>
            </a:r>
          </a:p>
        </p:txBody>
      </p:sp>
      <p:sp>
        <p:nvSpPr>
          <p:cNvPr id="27" name="l05-54">
            <a:extLst xmlns:a="http://schemas.openxmlformats.org/drawingml/2006/main">
              <a:ext uri="{FF2B5EF4-FFF2-40B4-BE49-F238E27FC236}">
                <a16:creationId xmlns:a16="http://schemas.microsoft.com/office/drawing/2014/main" id="{4C624B9D-0750-423D-95C5-CEAE5C27FF29}"/>
              </a:ext>
            </a:extLst>
          </p:cNvPr>
          <p:cNvSpPr>
            <a:spLocks xmlns:a="http://schemas.openxmlformats.org/drawingml/2006/main" noGrp="1"/>
          </p:cNvSpPr>
          <p:nvPr/>
        </p:nvSpPr>
        <p:spPr>
          <a:xfrm xmlns:a="http://schemas.openxmlformats.org/drawingml/2006/main">
            <a:off x="5934075" y="3638550"/>
            <a:ext cx="485775"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A6B2C4"/>
            </a:solidFill>
          </a:ln>
        </p:spPr>
      </p:sp>
      <p:sp>
        <p:nvSpPr>
          <p:cNvPr id="28" name="l05-55">
            <a:extLst xmlns:a="http://schemas.openxmlformats.org/drawingml/2006/main">
              <a:ext uri="{FF2B5EF4-FFF2-40B4-BE49-F238E27FC236}">
                <a16:creationId xmlns:a16="http://schemas.microsoft.com/office/drawing/2014/main" id="{766828D6-5C46-4CC2-93A2-2EEF1EA6CEB0}"/>
              </a:ext>
            </a:extLst>
          </p:cNvPr>
          <p:cNvSpPr>
            <a:spLocks xmlns:a="http://schemas.openxmlformats.org/drawingml/2006/main" noGrp="1"/>
          </p:cNvSpPr>
          <p:nvPr/>
        </p:nvSpPr>
        <p:spPr>
          <a:xfrm xmlns:a="http://schemas.openxmlformats.org/drawingml/2006/main">
            <a:off x="5934075" y="3695700"/>
            <a:ext cx="485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0</a:t>
            </a:r>
          </a:p>
        </p:txBody>
      </p:sp>
      <p:sp>
        <p:nvSpPr>
          <p:cNvPr id="29" name="l05-56">
            <a:extLst xmlns:a="http://schemas.openxmlformats.org/drawingml/2006/main">
              <a:ext uri="{FF2B5EF4-FFF2-40B4-BE49-F238E27FC236}">
                <a16:creationId xmlns:a16="http://schemas.microsoft.com/office/drawing/2014/main" id="{4C0EEBA7-B000-490F-875F-8CCBBEADE50A}"/>
              </a:ext>
            </a:extLst>
          </p:cNvPr>
          <p:cNvSpPr>
            <a:spLocks xmlns:a="http://schemas.openxmlformats.org/drawingml/2006/main" noGrp="1"/>
          </p:cNvSpPr>
          <p:nvPr/>
        </p:nvSpPr>
        <p:spPr>
          <a:xfrm xmlns:a="http://schemas.openxmlformats.org/drawingml/2006/main">
            <a:off x="6553200" y="3638550"/>
            <a:ext cx="485775"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A6B2C4"/>
            </a:solidFill>
          </a:ln>
        </p:spPr>
      </p:sp>
      <p:sp>
        <p:nvSpPr>
          <p:cNvPr id="30" name="l05-57">
            <a:extLst xmlns:a="http://schemas.openxmlformats.org/drawingml/2006/main">
              <a:ext uri="{FF2B5EF4-FFF2-40B4-BE49-F238E27FC236}">
                <a16:creationId xmlns:a16="http://schemas.microsoft.com/office/drawing/2014/main" id="{340BF75A-14D1-4524-81DD-A22AD45FCE3E}"/>
              </a:ext>
            </a:extLst>
          </p:cNvPr>
          <p:cNvSpPr>
            <a:spLocks xmlns:a="http://schemas.openxmlformats.org/drawingml/2006/main" noGrp="1"/>
          </p:cNvSpPr>
          <p:nvPr/>
        </p:nvSpPr>
        <p:spPr>
          <a:xfrm xmlns:a="http://schemas.openxmlformats.org/drawingml/2006/main">
            <a:off x="6553200" y="3695700"/>
            <a:ext cx="485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1</a:t>
            </a:r>
          </a:p>
        </p:txBody>
      </p:sp>
      <p:sp>
        <p:nvSpPr>
          <p:cNvPr id="31" name="l05-58">
            <a:extLst xmlns:a="http://schemas.openxmlformats.org/drawingml/2006/main">
              <a:ext uri="{FF2B5EF4-FFF2-40B4-BE49-F238E27FC236}">
                <a16:creationId xmlns:a16="http://schemas.microsoft.com/office/drawing/2014/main" id="{7532A39F-5980-4422-B402-1741966D4873}"/>
              </a:ext>
            </a:extLst>
          </p:cNvPr>
          <p:cNvSpPr>
            <a:spLocks xmlns:a="http://schemas.openxmlformats.org/drawingml/2006/main" noGrp="1"/>
          </p:cNvSpPr>
          <p:nvPr/>
        </p:nvSpPr>
        <p:spPr>
          <a:xfrm xmlns:a="http://schemas.openxmlformats.org/drawingml/2006/main">
            <a:off x="7172325" y="3638550"/>
            <a:ext cx="485775"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A6B2C4"/>
            </a:solidFill>
          </a:ln>
        </p:spPr>
      </p:sp>
      <p:sp>
        <p:nvSpPr>
          <p:cNvPr id="32" name="l05-59">
            <a:extLst xmlns:a="http://schemas.openxmlformats.org/drawingml/2006/main">
              <a:ext uri="{FF2B5EF4-FFF2-40B4-BE49-F238E27FC236}">
                <a16:creationId xmlns:a16="http://schemas.microsoft.com/office/drawing/2014/main" id="{BE42AEB3-7A42-49C9-AAA3-547A6DF64330}"/>
              </a:ext>
            </a:extLst>
          </p:cNvPr>
          <p:cNvSpPr>
            <a:spLocks xmlns:a="http://schemas.openxmlformats.org/drawingml/2006/main" noGrp="1"/>
          </p:cNvSpPr>
          <p:nvPr/>
        </p:nvSpPr>
        <p:spPr>
          <a:xfrm xmlns:a="http://schemas.openxmlformats.org/drawingml/2006/main">
            <a:off x="7172325" y="3695700"/>
            <a:ext cx="485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0</a:t>
            </a:r>
          </a:p>
        </p:txBody>
      </p:sp>
      <p:sp>
        <p:nvSpPr>
          <p:cNvPr id="33" name="l05-60">
            <a:extLst xmlns:a="http://schemas.openxmlformats.org/drawingml/2006/main">
              <a:ext uri="{FF2B5EF4-FFF2-40B4-BE49-F238E27FC236}">
                <a16:creationId xmlns:a16="http://schemas.microsoft.com/office/drawing/2014/main" id="{AE528746-6012-479F-B443-14099DF6DBBC}"/>
              </a:ext>
            </a:extLst>
          </p:cNvPr>
          <p:cNvSpPr>
            <a:spLocks xmlns:a="http://schemas.openxmlformats.org/drawingml/2006/main" noGrp="1"/>
          </p:cNvSpPr>
          <p:nvPr/>
        </p:nvSpPr>
        <p:spPr>
          <a:xfrm xmlns:a="http://schemas.openxmlformats.org/drawingml/2006/main">
            <a:off x="4010025" y="3562350"/>
            <a:ext cx="0" cy="781050"/>
          </a:xfrm>
          <a:prstGeom xmlns:a="http://schemas.openxmlformats.org/drawingml/2006/main" prst="line">
            <a:avLst/>
          </a:prstGeom>
          <a:noFill xmlns:a="http://schemas.openxmlformats.org/drawingml/2006/main"/>
          <a:ln xmlns:a="http://schemas.openxmlformats.org/drawingml/2006/main" w="28575">
            <a:solidFill>
              <a:srgbClr val="EB681F"/>
            </a:solidFill>
          </a:ln>
        </p:spPr>
      </p:sp>
      <p:sp>
        <p:nvSpPr>
          <p:cNvPr id="34" name="l05-61">
            <a:extLst xmlns:a="http://schemas.openxmlformats.org/drawingml/2006/main">
              <a:ext uri="{FF2B5EF4-FFF2-40B4-BE49-F238E27FC236}">
                <a16:creationId xmlns:a16="http://schemas.microsoft.com/office/drawing/2014/main" id="{576CE987-6F51-4415-BB8F-A12583579081}"/>
              </a:ext>
            </a:extLst>
          </p:cNvPr>
          <p:cNvSpPr>
            <a:spLocks xmlns:a="http://schemas.openxmlformats.org/drawingml/2006/main" noGrp="1"/>
          </p:cNvSpPr>
          <p:nvPr/>
        </p:nvSpPr>
        <p:spPr>
          <a:xfrm xmlns:a="http://schemas.openxmlformats.org/drawingml/2006/main">
            <a:off x="8382000" y="3552825"/>
            <a:ext cx="32099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02D69"/>
                </a:solidFill>
                <a:latin typeface="HSE Sans"/>
                <a:ea typeface="HSE Sans"/>
                <a:cs typeface="HSE Sans"/>
              </a:defRPr>
            </a:pPr>
            <a:r>
              <a:rPr sz="2025" b="1">
                <a:solidFill>
                  <a:srgbClr val="102D69"/>
                </a:solidFill>
                <a:latin typeface="HSE Sans"/>
                <a:ea typeface="HSE Sans"/>
                <a:cs typeface="HSE Sans"/>
              </a:rPr>
              <a:t>P = 0,50</a:t>
            </a:r>
          </a:p>
          <a:p xmlns:a="http://schemas.openxmlformats.org/drawingml/2006/main">
            <a:pPr algn="l">
              <a:lnSpc>
                <a:spcPct val="112000"/>
              </a:lnSpc>
              <a:buNone/>
              <a:defRPr sz="2025" b="1">
                <a:solidFill>
                  <a:srgbClr val="102D69"/>
                </a:solidFill>
                <a:latin typeface="HSE Sans"/>
                <a:ea typeface="HSE Sans"/>
                <a:cs typeface="HSE Sans"/>
              </a:defRPr>
            </a:pPr>
            <a:r>
              <a:rPr sz="2025" b="1">
                <a:solidFill>
                  <a:srgbClr val="102D69"/>
                </a:solidFill>
                <a:latin typeface="HSE Sans"/>
                <a:ea typeface="HSE Sans"/>
                <a:cs typeface="HSE Sans"/>
              </a:rPr>
              <a:t>R = 0,25</a:t>
            </a:r>
          </a:p>
        </p:txBody>
      </p:sp>
      <p:sp>
        <p:nvSpPr>
          <p:cNvPr id="35" name="l05-62">
            <a:extLst xmlns:a="http://schemas.openxmlformats.org/drawingml/2006/main">
              <a:ext uri="{FF2B5EF4-FFF2-40B4-BE49-F238E27FC236}">
                <a16:creationId xmlns:a16="http://schemas.microsoft.com/office/drawing/2014/main" id="{0BF8A126-E100-49CC-BA94-34C538AE4AC8}"/>
              </a:ext>
            </a:extLst>
          </p:cNvPr>
          <p:cNvSpPr>
            <a:spLocks xmlns:a="http://schemas.openxmlformats.org/drawingml/2006/main" noGrp="1"/>
          </p:cNvSpPr>
          <p:nvPr/>
        </p:nvSpPr>
        <p:spPr>
          <a:xfrm xmlns:a="http://schemas.openxmlformats.org/drawingml/2006/main">
            <a:off x="590550" y="4581525"/>
            <a:ext cx="190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02D69"/>
                </a:solidFill>
                <a:latin typeface="HSE Sans"/>
                <a:ea typeface="HSE Sans"/>
                <a:cs typeface="HSE Sans"/>
              </a:defRPr>
            </a:pPr>
            <a:r>
              <a:rPr sz="2100" b="1">
                <a:solidFill>
                  <a:srgbClr val="102D69"/>
                </a:solidFill>
                <a:latin typeface="HSE Sans"/>
                <a:ea typeface="HSE Sans"/>
                <a:cs typeface="HSE Sans"/>
              </a:rPr>
              <a:t>t = 1,1</a:t>
            </a:r>
          </a:p>
        </p:txBody>
      </p:sp>
      <p:sp>
        <p:nvSpPr>
          <p:cNvPr id="36" name="l05-63">
            <a:extLst xmlns:a="http://schemas.openxmlformats.org/drawingml/2006/main">
              <a:ext uri="{FF2B5EF4-FFF2-40B4-BE49-F238E27FC236}">
                <a16:creationId xmlns:a16="http://schemas.microsoft.com/office/drawing/2014/main" id="{DB0D6CD4-C587-4D45-B1A7-68C71DF9E98D}"/>
              </a:ext>
            </a:extLst>
          </p:cNvPr>
          <p:cNvSpPr>
            <a:spLocks xmlns:a="http://schemas.openxmlformats.org/drawingml/2006/main" noGrp="1"/>
          </p:cNvSpPr>
          <p:nvPr/>
        </p:nvSpPr>
        <p:spPr>
          <a:xfrm xmlns:a="http://schemas.openxmlformats.org/drawingml/2006/main">
            <a:off x="2838450" y="4552950"/>
            <a:ext cx="485775"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A6B2C4"/>
            </a:solidFill>
          </a:ln>
        </p:spPr>
      </p:sp>
      <p:sp>
        <p:nvSpPr>
          <p:cNvPr id="37" name="l05-64">
            <a:extLst xmlns:a="http://schemas.openxmlformats.org/drawingml/2006/main">
              <a:ext uri="{FF2B5EF4-FFF2-40B4-BE49-F238E27FC236}">
                <a16:creationId xmlns:a16="http://schemas.microsoft.com/office/drawing/2014/main" id="{703C6689-E94D-4389-B7C1-6F87DD2B1444}"/>
              </a:ext>
            </a:extLst>
          </p:cNvPr>
          <p:cNvSpPr>
            <a:spLocks xmlns:a="http://schemas.openxmlformats.org/drawingml/2006/main" noGrp="1"/>
          </p:cNvSpPr>
          <p:nvPr/>
        </p:nvSpPr>
        <p:spPr>
          <a:xfrm xmlns:a="http://schemas.openxmlformats.org/drawingml/2006/main">
            <a:off x="2838450" y="4610100"/>
            <a:ext cx="485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1</a:t>
            </a:r>
          </a:p>
        </p:txBody>
      </p:sp>
      <p:sp>
        <p:nvSpPr>
          <p:cNvPr id="38" name="l05-65">
            <a:extLst xmlns:a="http://schemas.openxmlformats.org/drawingml/2006/main">
              <a:ext uri="{FF2B5EF4-FFF2-40B4-BE49-F238E27FC236}">
                <a16:creationId xmlns:a16="http://schemas.microsoft.com/office/drawing/2014/main" id="{E45513E1-B014-439C-9B16-1D79BA801CC6}"/>
              </a:ext>
            </a:extLst>
          </p:cNvPr>
          <p:cNvSpPr>
            <a:spLocks xmlns:a="http://schemas.openxmlformats.org/drawingml/2006/main" noGrp="1"/>
          </p:cNvSpPr>
          <p:nvPr/>
        </p:nvSpPr>
        <p:spPr>
          <a:xfrm xmlns:a="http://schemas.openxmlformats.org/drawingml/2006/main">
            <a:off x="3457575" y="4552950"/>
            <a:ext cx="485775"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A6B2C4"/>
            </a:solidFill>
          </a:ln>
        </p:spPr>
      </p:sp>
      <p:sp>
        <p:nvSpPr>
          <p:cNvPr id="39" name="l05-66">
            <a:extLst xmlns:a="http://schemas.openxmlformats.org/drawingml/2006/main">
              <a:ext uri="{FF2B5EF4-FFF2-40B4-BE49-F238E27FC236}">
                <a16:creationId xmlns:a16="http://schemas.microsoft.com/office/drawing/2014/main" id="{E3A5D908-ADC1-4271-9B0A-94E2220950C9}"/>
              </a:ext>
            </a:extLst>
          </p:cNvPr>
          <p:cNvSpPr>
            <a:spLocks xmlns:a="http://schemas.openxmlformats.org/drawingml/2006/main" noGrp="1"/>
          </p:cNvSpPr>
          <p:nvPr/>
        </p:nvSpPr>
        <p:spPr>
          <a:xfrm xmlns:a="http://schemas.openxmlformats.org/drawingml/2006/main">
            <a:off x="3457575" y="4610100"/>
            <a:ext cx="485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0</a:t>
            </a:r>
          </a:p>
        </p:txBody>
      </p:sp>
      <p:sp>
        <p:nvSpPr>
          <p:cNvPr id="40" name="l05-67">
            <a:extLst xmlns:a="http://schemas.openxmlformats.org/drawingml/2006/main">
              <a:ext uri="{FF2B5EF4-FFF2-40B4-BE49-F238E27FC236}">
                <a16:creationId xmlns:a16="http://schemas.microsoft.com/office/drawing/2014/main" id="{3B975D1B-0281-46BA-B26B-183084CA14A3}"/>
              </a:ext>
            </a:extLst>
          </p:cNvPr>
          <p:cNvSpPr>
            <a:spLocks xmlns:a="http://schemas.openxmlformats.org/drawingml/2006/main" noGrp="1"/>
          </p:cNvSpPr>
          <p:nvPr/>
        </p:nvSpPr>
        <p:spPr>
          <a:xfrm xmlns:a="http://schemas.openxmlformats.org/drawingml/2006/main">
            <a:off x="4076700" y="4552950"/>
            <a:ext cx="485775"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A6B2C4"/>
            </a:solidFill>
          </a:ln>
        </p:spPr>
      </p:sp>
      <p:sp>
        <p:nvSpPr>
          <p:cNvPr id="41" name="l05-68">
            <a:extLst xmlns:a="http://schemas.openxmlformats.org/drawingml/2006/main">
              <a:ext uri="{FF2B5EF4-FFF2-40B4-BE49-F238E27FC236}">
                <a16:creationId xmlns:a16="http://schemas.microsoft.com/office/drawing/2014/main" id="{9DE5147D-A54D-40A4-8CC9-E49DC0939042}"/>
              </a:ext>
            </a:extLst>
          </p:cNvPr>
          <p:cNvSpPr>
            <a:spLocks xmlns:a="http://schemas.openxmlformats.org/drawingml/2006/main" noGrp="1"/>
          </p:cNvSpPr>
          <p:nvPr/>
        </p:nvSpPr>
        <p:spPr>
          <a:xfrm xmlns:a="http://schemas.openxmlformats.org/drawingml/2006/main">
            <a:off x="4076700" y="4610100"/>
            <a:ext cx="485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1</a:t>
            </a:r>
          </a:p>
        </p:txBody>
      </p:sp>
      <p:sp>
        <p:nvSpPr>
          <p:cNvPr id="42" name="l05-69">
            <a:extLst xmlns:a="http://schemas.openxmlformats.org/drawingml/2006/main">
              <a:ext uri="{FF2B5EF4-FFF2-40B4-BE49-F238E27FC236}">
                <a16:creationId xmlns:a16="http://schemas.microsoft.com/office/drawing/2014/main" id="{F4E4043A-2D22-49B0-B838-F5DA54ED2C37}"/>
              </a:ext>
            </a:extLst>
          </p:cNvPr>
          <p:cNvSpPr>
            <a:spLocks xmlns:a="http://schemas.openxmlformats.org/drawingml/2006/main" noGrp="1"/>
          </p:cNvSpPr>
          <p:nvPr/>
        </p:nvSpPr>
        <p:spPr>
          <a:xfrm xmlns:a="http://schemas.openxmlformats.org/drawingml/2006/main">
            <a:off x="4695825" y="4552950"/>
            <a:ext cx="485775"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A6B2C4"/>
            </a:solidFill>
          </a:ln>
        </p:spPr>
      </p:sp>
      <p:sp>
        <p:nvSpPr>
          <p:cNvPr id="43" name="l05-70">
            <a:extLst xmlns:a="http://schemas.openxmlformats.org/drawingml/2006/main">
              <a:ext uri="{FF2B5EF4-FFF2-40B4-BE49-F238E27FC236}">
                <a16:creationId xmlns:a16="http://schemas.microsoft.com/office/drawing/2014/main" id="{FD91A368-12C5-464A-BECD-83F16AE4395A}"/>
              </a:ext>
            </a:extLst>
          </p:cNvPr>
          <p:cNvSpPr>
            <a:spLocks xmlns:a="http://schemas.openxmlformats.org/drawingml/2006/main" noGrp="1"/>
          </p:cNvSpPr>
          <p:nvPr/>
        </p:nvSpPr>
        <p:spPr>
          <a:xfrm xmlns:a="http://schemas.openxmlformats.org/drawingml/2006/main">
            <a:off x="4695825" y="4610100"/>
            <a:ext cx="485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1</a:t>
            </a:r>
          </a:p>
        </p:txBody>
      </p:sp>
      <p:sp>
        <p:nvSpPr>
          <p:cNvPr id="44" name="l05-71">
            <a:extLst xmlns:a="http://schemas.openxmlformats.org/drawingml/2006/main">
              <a:ext uri="{FF2B5EF4-FFF2-40B4-BE49-F238E27FC236}">
                <a16:creationId xmlns:a16="http://schemas.microsoft.com/office/drawing/2014/main" id="{F5C8D44E-C9CC-4CC8-864F-3D816D1FB63E}"/>
              </a:ext>
            </a:extLst>
          </p:cNvPr>
          <p:cNvSpPr>
            <a:spLocks xmlns:a="http://schemas.openxmlformats.org/drawingml/2006/main" noGrp="1"/>
          </p:cNvSpPr>
          <p:nvPr/>
        </p:nvSpPr>
        <p:spPr>
          <a:xfrm xmlns:a="http://schemas.openxmlformats.org/drawingml/2006/main">
            <a:off x="5314950" y="4552950"/>
            <a:ext cx="485775"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A6B2C4"/>
            </a:solidFill>
          </a:ln>
        </p:spPr>
      </p:sp>
      <p:sp>
        <p:nvSpPr>
          <p:cNvPr id="45" name="l05-72">
            <a:extLst xmlns:a="http://schemas.openxmlformats.org/drawingml/2006/main">
              <a:ext uri="{FF2B5EF4-FFF2-40B4-BE49-F238E27FC236}">
                <a16:creationId xmlns:a16="http://schemas.microsoft.com/office/drawing/2014/main" id="{6067E6BD-0BE0-4250-B091-7A507109FBD9}"/>
              </a:ext>
            </a:extLst>
          </p:cNvPr>
          <p:cNvSpPr>
            <a:spLocks xmlns:a="http://schemas.openxmlformats.org/drawingml/2006/main" noGrp="1"/>
          </p:cNvSpPr>
          <p:nvPr/>
        </p:nvSpPr>
        <p:spPr>
          <a:xfrm xmlns:a="http://schemas.openxmlformats.org/drawingml/2006/main">
            <a:off x="5314950" y="4610100"/>
            <a:ext cx="485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0</a:t>
            </a:r>
          </a:p>
        </p:txBody>
      </p:sp>
      <p:sp>
        <p:nvSpPr>
          <p:cNvPr id="46" name="l05-73">
            <a:extLst xmlns:a="http://schemas.openxmlformats.org/drawingml/2006/main">
              <a:ext uri="{FF2B5EF4-FFF2-40B4-BE49-F238E27FC236}">
                <a16:creationId xmlns:a16="http://schemas.microsoft.com/office/drawing/2014/main" id="{B923D626-505D-46D4-B208-53DEE87BB724}"/>
              </a:ext>
            </a:extLst>
          </p:cNvPr>
          <p:cNvSpPr>
            <a:spLocks xmlns:a="http://schemas.openxmlformats.org/drawingml/2006/main" noGrp="1"/>
          </p:cNvSpPr>
          <p:nvPr/>
        </p:nvSpPr>
        <p:spPr>
          <a:xfrm xmlns:a="http://schemas.openxmlformats.org/drawingml/2006/main">
            <a:off x="5934075" y="4552950"/>
            <a:ext cx="485775"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A6B2C4"/>
            </a:solidFill>
          </a:ln>
        </p:spPr>
      </p:sp>
      <p:sp>
        <p:nvSpPr>
          <p:cNvPr id="47" name="l05-74">
            <a:extLst xmlns:a="http://schemas.openxmlformats.org/drawingml/2006/main">
              <a:ext uri="{FF2B5EF4-FFF2-40B4-BE49-F238E27FC236}">
                <a16:creationId xmlns:a16="http://schemas.microsoft.com/office/drawing/2014/main" id="{82BABB36-D798-4ABC-95B2-81E13D168C7C}"/>
              </a:ext>
            </a:extLst>
          </p:cNvPr>
          <p:cNvSpPr>
            <a:spLocks xmlns:a="http://schemas.openxmlformats.org/drawingml/2006/main" noGrp="1"/>
          </p:cNvSpPr>
          <p:nvPr/>
        </p:nvSpPr>
        <p:spPr>
          <a:xfrm xmlns:a="http://schemas.openxmlformats.org/drawingml/2006/main">
            <a:off x="5934075" y="4610100"/>
            <a:ext cx="485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0</a:t>
            </a:r>
          </a:p>
        </p:txBody>
      </p:sp>
      <p:sp>
        <p:nvSpPr>
          <p:cNvPr id="48" name="l05-75">
            <a:extLst xmlns:a="http://schemas.openxmlformats.org/drawingml/2006/main">
              <a:ext uri="{FF2B5EF4-FFF2-40B4-BE49-F238E27FC236}">
                <a16:creationId xmlns:a16="http://schemas.microsoft.com/office/drawing/2014/main" id="{8B55697F-E78A-4E89-AABC-AD354613C33B}"/>
              </a:ext>
            </a:extLst>
          </p:cNvPr>
          <p:cNvSpPr>
            <a:spLocks xmlns:a="http://schemas.openxmlformats.org/drawingml/2006/main" noGrp="1"/>
          </p:cNvSpPr>
          <p:nvPr/>
        </p:nvSpPr>
        <p:spPr>
          <a:xfrm xmlns:a="http://schemas.openxmlformats.org/drawingml/2006/main">
            <a:off x="6553200" y="4552950"/>
            <a:ext cx="485775"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A6B2C4"/>
            </a:solidFill>
          </a:ln>
        </p:spPr>
      </p:sp>
      <p:sp>
        <p:nvSpPr>
          <p:cNvPr id="49" name="l05-76">
            <a:extLst xmlns:a="http://schemas.openxmlformats.org/drawingml/2006/main">
              <a:ext uri="{FF2B5EF4-FFF2-40B4-BE49-F238E27FC236}">
                <a16:creationId xmlns:a16="http://schemas.microsoft.com/office/drawing/2014/main" id="{F9128F18-D316-4D42-B83A-EC354441D992}"/>
              </a:ext>
            </a:extLst>
          </p:cNvPr>
          <p:cNvSpPr>
            <a:spLocks xmlns:a="http://schemas.openxmlformats.org/drawingml/2006/main" noGrp="1"/>
          </p:cNvSpPr>
          <p:nvPr/>
        </p:nvSpPr>
        <p:spPr>
          <a:xfrm xmlns:a="http://schemas.openxmlformats.org/drawingml/2006/main">
            <a:off x="6553200" y="4610100"/>
            <a:ext cx="485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1</a:t>
            </a:r>
          </a:p>
        </p:txBody>
      </p:sp>
      <p:sp>
        <p:nvSpPr>
          <p:cNvPr id="50" name="l05-77">
            <a:extLst xmlns:a="http://schemas.openxmlformats.org/drawingml/2006/main">
              <a:ext uri="{FF2B5EF4-FFF2-40B4-BE49-F238E27FC236}">
                <a16:creationId xmlns:a16="http://schemas.microsoft.com/office/drawing/2014/main" id="{1F57DA85-A970-4B56-9517-89813DCEEFB7}"/>
              </a:ext>
            </a:extLst>
          </p:cNvPr>
          <p:cNvSpPr>
            <a:spLocks xmlns:a="http://schemas.openxmlformats.org/drawingml/2006/main" noGrp="1"/>
          </p:cNvSpPr>
          <p:nvPr/>
        </p:nvSpPr>
        <p:spPr>
          <a:xfrm xmlns:a="http://schemas.openxmlformats.org/drawingml/2006/main">
            <a:off x="7172325" y="4552950"/>
            <a:ext cx="485775"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A6B2C4"/>
            </a:solidFill>
          </a:ln>
        </p:spPr>
      </p:sp>
      <p:sp>
        <p:nvSpPr>
          <p:cNvPr id="51" name="l05-78">
            <a:extLst xmlns:a="http://schemas.openxmlformats.org/drawingml/2006/main">
              <a:ext uri="{FF2B5EF4-FFF2-40B4-BE49-F238E27FC236}">
                <a16:creationId xmlns:a16="http://schemas.microsoft.com/office/drawing/2014/main" id="{81E86B6E-ED4C-42B0-8224-5D3AF4671B30}"/>
              </a:ext>
            </a:extLst>
          </p:cNvPr>
          <p:cNvSpPr>
            <a:spLocks xmlns:a="http://schemas.openxmlformats.org/drawingml/2006/main" noGrp="1"/>
          </p:cNvSpPr>
          <p:nvPr/>
        </p:nvSpPr>
        <p:spPr>
          <a:xfrm xmlns:a="http://schemas.openxmlformats.org/drawingml/2006/main">
            <a:off x="7172325" y="4610100"/>
            <a:ext cx="485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0</a:t>
            </a:r>
          </a:p>
        </p:txBody>
      </p:sp>
      <p:sp>
        <p:nvSpPr>
          <p:cNvPr id="52" name="l05-79">
            <a:extLst xmlns:a="http://schemas.openxmlformats.org/drawingml/2006/main">
              <a:ext uri="{FF2B5EF4-FFF2-40B4-BE49-F238E27FC236}">
                <a16:creationId xmlns:a16="http://schemas.microsoft.com/office/drawing/2014/main" id="{7BE1ABF1-D267-452E-9E86-E3E331EA5C92}"/>
              </a:ext>
            </a:extLst>
          </p:cNvPr>
          <p:cNvSpPr>
            <a:spLocks xmlns:a="http://schemas.openxmlformats.org/drawingml/2006/main" noGrp="1"/>
          </p:cNvSpPr>
          <p:nvPr/>
        </p:nvSpPr>
        <p:spPr>
          <a:xfrm xmlns:a="http://schemas.openxmlformats.org/drawingml/2006/main">
            <a:off x="5248275" y="4476750"/>
            <a:ext cx="0" cy="781050"/>
          </a:xfrm>
          <a:prstGeom xmlns:a="http://schemas.openxmlformats.org/drawingml/2006/main" prst="line">
            <a:avLst/>
          </a:prstGeom>
          <a:noFill xmlns:a="http://schemas.openxmlformats.org/drawingml/2006/main"/>
          <a:ln xmlns:a="http://schemas.openxmlformats.org/drawingml/2006/main" w="28575">
            <a:solidFill>
              <a:srgbClr val="EB681F"/>
            </a:solidFill>
          </a:ln>
        </p:spPr>
      </p:sp>
      <p:sp>
        <p:nvSpPr>
          <p:cNvPr id="53" name="l05-80">
            <a:extLst xmlns:a="http://schemas.openxmlformats.org/drawingml/2006/main">
              <a:ext uri="{FF2B5EF4-FFF2-40B4-BE49-F238E27FC236}">
                <a16:creationId xmlns:a16="http://schemas.microsoft.com/office/drawing/2014/main" id="{8B4580FB-B8EC-4C34-84FB-19FBE671EF18}"/>
              </a:ext>
            </a:extLst>
          </p:cNvPr>
          <p:cNvSpPr>
            <a:spLocks xmlns:a="http://schemas.openxmlformats.org/drawingml/2006/main" noGrp="1"/>
          </p:cNvSpPr>
          <p:nvPr/>
        </p:nvSpPr>
        <p:spPr>
          <a:xfrm xmlns:a="http://schemas.openxmlformats.org/drawingml/2006/main">
            <a:off x="8382000" y="4467225"/>
            <a:ext cx="32099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02D69"/>
                </a:solidFill>
                <a:latin typeface="HSE Sans"/>
                <a:ea typeface="HSE Sans"/>
                <a:cs typeface="HSE Sans"/>
              </a:defRPr>
            </a:pPr>
            <a:r>
              <a:rPr sz="2025" b="1">
                <a:solidFill>
                  <a:srgbClr val="102D69"/>
                </a:solidFill>
                <a:latin typeface="HSE Sans"/>
                <a:ea typeface="HSE Sans"/>
                <a:cs typeface="HSE Sans"/>
              </a:rPr>
              <a:t>P = 0,75</a:t>
            </a:r>
          </a:p>
          <a:p xmlns:a="http://schemas.openxmlformats.org/drawingml/2006/main">
            <a:pPr algn="l">
              <a:lnSpc>
                <a:spcPct val="112000"/>
              </a:lnSpc>
              <a:buNone/>
              <a:defRPr sz="2025" b="1">
                <a:solidFill>
                  <a:srgbClr val="102D69"/>
                </a:solidFill>
                <a:latin typeface="HSE Sans"/>
                <a:ea typeface="HSE Sans"/>
                <a:cs typeface="HSE Sans"/>
              </a:defRPr>
            </a:pPr>
            <a:r>
              <a:rPr sz="2025" b="1">
                <a:solidFill>
                  <a:srgbClr val="102D69"/>
                </a:solidFill>
                <a:latin typeface="HSE Sans"/>
                <a:ea typeface="HSE Sans"/>
                <a:cs typeface="HSE Sans"/>
              </a:rPr>
              <a:t>R = 0,75</a:t>
            </a:r>
          </a:p>
        </p:txBody>
      </p:sp>
      <p:sp>
        <p:nvSpPr>
          <p:cNvPr id="54" name="l05-81">
            <a:extLst xmlns:a="http://schemas.openxmlformats.org/drawingml/2006/main">
              <a:ext uri="{FF2B5EF4-FFF2-40B4-BE49-F238E27FC236}">
                <a16:creationId xmlns:a16="http://schemas.microsoft.com/office/drawing/2014/main" id="{EACA003E-F47E-4677-B42B-15A19329D795}"/>
              </a:ext>
            </a:extLst>
          </p:cNvPr>
          <p:cNvSpPr>
            <a:spLocks xmlns:a="http://schemas.openxmlformats.org/drawingml/2006/main" noGrp="1"/>
          </p:cNvSpPr>
          <p:nvPr/>
        </p:nvSpPr>
        <p:spPr>
          <a:xfrm xmlns:a="http://schemas.openxmlformats.org/drawingml/2006/main">
            <a:off x="590550" y="5495925"/>
            <a:ext cx="190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02D69"/>
                </a:solidFill>
                <a:latin typeface="HSE Sans"/>
                <a:ea typeface="HSE Sans"/>
                <a:cs typeface="HSE Sans"/>
              </a:defRPr>
            </a:pPr>
            <a:r>
              <a:rPr sz="2100" b="1">
                <a:solidFill>
                  <a:srgbClr val="102D69"/>
                </a:solidFill>
                <a:latin typeface="HSE Sans"/>
                <a:ea typeface="HSE Sans"/>
                <a:cs typeface="HSE Sans"/>
              </a:rPr>
              <a:t>t = −0,7</a:t>
            </a:r>
          </a:p>
        </p:txBody>
      </p:sp>
      <p:sp>
        <p:nvSpPr>
          <p:cNvPr id="55" name="l05-82">
            <a:extLst xmlns:a="http://schemas.openxmlformats.org/drawingml/2006/main">
              <a:ext uri="{FF2B5EF4-FFF2-40B4-BE49-F238E27FC236}">
                <a16:creationId xmlns:a16="http://schemas.microsoft.com/office/drawing/2014/main" id="{B51625CE-1CF2-4080-984E-70F8AD0E4949}"/>
              </a:ext>
            </a:extLst>
          </p:cNvPr>
          <p:cNvSpPr>
            <a:spLocks xmlns:a="http://schemas.openxmlformats.org/drawingml/2006/main" noGrp="1"/>
          </p:cNvSpPr>
          <p:nvPr/>
        </p:nvSpPr>
        <p:spPr>
          <a:xfrm xmlns:a="http://schemas.openxmlformats.org/drawingml/2006/main">
            <a:off x="2838450" y="5467350"/>
            <a:ext cx="485775"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A6B2C4"/>
            </a:solidFill>
          </a:ln>
        </p:spPr>
      </p:sp>
      <p:sp>
        <p:nvSpPr>
          <p:cNvPr id="56" name="l05-83">
            <a:extLst xmlns:a="http://schemas.openxmlformats.org/drawingml/2006/main">
              <a:ext uri="{FF2B5EF4-FFF2-40B4-BE49-F238E27FC236}">
                <a16:creationId xmlns:a16="http://schemas.microsoft.com/office/drawing/2014/main" id="{1EC43AFA-E9CE-46A8-A5C6-311962C94AFE}"/>
              </a:ext>
            </a:extLst>
          </p:cNvPr>
          <p:cNvSpPr>
            <a:spLocks xmlns:a="http://schemas.openxmlformats.org/drawingml/2006/main" noGrp="1"/>
          </p:cNvSpPr>
          <p:nvPr/>
        </p:nvSpPr>
        <p:spPr>
          <a:xfrm xmlns:a="http://schemas.openxmlformats.org/drawingml/2006/main">
            <a:off x="2838450" y="5524500"/>
            <a:ext cx="485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1</a:t>
            </a:r>
          </a:p>
        </p:txBody>
      </p:sp>
      <p:sp>
        <p:nvSpPr>
          <p:cNvPr id="57" name="l05-84">
            <a:extLst xmlns:a="http://schemas.openxmlformats.org/drawingml/2006/main">
              <a:ext uri="{FF2B5EF4-FFF2-40B4-BE49-F238E27FC236}">
                <a16:creationId xmlns:a16="http://schemas.microsoft.com/office/drawing/2014/main" id="{AE2AB613-8E7E-43B8-B333-CAB886A07007}"/>
              </a:ext>
            </a:extLst>
          </p:cNvPr>
          <p:cNvSpPr>
            <a:spLocks xmlns:a="http://schemas.openxmlformats.org/drawingml/2006/main" noGrp="1"/>
          </p:cNvSpPr>
          <p:nvPr/>
        </p:nvSpPr>
        <p:spPr>
          <a:xfrm xmlns:a="http://schemas.openxmlformats.org/drawingml/2006/main">
            <a:off x="3457575" y="5467350"/>
            <a:ext cx="485775"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A6B2C4"/>
            </a:solidFill>
          </a:ln>
        </p:spPr>
      </p:sp>
      <p:sp>
        <p:nvSpPr>
          <p:cNvPr id="58" name="l05-85">
            <a:extLst xmlns:a="http://schemas.openxmlformats.org/drawingml/2006/main">
              <a:ext uri="{FF2B5EF4-FFF2-40B4-BE49-F238E27FC236}">
                <a16:creationId xmlns:a16="http://schemas.microsoft.com/office/drawing/2014/main" id="{0628404E-08D3-492C-A350-4BE1E96EB16D}"/>
              </a:ext>
            </a:extLst>
          </p:cNvPr>
          <p:cNvSpPr>
            <a:spLocks xmlns:a="http://schemas.openxmlformats.org/drawingml/2006/main" noGrp="1"/>
          </p:cNvSpPr>
          <p:nvPr/>
        </p:nvSpPr>
        <p:spPr>
          <a:xfrm xmlns:a="http://schemas.openxmlformats.org/drawingml/2006/main">
            <a:off x="3457575" y="5524500"/>
            <a:ext cx="485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0</a:t>
            </a:r>
          </a:p>
        </p:txBody>
      </p:sp>
      <p:sp>
        <p:nvSpPr>
          <p:cNvPr id="59" name="l05-86">
            <a:extLst xmlns:a="http://schemas.openxmlformats.org/drawingml/2006/main">
              <a:ext uri="{FF2B5EF4-FFF2-40B4-BE49-F238E27FC236}">
                <a16:creationId xmlns:a16="http://schemas.microsoft.com/office/drawing/2014/main" id="{CF9C376F-E6AF-48E5-BF28-FA96D55B94B4}"/>
              </a:ext>
            </a:extLst>
          </p:cNvPr>
          <p:cNvSpPr>
            <a:spLocks xmlns:a="http://schemas.openxmlformats.org/drawingml/2006/main" noGrp="1"/>
          </p:cNvSpPr>
          <p:nvPr/>
        </p:nvSpPr>
        <p:spPr>
          <a:xfrm xmlns:a="http://schemas.openxmlformats.org/drawingml/2006/main">
            <a:off x="4076700" y="5467350"/>
            <a:ext cx="485775"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A6B2C4"/>
            </a:solidFill>
          </a:ln>
        </p:spPr>
      </p:sp>
      <p:sp>
        <p:nvSpPr>
          <p:cNvPr id="60" name="l05-87">
            <a:extLst xmlns:a="http://schemas.openxmlformats.org/drawingml/2006/main">
              <a:ext uri="{FF2B5EF4-FFF2-40B4-BE49-F238E27FC236}">
                <a16:creationId xmlns:a16="http://schemas.microsoft.com/office/drawing/2014/main" id="{9CB532B8-3720-47C9-8977-F330FF8ABC22}"/>
              </a:ext>
            </a:extLst>
          </p:cNvPr>
          <p:cNvSpPr>
            <a:spLocks xmlns:a="http://schemas.openxmlformats.org/drawingml/2006/main" noGrp="1"/>
          </p:cNvSpPr>
          <p:nvPr/>
        </p:nvSpPr>
        <p:spPr>
          <a:xfrm xmlns:a="http://schemas.openxmlformats.org/drawingml/2006/main">
            <a:off x="4076700" y="5524500"/>
            <a:ext cx="485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1</a:t>
            </a:r>
          </a:p>
        </p:txBody>
      </p:sp>
      <p:sp>
        <p:nvSpPr>
          <p:cNvPr id="61" name="l05-88">
            <a:extLst xmlns:a="http://schemas.openxmlformats.org/drawingml/2006/main">
              <a:ext uri="{FF2B5EF4-FFF2-40B4-BE49-F238E27FC236}">
                <a16:creationId xmlns:a16="http://schemas.microsoft.com/office/drawing/2014/main" id="{6F1DEA52-20A0-4AB6-BDF4-800CD22D0E7E}"/>
              </a:ext>
            </a:extLst>
          </p:cNvPr>
          <p:cNvSpPr>
            <a:spLocks xmlns:a="http://schemas.openxmlformats.org/drawingml/2006/main" noGrp="1"/>
          </p:cNvSpPr>
          <p:nvPr/>
        </p:nvSpPr>
        <p:spPr>
          <a:xfrm xmlns:a="http://schemas.openxmlformats.org/drawingml/2006/main">
            <a:off x="4695825" y="5467350"/>
            <a:ext cx="485775"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A6B2C4"/>
            </a:solidFill>
          </a:ln>
        </p:spPr>
      </p:sp>
      <p:sp>
        <p:nvSpPr>
          <p:cNvPr id="62" name="l05-89">
            <a:extLst xmlns:a="http://schemas.openxmlformats.org/drawingml/2006/main">
              <a:ext uri="{FF2B5EF4-FFF2-40B4-BE49-F238E27FC236}">
                <a16:creationId xmlns:a16="http://schemas.microsoft.com/office/drawing/2014/main" id="{E70F07C6-2DFC-4033-B755-2788B5CDF3DA}"/>
              </a:ext>
            </a:extLst>
          </p:cNvPr>
          <p:cNvSpPr>
            <a:spLocks xmlns:a="http://schemas.openxmlformats.org/drawingml/2006/main" noGrp="1"/>
          </p:cNvSpPr>
          <p:nvPr/>
        </p:nvSpPr>
        <p:spPr>
          <a:xfrm xmlns:a="http://schemas.openxmlformats.org/drawingml/2006/main">
            <a:off x="4695825" y="5524500"/>
            <a:ext cx="485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1</a:t>
            </a:r>
          </a:p>
        </p:txBody>
      </p:sp>
      <p:sp>
        <p:nvSpPr>
          <p:cNvPr id="63" name="l05-90">
            <a:extLst xmlns:a="http://schemas.openxmlformats.org/drawingml/2006/main">
              <a:ext uri="{FF2B5EF4-FFF2-40B4-BE49-F238E27FC236}">
                <a16:creationId xmlns:a16="http://schemas.microsoft.com/office/drawing/2014/main" id="{0569B061-488D-4E40-8D8E-4B01F3B5C6FA}"/>
              </a:ext>
            </a:extLst>
          </p:cNvPr>
          <p:cNvSpPr>
            <a:spLocks xmlns:a="http://schemas.openxmlformats.org/drawingml/2006/main" noGrp="1"/>
          </p:cNvSpPr>
          <p:nvPr/>
        </p:nvSpPr>
        <p:spPr>
          <a:xfrm xmlns:a="http://schemas.openxmlformats.org/drawingml/2006/main">
            <a:off x="5314950" y="5467350"/>
            <a:ext cx="485775"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A6B2C4"/>
            </a:solidFill>
          </a:ln>
        </p:spPr>
      </p:sp>
      <p:sp>
        <p:nvSpPr>
          <p:cNvPr id="64" name="l05-91">
            <a:extLst xmlns:a="http://schemas.openxmlformats.org/drawingml/2006/main">
              <a:ext uri="{FF2B5EF4-FFF2-40B4-BE49-F238E27FC236}">
                <a16:creationId xmlns:a16="http://schemas.microsoft.com/office/drawing/2014/main" id="{C685D426-1767-422D-8513-D3E65BAE4249}"/>
              </a:ext>
            </a:extLst>
          </p:cNvPr>
          <p:cNvSpPr>
            <a:spLocks xmlns:a="http://schemas.openxmlformats.org/drawingml/2006/main" noGrp="1"/>
          </p:cNvSpPr>
          <p:nvPr/>
        </p:nvSpPr>
        <p:spPr>
          <a:xfrm xmlns:a="http://schemas.openxmlformats.org/drawingml/2006/main">
            <a:off x="5314950" y="5524500"/>
            <a:ext cx="485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0</a:t>
            </a:r>
          </a:p>
        </p:txBody>
      </p:sp>
      <p:sp>
        <p:nvSpPr>
          <p:cNvPr id="65" name="l05-92">
            <a:extLst xmlns:a="http://schemas.openxmlformats.org/drawingml/2006/main">
              <a:ext uri="{FF2B5EF4-FFF2-40B4-BE49-F238E27FC236}">
                <a16:creationId xmlns:a16="http://schemas.microsoft.com/office/drawing/2014/main" id="{F66DD28E-D683-4966-AD1B-6F72F7F4E579}"/>
              </a:ext>
            </a:extLst>
          </p:cNvPr>
          <p:cNvSpPr>
            <a:spLocks xmlns:a="http://schemas.openxmlformats.org/drawingml/2006/main" noGrp="1"/>
          </p:cNvSpPr>
          <p:nvPr/>
        </p:nvSpPr>
        <p:spPr>
          <a:xfrm xmlns:a="http://schemas.openxmlformats.org/drawingml/2006/main">
            <a:off x="5934075" y="5467350"/>
            <a:ext cx="485775"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A6B2C4"/>
            </a:solidFill>
          </a:ln>
        </p:spPr>
      </p:sp>
      <p:sp>
        <p:nvSpPr>
          <p:cNvPr id="66" name="l05-93">
            <a:extLst xmlns:a="http://schemas.openxmlformats.org/drawingml/2006/main">
              <a:ext uri="{FF2B5EF4-FFF2-40B4-BE49-F238E27FC236}">
                <a16:creationId xmlns:a16="http://schemas.microsoft.com/office/drawing/2014/main" id="{FDE5FD9C-1470-4754-88B7-0A0BF188F5E2}"/>
              </a:ext>
            </a:extLst>
          </p:cNvPr>
          <p:cNvSpPr>
            <a:spLocks xmlns:a="http://schemas.openxmlformats.org/drawingml/2006/main" noGrp="1"/>
          </p:cNvSpPr>
          <p:nvPr/>
        </p:nvSpPr>
        <p:spPr>
          <a:xfrm xmlns:a="http://schemas.openxmlformats.org/drawingml/2006/main">
            <a:off x="5934075" y="5524500"/>
            <a:ext cx="485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0</a:t>
            </a:r>
          </a:p>
        </p:txBody>
      </p:sp>
      <p:sp>
        <p:nvSpPr>
          <p:cNvPr id="67" name="l05-94">
            <a:extLst xmlns:a="http://schemas.openxmlformats.org/drawingml/2006/main">
              <a:ext uri="{FF2B5EF4-FFF2-40B4-BE49-F238E27FC236}">
                <a16:creationId xmlns:a16="http://schemas.microsoft.com/office/drawing/2014/main" id="{B9D36C95-9E95-418D-A87E-B94809F7F349}"/>
              </a:ext>
            </a:extLst>
          </p:cNvPr>
          <p:cNvSpPr>
            <a:spLocks xmlns:a="http://schemas.openxmlformats.org/drawingml/2006/main" noGrp="1"/>
          </p:cNvSpPr>
          <p:nvPr/>
        </p:nvSpPr>
        <p:spPr>
          <a:xfrm xmlns:a="http://schemas.openxmlformats.org/drawingml/2006/main">
            <a:off x="6553200" y="5467350"/>
            <a:ext cx="485775"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A6B2C4"/>
            </a:solidFill>
          </a:ln>
        </p:spPr>
      </p:sp>
      <p:sp>
        <p:nvSpPr>
          <p:cNvPr id="68" name="l05-95">
            <a:extLst xmlns:a="http://schemas.openxmlformats.org/drawingml/2006/main">
              <a:ext uri="{FF2B5EF4-FFF2-40B4-BE49-F238E27FC236}">
                <a16:creationId xmlns:a16="http://schemas.microsoft.com/office/drawing/2014/main" id="{E7A45AFD-3ADC-4621-B5E5-41D1826826B8}"/>
              </a:ext>
            </a:extLst>
          </p:cNvPr>
          <p:cNvSpPr>
            <a:spLocks xmlns:a="http://schemas.openxmlformats.org/drawingml/2006/main" noGrp="1"/>
          </p:cNvSpPr>
          <p:nvPr/>
        </p:nvSpPr>
        <p:spPr>
          <a:xfrm xmlns:a="http://schemas.openxmlformats.org/drawingml/2006/main">
            <a:off x="6553200" y="5524500"/>
            <a:ext cx="485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1</a:t>
            </a:r>
          </a:p>
        </p:txBody>
      </p:sp>
      <p:sp>
        <p:nvSpPr>
          <p:cNvPr id="69" name="l05-96">
            <a:extLst xmlns:a="http://schemas.openxmlformats.org/drawingml/2006/main">
              <a:ext uri="{FF2B5EF4-FFF2-40B4-BE49-F238E27FC236}">
                <a16:creationId xmlns:a16="http://schemas.microsoft.com/office/drawing/2014/main" id="{5334278C-D91E-44B1-8E4A-480F2BE4E37E}"/>
              </a:ext>
            </a:extLst>
          </p:cNvPr>
          <p:cNvSpPr>
            <a:spLocks xmlns:a="http://schemas.openxmlformats.org/drawingml/2006/main" noGrp="1"/>
          </p:cNvSpPr>
          <p:nvPr/>
        </p:nvSpPr>
        <p:spPr>
          <a:xfrm xmlns:a="http://schemas.openxmlformats.org/drawingml/2006/main">
            <a:off x="7172325" y="5467350"/>
            <a:ext cx="485775"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A6B2C4"/>
            </a:solidFill>
          </a:ln>
        </p:spPr>
      </p:sp>
      <p:sp>
        <p:nvSpPr>
          <p:cNvPr id="70" name="l05-97">
            <a:extLst xmlns:a="http://schemas.openxmlformats.org/drawingml/2006/main">
              <a:ext uri="{FF2B5EF4-FFF2-40B4-BE49-F238E27FC236}">
                <a16:creationId xmlns:a16="http://schemas.microsoft.com/office/drawing/2014/main" id="{D472B258-805F-479C-9F6C-83940F2A52A6}"/>
              </a:ext>
            </a:extLst>
          </p:cNvPr>
          <p:cNvSpPr>
            <a:spLocks xmlns:a="http://schemas.openxmlformats.org/drawingml/2006/main" noGrp="1"/>
          </p:cNvSpPr>
          <p:nvPr/>
        </p:nvSpPr>
        <p:spPr>
          <a:xfrm xmlns:a="http://schemas.openxmlformats.org/drawingml/2006/main">
            <a:off x="7172325" y="5524500"/>
            <a:ext cx="485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0</a:t>
            </a:r>
          </a:p>
        </p:txBody>
      </p:sp>
      <p:sp>
        <p:nvSpPr>
          <p:cNvPr id="71" name="l05-98">
            <a:extLst xmlns:a="http://schemas.openxmlformats.org/drawingml/2006/main">
              <a:ext uri="{FF2B5EF4-FFF2-40B4-BE49-F238E27FC236}">
                <a16:creationId xmlns:a16="http://schemas.microsoft.com/office/drawing/2014/main" id="{ADCBABBC-1208-4EC9-ABE8-4A8A5B9C1509}"/>
              </a:ext>
            </a:extLst>
          </p:cNvPr>
          <p:cNvSpPr>
            <a:spLocks xmlns:a="http://schemas.openxmlformats.org/drawingml/2006/main" noGrp="1"/>
          </p:cNvSpPr>
          <p:nvPr/>
        </p:nvSpPr>
        <p:spPr>
          <a:xfrm xmlns:a="http://schemas.openxmlformats.org/drawingml/2006/main">
            <a:off x="7105650" y="5391150"/>
            <a:ext cx="0" cy="781050"/>
          </a:xfrm>
          <a:prstGeom xmlns:a="http://schemas.openxmlformats.org/drawingml/2006/main" prst="line">
            <a:avLst/>
          </a:prstGeom>
          <a:noFill xmlns:a="http://schemas.openxmlformats.org/drawingml/2006/main"/>
          <a:ln xmlns:a="http://schemas.openxmlformats.org/drawingml/2006/main" w="28575">
            <a:solidFill>
              <a:srgbClr val="EB681F"/>
            </a:solidFill>
          </a:ln>
        </p:spPr>
      </p:sp>
      <p:sp>
        <p:nvSpPr>
          <p:cNvPr id="72" name="l05-99">
            <a:extLst xmlns:a="http://schemas.openxmlformats.org/drawingml/2006/main">
              <a:ext uri="{FF2B5EF4-FFF2-40B4-BE49-F238E27FC236}">
                <a16:creationId xmlns:a16="http://schemas.microsoft.com/office/drawing/2014/main" id="{92DE5716-7D24-4C34-A73C-6D610488351C}"/>
              </a:ext>
            </a:extLst>
          </p:cNvPr>
          <p:cNvSpPr>
            <a:spLocks xmlns:a="http://schemas.openxmlformats.org/drawingml/2006/main" noGrp="1"/>
          </p:cNvSpPr>
          <p:nvPr/>
        </p:nvSpPr>
        <p:spPr>
          <a:xfrm xmlns:a="http://schemas.openxmlformats.org/drawingml/2006/main">
            <a:off x="8382000" y="5381625"/>
            <a:ext cx="32099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02D69"/>
                </a:solidFill>
                <a:latin typeface="HSE Sans"/>
                <a:ea typeface="HSE Sans"/>
                <a:cs typeface="HSE Sans"/>
              </a:defRPr>
            </a:pPr>
            <a:r>
              <a:rPr sz="2025" b="1">
                <a:solidFill>
                  <a:srgbClr val="102D69"/>
                </a:solidFill>
                <a:latin typeface="HSE Sans"/>
                <a:ea typeface="HSE Sans"/>
                <a:cs typeface="HSE Sans"/>
              </a:rPr>
              <a:t>P ≈ 0,57</a:t>
            </a:r>
          </a:p>
          <a:p xmlns:a="http://schemas.openxmlformats.org/drawingml/2006/main">
            <a:pPr algn="l">
              <a:lnSpc>
                <a:spcPct val="112000"/>
              </a:lnSpc>
              <a:buNone/>
              <a:defRPr sz="2025" b="1">
                <a:solidFill>
                  <a:srgbClr val="102D69"/>
                </a:solidFill>
                <a:latin typeface="HSE Sans"/>
                <a:ea typeface="HSE Sans"/>
                <a:cs typeface="HSE Sans"/>
              </a:defRPr>
            </a:pPr>
            <a:r>
              <a:rPr sz="2025" b="1">
                <a:solidFill>
                  <a:srgbClr val="102D69"/>
                </a:solidFill>
                <a:latin typeface="HSE Sans"/>
                <a:ea typeface="HSE Sans"/>
                <a:cs typeface="HSE Sans"/>
              </a:rPr>
              <a:t>R = 1,00</a:t>
            </a:r>
          </a:p>
        </p:txBody>
      </p:sp>
    </p:spTree>
    <p:extLst>
      <p:ext uri="{BB962C8B-B14F-4D97-AF65-F5344CB8AC3E}">
        <p14:creationId xmlns:p14="http://schemas.microsoft.com/office/powerpoint/2010/main" val="14098467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TPR и FPR: доли внутри истинных классов</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2. Скор, порог и ROC-AUC</a:t>
            </a:r>
          </a:p>
        </p:txBody>
      </p:sp>
      <p:graphicFrame>
        <p:nvGraphicFramePr>
          <p:cNvPr id="16" name=""/>
          <p:cNvGraphicFramePr/>
          <p:nvPr/>
        </p:nvGraphicFramePr>
        <p:xfrm>
          <a:off xmlns:a="http://schemas.openxmlformats.org/drawingml/2006/main" x="590550" y="2952750"/>
          <a:ext xmlns:a="http://schemas.openxmlformats.org/drawingml/2006/main" cx="5305425" cy="2286000"/>
        </p:xfrm>
        <a:graphic xmlns:a="http://schemas.openxmlformats.org/drawingml/2006/main">
          <a:graphicData uri="http://schemas.openxmlformats.org/drawingml/2006/table">
            <a:tbl>
              <a:tblPr firstRow="1" bandRow="0"/>
              <a:tblGrid>
                <a:gridCol w="1909953"/>
                <a:gridCol w="1697736"/>
                <a:gridCol w="1697736"/>
              </a:tblGrid>
              <a:tr h="762000">
                <a:tc>
                  <a:txBody>
                    <a:bodyPr lIns="114300" tIns="66675" rIns="114300" bIns="66675">
                      <a:noAutofit/>
                    </a:bodyPr>
                    <a:lstStyle/>
                    <a:p>
                      <a:r>
                        <a:rPr sz="1875" b="1">
                          <a:solidFill>
                            <a:srgbClr val="FFFFFF"/>
                          </a:solidFill>
                          <a:latin typeface="HSE Sans"/>
                          <a:ea typeface="HSE Sans"/>
                          <a:cs typeface="HSE Sans"/>
                        </a:rPr>
                        <a:t>Факт / прогноз</a:t>
                      </a:r>
                    </a:p>
                  </a:txBody>
                  <a:tcPr marL="91440" marR="91440" marT="45720" marB="45720" anchor="ctr">
                    <a:solidFill>
                      <a:srgbClr val="102D69"/>
                    </a:solidFill>
                  </a:tcPr>
                </a:tc>
                <a:tc>
                  <a:txBody>
                    <a:bodyPr lIns="114300" tIns="66675" rIns="114300" bIns="66675">
                      <a:noAutofit/>
                    </a:bodyPr>
                    <a:lstStyle/>
                    <a:p>
                      <a:r>
                        <a:rPr sz="1875" b="1">
                          <a:solidFill>
                            <a:srgbClr val="FFFFFF"/>
                          </a:solidFill>
                          <a:latin typeface="HSE Sans"/>
                          <a:ea typeface="HSE Sans"/>
                          <a:cs typeface="HSE Sans"/>
                        </a:rPr>
                        <a:t>Класс 0</a:t>
                      </a:r>
                    </a:p>
                  </a:txBody>
                  <a:tcPr marL="91440" marR="91440" marT="45720" marB="45720" anchor="ctr">
                    <a:solidFill>
                      <a:srgbClr val="102D69"/>
                    </a:solidFill>
                  </a:tcPr>
                </a:tc>
                <a:tc>
                  <a:txBody>
                    <a:bodyPr lIns="114300" tIns="66675" rIns="114300" bIns="66675">
                      <a:noAutofit/>
                    </a:bodyPr>
                    <a:lstStyle/>
                    <a:p>
                      <a:r>
                        <a:rPr sz="1875" b="1">
                          <a:solidFill>
                            <a:srgbClr val="FFFFFF"/>
                          </a:solidFill>
                          <a:latin typeface="HSE Sans"/>
                          <a:ea typeface="HSE Sans"/>
                          <a:cs typeface="HSE Sans"/>
                        </a:rPr>
                        <a:t>Класс 1</a:t>
                      </a:r>
                    </a:p>
                  </a:txBody>
                  <a:tcPr marL="91440" marR="91440" marT="45720" marB="45720" anchor="ctr">
                    <a:solidFill>
                      <a:srgbClr val="102D69"/>
                    </a:solidFill>
                  </a:tcPr>
                </a:tc>
              </a:tr>
              <a:tr h="762000">
                <a:tc>
                  <a:txBody>
                    <a:bodyPr lIns="114300" tIns="66675" rIns="114300" bIns="66675">
                      <a:noAutofit/>
                    </a:bodyPr>
                    <a:lstStyle/>
                    <a:p>
                      <a:r>
                        <a:rPr sz="1875" b="0">
                          <a:solidFill>
                            <a:srgbClr val="102D69"/>
                          </a:solidFill>
                          <a:latin typeface="HSE Sans"/>
                          <a:ea typeface="HSE Sans"/>
                          <a:cs typeface="HSE Sans"/>
                        </a:rPr>
                        <a:t>Класс 0</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TN = 3</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FP = 1</a:t>
                      </a:r>
                    </a:p>
                  </a:txBody>
                  <a:tcPr marL="91440" marR="91440" marT="45720" marB="45720" anchor="ctr">
                    <a:solidFill>
                      <a:srgbClr val="EFF4FB"/>
                    </a:solidFill>
                  </a:tcPr>
                </a:tc>
              </a:tr>
              <a:tr h="762000">
                <a:tc>
                  <a:txBody>
                    <a:bodyPr lIns="114300" tIns="66675" rIns="114300" bIns="66675">
                      <a:noAutofit/>
                    </a:bodyPr>
                    <a:lstStyle/>
                    <a:p>
                      <a:r>
                        <a:rPr sz="1875" b="0">
                          <a:solidFill>
                            <a:srgbClr val="102D69"/>
                          </a:solidFill>
                          <a:latin typeface="HSE Sans"/>
                          <a:ea typeface="HSE Sans"/>
                          <a:cs typeface="HSE Sans"/>
                        </a:rPr>
                        <a:t>Класс 1</a:t>
                      </a:r>
                    </a:p>
                  </a:txBody>
                  <a:tcPr marL="91440" marR="91440" marT="45720" marB="45720" anchor="ctr">
                    <a:solidFill>
                      <a:srgbClr val="FFFFFF"/>
                    </a:solidFill>
                  </a:tcPr>
                </a:tc>
                <a:tc>
                  <a:txBody>
                    <a:bodyPr lIns="114300" tIns="66675" rIns="114300" bIns="66675">
                      <a:noAutofit/>
                    </a:bodyPr>
                    <a:lstStyle/>
                    <a:p>
                      <a:r>
                        <a:rPr sz="1875" b="0">
                          <a:solidFill>
                            <a:srgbClr val="102D69"/>
                          </a:solidFill>
                          <a:latin typeface="HSE Sans"/>
                          <a:ea typeface="HSE Sans"/>
                          <a:cs typeface="HSE Sans"/>
                        </a:rPr>
                        <a:t>FN = 1</a:t>
                      </a:r>
                    </a:p>
                  </a:txBody>
                  <a:tcPr marL="91440" marR="91440" marT="45720" marB="45720" anchor="ctr">
                    <a:solidFill>
                      <a:srgbClr val="FFFFFF"/>
                    </a:solidFill>
                  </a:tcPr>
                </a:tc>
                <a:tc>
                  <a:txBody>
                    <a:bodyPr lIns="114300" tIns="66675" rIns="114300" bIns="66675">
                      <a:noAutofit/>
                    </a:bodyPr>
                    <a:lstStyle/>
                    <a:p>
                      <a:r>
                        <a:rPr sz="1875" b="0">
                          <a:solidFill>
                            <a:srgbClr val="102D69"/>
                          </a:solidFill>
                          <a:latin typeface="HSE Sans"/>
                          <a:ea typeface="HSE Sans"/>
                          <a:cs typeface="HSE Sans"/>
                        </a:rPr>
                        <a:t>TP = 3</a:t>
                      </a:r>
                    </a:p>
                  </a:txBody>
                  <a:tcPr marL="91440" marR="91440" marT="45720" marB="45720" anchor="ctr">
                    <a:solidFill>
                      <a:srgbClr val="FFFFFF"/>
                    </a:solidFill>
                  </a:tcPr>
                </a:tc>
              </a:tr>
            </a:tbl>
          </a:graphicData>
        </a:graphic>
      </p:graphicFrame>
      <p:sp>
        <p:nvSpPr>
          <p:cNvPr id="8" name="l05-100">
            <a:extLst xmlns:a="http://schemas.openxmlformats.org/drawingml/2006/main">
              <a:ext uri="{FF2B5EF4-FFF2-40B4-BE49-F238E27FC236}">
                <a16:creationId xmlns:a16="http://schemas.microsoft.com/office/drawing/2014/main" id="{44802762-3FF9-42EB-AEE6-9EAC68825003}"/>
              </a:ext>
            </a:extLst>
          </p:cNvPr>
          <p:cNvSpPr>
            <a:spLocks xmlns:a="http://schemas.openxmlformats.org/drawingml/2006/main" noGrp="1"/>
          </p:cNvSpPr>
          <p:nvPr/>
        </p:nvSpPr>
        <p:spPr>
          <a:xfrm xmlns:a="http://schemas.openxmlformats.org/drawingml/2006/main">
            <a:off x="6486525" y="2514600"/>
            <a:ext cx="51244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02D69"/>
                </a:solidFill>
                <a:latin typeface="HSE Sans"/>
                <a:ea typeface="HSE Sans"/>
                <a:cs typeface="HSE Sans"/>
              </a:defRPr>
            </a:pPr>
            <a:r>
              <a:rPr sz="2100" b="1">
                <a:solidFill>
                  <a:srgbClr val="102D69"/>
                </a:solidFill>
                <a:latin typeface="HSE Sans"/>
                <a:ea typeface="HSE Sans"/>
                <a:cs typeface="HSE Sans"/>
              </a:rPr>
              <a:t>Найдены 3 из 4 объектов класса 1</a:t>
            </a:r>
          </a:p>
        </p:txBody>
      </p:sp>
      <p:pic>
        <p:nvPicPr>
          <p:cNvPr id="18" name="" descr="LaTeX: \mathrm{TPR}=R=\frac{\mathrm{TP}}{\mathrm{TP}+\mathrm{FN}}=\frac{3}{4}"/>
          <p:cNvPicPr>
            <a:picLocks xmlns:a="http://schemas.openxmlformats.org/drawingml/2006/main" noChangeAspect="1"/>
          </p:cNvPicPr>
          <p:nvPr/>
        </p:nvPicPr>
        <p:blipFill>
          <a:blip xmlns:r="http://schemas.openxmlformats.org/officeDocument/2006/relationships" xmlns:a="http://schemas.openxmlformats.org/drawingml/2006/main" r:embed="R427ec33771744c76">
            <a:extLst>
              <a:ext uri="{96DAC541-7B7A-43D3-8B79-37D633B846F1}">
                <asvg:svgBlip xmlns:asvg="http://schemas.microsoft.com/office/drawing/2016/SVG/main" r:embed="Ra3c5aad6f5cd4818"/>
              </a:ext>
            </a:extLst>
          </a:blip>
          <a:stretch xmlns:a="http://schemas.openxmlformats.org/drawingml/2006/main"/>
        </p:blipFill>
        <p:spPr>
          <a:xfrm xmlns:a="http://schemas.openxmlformats.org/drawingml/2006/main">
            <a:off x="7643813" y="3612356"/>
            <a:ext cx="2809875" cy="357188"/>
          </a:xfrm>
          <a:prstGeom xmlns:a="http://schemas.openxmlformats.org/drawingml/2006/main" prst="rect">
            <a:avLst/>
          </a:prstGeom>
        </p:spPr>
      </p:pic>
      <p:sp>
        <p:nvSpPr>
          <p:cNvPr id="10" name="l05-101">
            <a:extLst xmlns:a="http://schemas.openxmlformats.org/drawingml/2006/main">
              <a:ext uri="{FF2B5EF4-FFF2-40B4-BE49-F238E27FC236}">
                <a16:creationId xmlns:a16="http://schemas.microsoft.com/office/drawing/2014/main" id="{F3722E80-A58C-4823-B8A0-D2E8585125CE}"/>
              </a:ext>
            </a:extLst>
          </p:cNvPr>
          <p:cNvSpPr>
            <a:spLocks xmlns:a="http://schemas.openxmlformats.org/drawingml/2006/main" noGrp="1"/>
          </p:cNvSpPr>
          <p:nvPr/>
        </p:nvSpPr>
        <p:spPr>
          <a:xfrm xmlns:a="http://schemas.openxmlformats.org/drawingml/2006/main">
            <a:off x="6486525" y="4591050"/>
            <a:ext cx="51244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02D69"/>
                </a:solidFill>
                <a:latin typeface="HSE Sans"/>
                <a:ea typeface="HSE Sans"/>
                <a:cs typeface="HSE Sans"/>
              </a:defRPr>
            </a:pPr>
            <a:r>
              <a:rPr sz="2100" b="1">
                <a:solidFill>
                  <a:srgbClr val="102D69"/>
                </a:solidFill>
                <a:latin typeface="HSE Sans"/>
                <a:ea typeface="HSE Sans"/>
                <a:cs typeface="HSE Sans"/>
              </a:rPr>
              <a:t>Ошибки на 1 из 4 объектов класса 0</a:t>
            </a:r>
          </a:p>
        </p:txBody>
      </p:sp>
      <p:pic>
        <p:nvPicPr>
          <p:cNvPr id="20" name="" descr="LaTeX: \mathrm{FPR}=\frac{\mathrm{FP}}{\mathrm{FP}+\mathrm{TN}}=\frac{1}{4}"/>
          <p:cNvPicPr>
            <a:picLocks xmlns:a="http://schemas.openxmlformats.org/drawingml/2006/main" noChangeAspect="1"/>
          </p:cNvPicPr>
          <p:nvPr/>
        </p:nvPicPr>
        <p:blipFill>
          <a:blip xmlns:r="http://schemas.openxmlformats.org/officeDocument/2006/relationships" xmlns:a="http://schemas.openxmlformats.org/drawingml/2006/main" r:embed="Rc932d2191b17436c">
            <a:extLst>
              <a:ext uri="{96DAC541-7B7A-43D3-8B79-37D633B846F1}">
                <asvg:svgBlip xmlns:asvg="http://schemas.microsoft.com/office/drawing/2016/SVG/main" r:embed="R5c66c97f48eb42fd"/>
              </a:ext>
            </a:extLst>
          </a:blip>
          <a:stretch xmlns:a="http://schemas.openxmlformats.org/drawingml/2006/main"/>
        </p:blipFill>
        <p:spPr>
          <a:xfrm xmlns:a="http://schemas.openxmlformats.org/drawingml/2006/main">
            <a:off x="7929563" y="5650706"/>
            <a:ext cx="2238375" cy="357188"/>
          </a:xfrm>
          <a:prstGeom xmlns:a="http://schemas.openxmlformats.org/drawingml/2006/main" prst="rect">
            <a:avLst/>
          </a:prstGeom>
        </p:spPr>
      </p:pic>
    </p:spTree>
    <p:extLst>
      <p:ext uri="{BB962C8B-B14F-4D97-AF65-F5344CB8AC3E}">
        <p14:creationId xmlns:p14="http://schemas.microsoft.com/office/powerpoint/2010/main" val="14098467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ROC: меняем порог в отсортированном списке</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2. Скор, порог и ROC-AUC</a:t>
            </a:r>
          </a:p>
        </p:txBody>
      </p:sp>
      <p:sp>
        <p:nvSpPr>
          <p:cNvPr id="7" name="l05-102">
            <a:extLst xmlns:a="http://schemas.openxmlformats.org/drawingml/2006/main">
              <a:ext uri="{FF2B5EF4-FFF2-40B4-BE49-F238E27FC236}">
                <a16:creationId xmlns:a16="http://schemas.microsoft.com/office/drawing/2014/main" id="{57E5FB17-90D7-4F02-B444-AEA938D4882C}"/>
              </a:ext>
            </a:extLst>
          </p:cNvPr>
          <p:cNvSpPr>
            <a:spLocks xmlns:a="http://schemas.openxmlformats.org/drawingml/2006/main" noGrp="1"/>
          </p:cNvSpPr>
          <p:nvPr/>
        </p:nvSpPr>
        <p:spPr>
          <a:xfrm xmlns:a="http://schemas.openxmlformats.org/drawingml/2006/main">
            <a:off x="590550" y="2266950"/>
            <a:ext cx="4286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102D69"/>
                </a:solidFill>
                <a:latin typeface="HSE Sans"/>
                <a:ea typeface="HSE Sans"/>
                <a:cs typeface="HSE Sans"/>
              </a:defRPr>
            </a:pPr>
            <a:r>
              <a:rPr sz="2250" b="1">
                <a:solidFill>
                  <a:srgbClr val="102D69"/>
                </a:solidFill>
                <a:latin typeface="HSE Sans"/>
                <a:ea typeface="HSE Sans"/>
                <a:cs typeface="HSE Sans"/>
              </a:rPr>
              <a:t>Порог t = 1,1</a:t>
            </a:r>
          </a:p>
        </p:txBody>
      </p:sp>
      <p:graphicFrame>
        <p:nvGraphicFramePr>
          <p:cNvPr id="17" name=""/>
          <p:cNvGraphicFramePr/>
          <p:nvPr/>
        </p:nvGraphicFramePr>
        <p:xfrm>
          <a:off xmlns:a="http://schemas.openxmlformats.org/drawingml/2006/main" x="590550" y="2857500"/>
          <a:ext xmlns:a="http://schemas.openxmlformats.org/drawingml/2006/main" cx="4029075" cy="3600450"/>
        </p:xfrm>
        <a:graphic xmlns:a="http://schemas.openxmlformats.org/drawingml/2006/main">
          <a:graphicData uri="http://schemas.openxmlformats.org/drawingml/2006/table">
            <a:tbl>
              <a:tblPr firstRow="1" bandRow="0"/>
              <a:tblGrid>
                <a:gridCol w="1343025"/>
                <a:gridCol w="1343025"/>
                <a:gridCol w="1343025"/>
              </a:tblGrid>
              <a:tr h="400050">
                <a:tc>
                  <a:txBody>
                    <a:bodyPr lIns="114300" tIns="66675" rIns="114300" bIns="66675">
                      <a:noAutofit/>
                    </a:bodyPr>
                    <a:lstStyle/>
                    <a:p>
                      <a:r>
                        <a:rPr sz="1875" b="1">
                          <a:solidFill>
                            <a:srgbClr val="FFFFFF"/>
                          </a:solidFill>
                          <a:latin typeface="HSE Sans"/>
                          <a:ea typeface="HSE Sans"/>
                          <a:cs typeface="HSE Sans"/>
                        </a:rPr>
                        <a:t>Скор</a:t>
                      </a:r>
                    </a:p>
                  </a:txBody>
                  <a:tcPr marL="91440" marR="91440" marT="45720" marB="45720" anchor="ctr">
                    <a:solidFill>
                      <a:srgbClr val="102D69"/>
                    </a:solidFill>
                  </a:tcPr>
                </a:tc>
                <a:tc>
                  <a:txBody>
                    <a:bodyPr lIns="114300" tIns="66675" rIns="114300" bIns="66675">
                      <a:noAutofit/>
                    </a:bodyPr>
                    <a:lstStyle/>
                    <a:p>
                      <a:r>
                        <a:rPr sz="1875" b="1">
                          <a:solidFill>
                            <a:srgbClr val="FFFFFF"/>
                          </a:solidFill>
                          <a:latin typeface="HSE Sans"/>
                          <a:ea typeface="HSE Sans"/>
                          <a:cs typeface="HSE Sans"/>
                        </a:rPr>
                        <a:t>Класс</a:t>
                      </a:r>
                    </a:p>
                  </a:txBody>
                  <a:tcPr marL="91440" marR="91440" marT="45720" marB="45720" anchor="ctr">
                    <a:solidFill>
                      <a:srgbClr val="102D69"/>
                    </a:solidFill>
                  </a:tcPr>
                </a:tc>
                <a:tc>
                  <a:txBody>
                    <a:bodyPr lIns="114300" tIns="66675" rIns="114300" bIns="66675">
                      <a:noAutofit/>
                    </a:bodyPr>
                    <a:lstStyle/>
                    <a:p>
                      <a:r>
                        <a:rPr sz="1875" b="1">
                          <a:solidFill>
                            <a:srgbClr val="FFFFFF"/>
                          </a:solidFill>
                          <a:latin typeface="HSE Sans"/>
                          <a:ea typeface="HSE Sans"/>
                          <a:cs typeface="HSE Sans"/>
                        </a:rPr>
                        <a:t>Ответ</a:t>
                      </a:r>
                    </a:p>
                  </a:txBody>
                  <a:tcPr marL="91440" marR="91440" marT="45720" marB="45720" anchor="ctr">
                    <a:solidFill>
                      <a:srgbClr val="102D69"/>
                    </a:solidFill>
                  </a:tcPr>
                </a:tc>
              </a:tr>
              <a:tr h="400050">
                <a:tc>
                  <a:txBody>
                    <a:bodyPr lIns="114300" tIns="66675" rIns="114300" bIns="66675">
                      <a:noAutofit/>
                    </a:bodyPr>
                    <a:lstStyle/>
                    <a:p>
                      <a:r>
                        <a:rPr sz="1875" b="0">
                          <a:solidFill>
                            <a:srgbClr val="102D69"/>
                          </a:solidFill>
                          <a:latin typeface="HSE Sans"/>
                          <a:ea typeface="HSE Sans"/>
                          <a:cs typeface="HSE Sans"/>
                        </a:rPr>
                        <a:t>3,2</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1</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1</a:t>
                      </a:r>
                    </a:p>
                  </a:txBody>
                  <a:tcPr marL="91440" marR="91440" marT="45720" marB="45720" anchor="ctr">
                    <a:solidFill>
                      <a:srgbClr val="FCE5D5"/>
                    </a:solidFill>
                  </a:tcPr>
                </a:tc>
              </a:tr>
              <a:tr h="400050">
                <a:tc>
                  <a:txBody>
                    <a:bodyPr lIns="114300" tIns="66675" rIns="114300" bIns="66675">
                      <a:noAutofit/>
                    </a:bodyPr>
                    <a:lstStyle/>
                    <a:p>
                      <a:r>
                        <a:rPr sz="1875" b="0">
                          <a:solidFill>
                            <a:srgbClr val="102D69"/>
                          </a:solidFill>
                          <a:latin typeface="HSE Sans"/>
                          <a:ea typeface="HSE Sans"/>
                          <a:cs typeface="HSE Sans"/>
                        </a:rPr>
                        <a:t>2,6</a:t>
                      </a:r>
                    </a:p>
                  </a:txBody>
                  <a:tcPr marL="91440" marR="91440" marT="45720" marB="45720" anchor="ctr">
                    <a:solidFill>
                      <a:srgbClr val="FFFFFF"/>
                    </a:solidFill>
                  </a:tcPr>
                </a:tc>
                <a:tc>
                  <a:txBody>
                    <a:bodyPr lIns="114300" tIns="66675" rIns="114300" bIns="66675">
                      <a:noAutofit/>
                    </a:bodyPr>
                    <a:lstStyle/>
                    <a:p>
                      <a:r>
                        <a:rPr sz="1875" b="0">
                          <a:solidFill>
                            <a:srgbClr val="102D69"/>
                          </a:solidFill>
                          <a:latin typeface="HSE Sans"/>
                          <a:ea typeface="HSE Sans"/>
                          <a:cs typeface="HSE Sans"/>
                        </a:rPr>
                        <a:t>0</a:t>
                      </a:r>
                    </a:p>
                  </a:txBody>
                  <a:tcPr marL="91440" marR="91440" marT="45720" marB="45720" anchor="ctr">
                    <a:solidFill>
                      <a:srgbClr val="FFFFFF"/>
                    </a:solidFill>
                  </a:tcPr>
                </a:tc>
                <a:tc>
                  <a:txBody>
                    <a:bodyPr lIns="114300" tIns="66675" rIns="114300" bIns="66675">
                      <a:noAutofit/>
                    </a:bodyPr>
                    <a:lstStyle/>
                    <a:p>
                      <a:r>
                        <a:rPr sz="1875" b="0">
                          <a:solidFill>
                            <a:srgbClr val="102D69"/>
                          </a:solidFill>
                          <a:latin typeface="HSE Sans"/>
                          <a:ea typeface="HSE Sans"/>
                          <a:cs typeface="HSE Sans"/>
                        </a:rPr>
                        <a:t>1</a:t>
                      </a:r>
                    </a:p>
                  </a:txBody>
                  <a:tcPr marL="91440" marR="91440" marT="45720" marB="45720" anchor="ctr">
                    <a:solidFill>
                      <a:srgbClr val="FCE5D5"/>
                    </a:solidFill>
                  </a:tcPr>
                </a:tc>
              </a:tr>
              <a:tr h="400050">
                <a:tc>
                  <a:txBody>
                    <a:bodyPr lIns="114300" tIns="66675" rIns="114300" bIns="66675">
                      <a:noAutofit/>
                    </a:bodyPr>
                    <a:lstStyle/>
                    <a:p>
                      <a:r>
                        <a:rPr sz="1875" b="0">
                          <a:solidFill>
                            <a:srgbClr val="102D69"/>
                          </a:solidFill>
                          <a:latin typeface="HSE Sans"/>
                          <a:ea typeface="HSE Sans"/>
                          <a:cs typeface="HSE Sans"/>
                        </a:rPr>
                        <a:t>1,9</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1</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1</a:t>
                      </a:r>
                    </a:p>
                  </a:txBody>
                  <a:tcPr marL="91440" marR="91440" marT="45720" marB="45720" anchor="ctr">
                    <a:solidFill>
                      <a:srgbClr val="FCE5D5"/>
                    </a:solidFill>
                  </a:tcPr>
                </a:tc>
              </a:tr>
              <a:tr h="400050">
                <a:tc>
                  <a:txBody>
                    <a:bodyPr lIns="114300" tIns="66675" rIns="114300" bIns="66675">
                      <a:noAutofit/>
                    </a:bodyPr>
                    <a:lstStyle/>
                    <a:p>
                      <a:r>
                        <a:rPr sz="1875" b="0">
                          <a:solidFill>
                            <a:srgbClr val="102D69"/>
                          </a:solidFill>
                          <a:latin typeface="HSE Sans"/>
                          <a:ea typeface="HSE Sans"/>
                          <a:cs typeface="HSE Sans"/>
                        </a:rPr>
                        <a:t>1,1</a:t>
                      </a:r>
                    </a:p>
                  </a:txBody>
                  <a:tcPr marL="91440" marR="91440" marT="45720" marB="45720" anchor="ctr">
                    <a:solidFill>
                      <a:srgbClr val="FFFFFF"/>
                    </a:solidFill>
                  </a:tcPr>
                </a:tc>
                <a:tc>
                  <a:txBody>
                    <a:bodyPr lIns="114300" tIns="66675" rIns="114300" bIns="66675">
                      <a:noAutofit/>
                    </a:bodyPr>
                    <a:lstStyle/>
                    <a:p>
                      <a:r>
                        <a:rPr sz="1875" b="0">
                          <a:solidFill>
                            <a:srgbClr val="102D69"/>
                          </a:solidFill>
                          <a:latin typeface="HSE Sans"/>
                          <a:ea typeface="HSE Sans"/>
                          <a:cs typeface="HSE Sans"/>
                        </a:rPr>
                        <a:t>1</a:t>
                      </a:r>
                    </a:p>
                  </a:txBody>
                  <a:tcPr marL="91440" marR="91440" marT="45720" marB="45720" anchor="ctr">
                    <a:solidFill>
                      <a:srgbClr val="FFFFFF"/>
                    </a:solidFill>
                  </a:tcPr>
                </a:tc>
                <a:tc>
                  <a:txBody>
                    <a:bodyPr lIns="114300" tIns="66675" rIns="114300" bIns="66675">
                      <a:noAutofit/>
                    </a:bodyPr>
                    <a:lstStyle/>
                    <a:p>
                      <a:r>
                        <a:rPr sz="1875" b="0">
                          <a:solidFill>
                            <a:srgbClr val="102D69"/>
                          </a:solidFill>
                          <a:latin typeface="HSE Sans"/>
                          <a:ea typeface="HSE Sans"/>
                          <a:cs typeface="HSE Sans"/>
                        </a:rPr>
                        <a:t>1</a:t>
                      </a:r>
                    </a:p>
                  </a:txBody>
                  <a:tcPr marL="91440" marR="91440" marT="45720" marB="45720" anchor="ctr">
                    <a:solidFill>
                      <a:srgbClr val="FCE5D5"/>
                    </a:solidFill>
                  </a:tcPr>
                </a:tc>
              </a:tr>
              <a:tr h="400050">
                <a:tc>
                  <a:txBody>
                    <a:bodyPr lIns="114300" tIns="66675" rIns="114300" bIns="66675">
                      <a:noAutofit/>
                    </a:bodyPr>
                    <a:lstStyle/>
                    <a:p>
                      <a:r>
                        <a:rPr sz="1875" b="0">
                          <a:solidFill>
                            <a:srgbClr val="102D69"/>
                          </a:solidFill>
                          <a:latin typeface="HSE Sans"/>
                          <a:ea typeface="HSE Sans"/>
                          <a:cs typeface="HSE Sans"/>
                        </a:rPr>
                        <a:t>0,4</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0</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0</a:t>
                      </a:r>
                    </a:p>
                  </a:txBody>
                  <a:tcPr marL="91440" marR="91440" marT="45720" marB="45720" anchor="ctr">
                    <a:solidFill>
                      <a:srgbClr val="EFF4FB"/>
                    </a:solidFill>
                  </a:tcPr>
                </a:tc>
              </a:tr>
              <a:tr h="400050">
                <a:tc>
                  <a:txBody>
                    <a:bodyPr lIns="114300" tIns="66675" rIns="114300" bIns="66675">
                      <a:noAutofit/>
                    </a:bodyPr>
                    <a:lstStyle/>
                    <a:p>
                      <a:r>
                        <a:rPr sz="1875" b="0">
                          <a:solidFill>
                            <a:srgbClr val="102D69"/>
                          </a:solidFill>
                          <a:latin typeface="HSE Sans"/>
                          <a:ea typeface="HSE Sans"/>
                          <a:cs typeface="HSE Sans"/>
                        </a:rPr>
                        <a:t>−0,2</a:t>
                      </a:r>
                    </a:p>
                  </a:txBody>
                  <a:tcPr marL="91440" marR="91440" marT="45720" marB="45720" anchor="ctr">
                    <a:solidFill>
                      <a:srgbClr val="FFFFFF"/>
                    </a:solidFill>
                  </a:tcPr>
                </a:tc>
                <a:tc>
                  <a:txBody>
                    <a:bodyPr lIns="114300" tIns="66675" rIns="114300" bIns="66675">
                      <a:noAutofit/>
                    </a:bodyPr>
                    <a:lstStyle/>
                    <a:p>
                      <a:r>
                        <a:rPr sz="1875" b="0">
                          <a:solidFill>
                            <a:srgbClr val="102D69"/>
                          </a:solidFill>
                          <a:latin typeface="HSE Sans"/>
                          <a:ea typeface="HSE Sans"/>
                          <a:cs typeface="HSE Sans"/>
                        </a:rPr>
                        <a:t>0</a:t>
                      </a:r>
                    </a:p>
                  </a:txBody>
                  <a:tcPr marL="91440" marR="91440" marT="45720" marB="45720" anchor="ctr">
                    <a:solidFill>
                      <a:srgbClr val="FFFFFF"/>
                    </a:solidFill>
                  </a:tcPr>
                </a:tc>
                <a:tc>
                  <a:txBody>
                    <a:bodyPr lIns="114300" tIns="66675" rIns="114300" bIns="66675">
                      <a:noAutofit/>
                    </a:bodyPr>
                    <a:lstStyle/>
                    <a:p>
                      <a:r>
                        <a:rPr sz="1875" b="0">
                          <a:solidFill>
                            <a:srgbClr val="102D69"/>
                          </a:solidFill>
                          <a:latin typeface="HSE Sans"/>
                          <a:ea typeface="HSE Sans"/>
                          <a:cs typeface="HSE Sans"/>
                        </a:rPr>
                        <a:t>0</a:t>
                      </a:r>
                    </a:p>
                  </a:txBody>
                  <a:tcPr marL="91440" marR="91440" marT="45720" marB="45720" anchor="ctr">
                    <a:solidFill>
                      <a:srgbClr val="FFFFFF"/>
                    </a:solidFill>
                  </a:tcPr>
                </a:tc>
              </a:tr>
              <a:tr h="400050">
                <a:tc>
                  <a:txBody>
                    <a:bodyPr lIns="114300" tIns="66675" rIns="114300" bIns="66675">
                      <a:noAutofit/>
                    </a:bodyPr>
                    <a:lstStyle/>
                    <a:p>
                      <a:r>
                        <a:rPr sz="1875" b="0">
                          <a:solidFill>
                            <a:srgbClr val="102D69"/>
                          </a:solidFill>
                          <a:latin typeface="HSE Sans"/>
                          <a:ea typeface="HSE Sans"/>
                          <a:cs typeface="HSE Sans"/>
                        </a:rPr>
                        <a:t>−0,7</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1</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0</a:t>
                      </a:r>
                    </a:p>
                  </a:txBody>
                  <a:tcPr marL="91440" marR="91440" marT="45720" marB="45720" anchor="ctr">
                    <a:solidFill>
                      <a:srgbClr val="EFF4FB"/>
                    </a:solidFill>
                  </a:tcPr>
                </a:tc>
              </a:tr>
              <a:tr h="400050">
                <a:tc>
                  <a:txBody>
                    <a:bodyPr lIns="114300" tIns="66675" rIns="114300" bIns="66675">
                      <a:noAutofit/>
                    </a:bodyPr>
                    <a:lstStyle/>
                    <a:p>
                      <a:r>
                        <a:rPr sz="1875" b="0">
                          <a:solidFill>
                            <a:srgbClr val="102D69"/>
                          </a:solidFill>
                          <a:latin typeface="HSE Sans"/>
                          <a:ea typeface="HSE Sans"/>
                          <a:cs typeface="HSE Sans"/>
                        </a:rPr>
                        <a:t>−1,5</a:t>
                      </a:r>
                    </a:p>
                  </a:txBody>
                  <a:tcPr marL="91440" marR="91440" marT="45720" marB="45720" anchor="ctr">
                    <a:solidFill>
                      <a:srgbClr val="FFFFFF"/>
                    </a:solidFill>
                  </a:tcPr>
                </a:tc>
                <a:tc>
                  <a:txBody>
                    <a:bodyPr lIns="114300" tIns="66675" rIns="114300" bIns="66675">
                      <a:noAutofit/>
                    </a:bodyPr>
                    <a:lstStyle/>
                    <a:p>
                      <a:r>
                        <a:rPr sz="1875" b="0">
                          <a:solidFill>
                            <a:srgbClr val="102D69"/>
                          </a:solidFill>
                          <a:latin typeface="HSE Sans"/>
                          <a:ea typeface="HSE Sans"/>
                          <a:cs typeface="HSE Sans"/>
                        </a:rPr>
                        <a:t>0</a:t>
                      </a:r>
                    </a:p>
                  </a:txBody>
                  <a:tcPr marL="91440" marR="91440" marT="45720" marB="45720" anchor="ctr">
                    <a:solidFill>
                      <a:srgbClr val="FFFFFF"/>
                    </a:solidFill>
                  </a:tcPr>
                </a:tc>
                <a:tc>
                  <a:txBody>
                    <a:bodyPr lIns="114300" tIns="66675" rIns="114300" bIns="66675">
                      <a:noAutofit/>
                    </a:bodyPr>
                    <a:lstStyle/>
                    <a:p>
                      <a:r>
                        <a:rPr sz="1875" b="0">
                          <a:solidFill>
                            <a:srgbClr val="102D69"/>
                          </a:solidFill>
                          <a:latin typeface="HSE Sans"/>
                          <a:ea typeface="HSE Sans"/>
                          <a:cs typeface="HSE Sans"/>
                        </a:rPr>
                        <a:t>0</a:t>
                      </a:r>
                    </a:p>
                  </a:txBody>
                  <a:tcPr marL="91440" marR="91440" marT="45720" marB="45720" anchor="ctr">
                    <a:solidFill>
                      <a:srgbClr val="FFFFFF"/>
                    </a:solidFill>
                  </a:tcPr>
                </a:tc>
              </a:tr>
            </a:tbl>
          </a:graphicData>
        </a:graphic>
      </p:graphicFrame>
      <p:sp>
        <p:nvSpPr>
          <p:cNvPr id="9" name="l05-103">
            <a:extLst xmlns:a="http://schemas.openxmlformats.org/drawingml/2006/main">
              <a:ext uri="{FF2B5EF4-FFF2-40B4-BE49-F238E27FC236}">
                <a16:creationId xmlns:a16="http://schemas.microsoft.com/office/drawing/2014/main" id="{A50D20AA-68BD-4557-B6C7-91CECA554378}"/>
              </a:ext>
            </a:extLst>
          </p:cNvPr>
          <p:cNvSpPr>
            <a:spLocks xmlns:a="http://schemas.openxmlformats.org/drawingml/2006/main" noGrp="1"/>
          </p:cNvSpPr>
          <p:nvPr/>
        </p:nvSpPr>
        <p:spPr>
          <a:xfrm xmlns:a="http://schemas.openxmlformats.org/drawingml/2006/main">
            <a:off x="590550" y="4857750"/>
            <a:ext cx="4029075" cy="0"/>
          </a:xfrm>
          <a:prstGeom xmlns:a="http://schemas.openxmlformats.org/drawingml/2006/main" prst="line">
            <a:avLst/>
          </a:prstGeom>
          <a:noFill xmlns:a="http://schemas.openxmlformats.org/drawingml/2006/main"/>
          <a:ln xmlns:a="http://schemas.openxmlformats.org/drawingml/2006/main" w="28575">
            <a:solidFill>
              <a:srgbClr val="EB681F"/>
            </a:solidFill>
          </a:ln>
        </p:spPr>
      </p:sp>
      <p:sp>
        <p:nvSpPr>
          <p:cNvPr id="10" name="l05-104">
            <a:extLst xmlns:a="http://schemas.openxmlformats.org/drawingml/2006/main">
              <a:ext uri="{FF2B5EF4-FFF2-40B4-BE49-F238E27FC236}">
                <a16:creationId xmlns:a16="http://schemas.microsoft.com/office/drawing/2014/main" id="{7E66B788-9C03-40EA-AAFC-57CAB4127EE3}"/>
              </a:ext>
            </a:extLst>
          </p:cNvPr>
          <p:cNvSpPr>
            <a:spLocks xmlns:a="http://schemas.openxmlformats.org/drawingml/2006/main" noGrp="1"/>
          </p:cNvSpPr>
          <p:nvPr/>
        </p:nvSpPr>
        <p:spPr>
          <a:xfrm xmlns:a="http://schemas.openxmlformats.org/drawingml/2006/main">
            <a:off x="5257800" y="2276475"/>
            <a:ext cx="63627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102D69"/>
                </a:solidFill>
                <a:latin typeface="HSE Sans"/>
                <a:ea typeface="HSE Sans"/>
                <a:cs typeface="HSE Sans"/>
              </a:defRPr>
            </a:pPr>
            <a:r>
              <a:rPr sz="2250" b="1">
                <a:solidFill>
                  <a:srgbClr val="102D69"/>
                </a:solidFill>
                <a:latin typeface="HSE Sans"/>
                <a:ea typeface="HSE Sans"/>
                <a:cs typeface="HSE Sans"/>
              </a:rPr>
              <a:t>TPR = 3/4, FPR = 1/4</a:t>
            </a:r>
          </a:p>
        </p:txBody>
      </p:sp>
      <p:graphicFrame>
        <p:nvGraphicFramePr>
          <p:cNvPr id="20" name="Chart"/>
          <p:cNvGraphicFramePr/>
          <p:nvPr/>
        </p:nvGraphicFramePr>
        <p:xfrm>
          <a:off xmlns:a="http://schemas.openxmlformats.org/drawingml/2006/main" x="5048250" y="2876550"/>
          <a:ext xmlns:a="http://schemas.openxmlformats.org/drawingml/2006/main" cx="6572250" cy="3552825"/>
        </p:xfrm>
        <a:graphic xmlns:a="http://schemas.openxmlformats.org/drawingml/2006/main">
          <a:graphicData uri="http://schemas.openxmlformats.org/drawingml/2006/chart">
            <c:chart xmlns:r="http://schemas.openxmlformats.org/officeDocument/2006/relationships" xmlns:c="http://schemas.openxmlformats.org/drawingml/2006/chart" r:id="R493fb0ac83394b62"/>
          </a:graphicData>
        </a:graphic>
      </p:graphicFrame>
    </p:spTree>
    <p:extLst>
      <p:ext uri="{BB962C8B-B14F-4D97-AF65-F5344CB8AC3E}">
        <p14:creationId xmlns:p14="http://schemas.microsoft.com/office/powerpoint/2010/main" val="14098467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ROC-AUC и индекс Джини</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2. Скор, порог и ROC-AUC</a:t>
            </a:r>
          </a:p>
        </p:txBody>
      </p:sp>
      <p:graphicFrame>
        <p:nvGraphicFramePr>
          <p:cNvPr id="16" name="Chart"/>
          <p:cNvGraphicFramePr/>
          <p:nvPr/>
        </p:nvGraphicFramePr>
        <p:xfrm>
          <a:off xmlns:a="http://schemas.openxmlformats.org/drawingml/2006/main" x="590550" y="2381250"/>
          <a:ext xmlns:a="http://schemas.openxmlformats.org/drawingml/2006/main" cx="7191375" cy="3914775"/>
        </p:xfrm>
        <a:graphic xmlns:a="http://schemas.openxmlformats.org/drawingml/2006/main">
          <a:graphicData uri="http://schemas.openxmlformats.org/drawingml/2006/chart">
            <c:chart xmlns:r="http://schemas.openxmlformats.org/officeDocument/2006/relationships" xmlns:c="http://schemas.openxmlformats.org/drawingml/2006/chart" r:id="R9ac860ebf4ea4e30"/>
          </a:graphicData>
        </a:graphic>
      </p:graphicFrame>
      <p:sp>
        <p:nvSpPr>
          <p:cNvPr id="8" name="l05-105">
            <a:extLst xmlns:a="http://schemas.openxmlformats.org/drawingml/2006/main">
              <a:ext uri="{FF2B5EF4-FFF2-40B4-BE49-F238E27FC236}">
                <a16:creationId xmlns:a16="http://schemas.microsoft.com/office/drawing/2014/main" id="{C1E65990-38D6-4DFA-8DB9-2CEDA94A8CF0}"/>
              </a:ext>
            </a:extLst>
          </p:cNvPr>
          <p:cNvSpPr>
            <a:spLocks xmlns:a="http://schemas.openxmlformats.org/drawingml/2006/main" noGrp="1"/>
          </p:cNvSpPr>
          <p:nvPr/>
        </p:nvSpPr>
        <p:spPr>
          <a:xfrm xmlns:a="http://schemas.openxmlformats.org/drawingml/2006/main">
            <a:off x="7981950" y="2333625"/>
            <a:ext cx="36480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02D69"/>
                </a:solidFill>
                <a:latin typeface="HSE Sans"/>
                <a:ea typeface="HSE Sans"/>
                <a:cs typeface="HSE Sans"/>
              </a:defRPr>
            </a:pPr>
            <a:r>
              <a:rPr sz="2100" b="1">
                <a:solidFill>
                  <a:srgbClr val="102D69"/>
                </a:solidFill>
                <a:latin typeface="HSE Sans"/>
                <a:ea typeface="HSE Sans"/>
                <a:cs typeface="HSE Sans"/>
              </a:rPr>
              <a:t>AUC: площадь</a:t>
            </a:r>
          </a:p>
          <a:p xmlns:a="http://schemas.openxmlformats.org/drawingml/2006/main">
            <a:pPr algn="l">
              <a:lnSpc>
                <a:spcPct val="112000"/>
              </a:lnSpc>
              <a:buNone/>
              <a:defRPr sz="2100" b="1">
                <a:solidFill>
                  <a:srgbClr val="102D69"/>
                </a:solidFill>
                <a:latin typeface="HSE Sans"/>
                <a:ea typeface="HSE Sans"/>
                <a:cs typeface="HSE Sans"/>
              </a:defRPr>
            </a:pPr>
            <a:r>
              <a:rPr sz="2100" b="1">
                <a:solidFill>
                  <a:srgbClr val="102D69"/>
                </a:solidFill>
                <a:latin typeface="HSE Sans"/>
                <a:ea typeface="HSE Sans"/>
                <a:cs typeface="HSE Sans"/>
              </a:rPr>
              <a:t>под ROC-кривой</a:t>
            </a:r>
          </a:p>
        </p:txBody>
      </p:sp>
      <p:sp>
        <p:nvSpPr>
          <p:cNvPr id="9" name="l05-106">
            <a:extLst xmlns:a="http://schemas.openxmlformats.org/drawingml/2006/main">
              <a:ext uri="{FF2B5EF4-FFF2-40B4-BE49-F238E27FC236}">
                <a16:creationId xmlns:a16="http://schemas.microsoft.com/office/drawing/2014/main" id="{FB1B9EEF-569C-4211-9956-60B05EF2566F}"/>
              </a:ext>
            </a:extLst>
          </p:cNvPr>
          <p:cNvSpPr>
            <a:spLocks xmlns:a="http://schemas.openxmlformats.org/drawingml/2006/main" noGrp="1"/>
          </p:cNvSpPr>
          <p:nvPr/>
        </p:nvSpPr>
        <p:spPr>
          <a:xfrm xmlns:a="http://schemas.openxmlformats.org/drawingml/2006/main">
            <a:off x="7981950" y="3476625"/>
            <a:ext cx="36480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Идеальный: AUC = 1</a:t>
            </a:r>
          </a:p>
          <a:p xmlns:a="http://schemas.openxmlformats.org/drawingml/2006/main">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Постоянный: AUC = 0,5</a:t>
            </a:r>
          </a:p>
          <a:p xmlns:a="http://schemas.openxmlformats.org/drawingml/2006/main">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Обратный: AUC = 0</a:t>
            </a:r>
          </a:p>
        </p:txBody>
      </p:sp>
      <p:pic>
        <p:nvPicPr>
          <p:cNvPr id="19" name="" descr="LaTeX: \mathrm{Gini}=2\cdot\mathrm{AUC}-1"/>
          <p:cNvPicPr>
            <a:picLocks xmlns:a="http://schemas.openxmlformats.org/drawingml/2006/main" noChangeAspect="1"/>
          </p:cNvPicPr>
          <p:nvPr/>
        </p:nvPicPr>
        <p:blipFill>
          <a:blip xmlns:r="http://schemas.openxmlformats.org/officeDocument/2006/relationships" xmlns:a="http://schemas.openxmlformats.org/drawingml/2006/main" r:embed="R0a2218a0acfa47af">
            <a:extLst>
              <a:ext uri="{96DAC541-7B7A-43D3-8B79-37D633B846F1}">
                <asvg:svgBlip xmlns:asvg="http://schemas.microsoft.com/office/drawing/2016/SVG/main" r:embed="Rd45aea4b3d6a4042"/>
              </a:ext>
            </a:extLst>
          </a:blip>
          <a:stretch xmlns:a="http://schemas.openxmlformats.org/drawingml/2006/main"/>
        </p:blipFill>
        <p:spPr>
          <a:xfrm xmlns:a="http://schemas.openxmlformats.org/drawingml/2006/main">
            <a:off x="8557419" y="5240933"/>
            <a:ext cx="2411413" cy="233759"/>
          </a:xfrm>
          <a:prstGeom xmlns:a="http://schemas.openxmlformats.org/drawingml/2006/main" prst="rect">
            <a:avLst/>
          </a:prstGeom>
        </p:spPr>
      </p:pic>
      <p:sp>
        <p:nvSpPr>
          <p:cNvPr id="11" name="l05-107">
            <a:extLst xmlns:a="http://schemas.openxmlformats.org/drawingml/2006/main">
              <a:ext uri="{FF2B5EF4-FFF2-40B4-BE49-F238E27FC236}">
                <a16:creationId xmlns:a16="http://schemas.microsoft.com/office/drawing/2014/main" id="{39BC9169-75FD-4FA3-AC16-3C16C0407414}"/>
              </a:ext>
            </a:extLst>
          </p:cNvPr>
          <p:cNvSpPr>
            <a:spLocks xmlns:a="http://schemas.openxmlformats.org/drawingml/2006/main" noGrp="1"/>
          </p:cNvSpPr>
          <p:nvPr/>
        </p:nvSpPr>
        <p:spPr>
          <a:xfrm xmlns:a="http://schemas.openxmlformats.org/drawingml/2006/main">
            <a:off x="7981950" y="5876925"/>
            <a:ext cx="36385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102D69"/>
                </a:solidFill>
                <a:latin typeface="HSE Sans"/>
                <a:ea typeface="HSE Sans"/>
                <a:cs typeface="HSE Sans"/>
              </a:defRPr>
            </a:pPr>
            <a:r>
              <a:rPr sz="1950" b="1">
                <a:solidFill>
                  <a:srgbClr val="102D69"/>
                </a:solidFill>
                <a:latin typeface="HSE Sans"/>
                <a:ea typeface="HSE Sans"/>
                <a:cs typeface="HSE Sans"/>
              </a:rPr>
              <a:t>Для обратного порядка</a:t>
            </a:r>
          </a:p>
          <a:p xmlns:a="http://schemas.openxmlformats.org/drawingml/2006/main">
            <a:pPr algn="l">
              <a:lnSpc>
                <a:spcPct val="112000"/>
              </a:lnSpc>
              <a:buNone/>
              <a:defRPr sz="1950" b="1">
                <a:solidFill>
                  <a:srgbClr val="102D69"/>
                </a:solidFill>
                <a:latin typeface="HSE Sans"/>
                <a:ea typeface="HSE Sans"/>
                <a:cs typeface="HSE Sans"/>
              </a:defRPr>
            </a:pPr>
            <a:r>
              <a:rPr sz="1950" b="1">
                <a:solidFill>
                  <a:srgbClr val="102D69"/>
                </a:solidFill>
                <a:latin typeface="HSE Sans"/>
                <a:ea typeface="HSE Sans"/>
                <a:cs typeface="HSE Sans"/>
              </a:rPr>
              <a:t>меняем знак скора.</a:t>
            </a:r>
          </a:p>
        </p:txBody>
      </p:sp>
    </p:spTree>
    <p:extLst>
      <p:ext uri="{BB962C8B-B14F-4D97-AF65-F5344CB8AC3E}">
        <p14:creationId xmlns:p14="http://schemas.microsoft.com/office/powerpoint/2010/main" val="14098467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AUC: сравниваем объекты разных классов</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2. Скор, порог и ROC-AUC</a:t>
            </a:r>
          </a:p>
        </p:txBody>
      </p:sp>
      <p:sp>
        <p:nvSpPr>
          <p:cNvPr id="7" name="l05-108">
            <a:extLst xmlns:a="http://schemas.openxmlformats.org/drawingml/2006/main">
              <a:ext uri="{FF2B5EF4-FFF2-40B4-BE49-F238E27FC236}">
                <a16:creationId xmlns:a16="http://schemas.microsoft.com/office/drawing/2014/main" id="{13291646-1DD3-4463-B238-68D5C9100576}"/>
              </a:ext>
            </a:extLst>
          </p:cNvPr>
          <p:cNvSpPr>
            <a:spLocks xmlns:a="http://schemas.openxmlformats.org/drawingml/2006/main" noGrp="1"/>
          </p:cNvSpPr>
          <p:nvPr/>
        </p:nvSpPr>
        <p:spPr>
          <a:xfrm xmlns:a="http://schemas.openxmlformats.org/drawingml/2006/main">
            <a:off x="590550" y="2238375"/>
            <a:ext cx="110299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a:solidFill>
                  <a:srgbClr val="102D69"/>
                </a:solidFill>
                <a:latin typeface="HSE Sans"/>
                <a:ea typeface="HSE Sans"/>
                <a:cs typeface="HSE Sans"/>
              </a:defRPr>
            </a:pPr>
            <a:r>
              <a:rPr sz="2250" b="0">
                <a:solidFill>
                  <a:srgbClr val="102D69"/>
                </a:solidFill>
                <a:latin typeface="HSE Sans"/>
                <a:ea typeface="HSE Sans"/>
                <a:cs typeface="HSE Sans"/>
              </a:rPr>
              <a:t>Берём объект класса 1 и объект класса 0.</a:t>
            </a:r>
          </a:p>
          <a:p xmlns:a="http://schemas.openxmlformats.org/drawingml/2006/main">
            <a:pPr algn="l">
              <a:lnSpc>
                <a:spcPct val="112000"/>
              </a:lnSpc>
              <a:buNone/>
              <a:defRPr sz="2250" b="0">
                <a:solidFill>
                  <a:srgbClr val="102D69"/>
                </a:solidFill>
                <a:latin typeface="HSE Sans"/>
                <a:ea typeface="HSE Sans"/>
                <a:cs typeface="HSE Sans"/>
              </a:defRPr>
            </a:pPr>
            <a:r>
              <a:rPr sz="2250" b="0">
                <a:solidFill>
                  <a:srgbClr val="102D69"/>
                </a:solidFill>
                <a:latin typeface="HSE Sans"/>
                <a:ea typeface="HSE Sans"/>
                <a:cs typeface="HSE Sans"/>
              </a:rPr>
              <a:t>Верный порядок: у объекта класса 1 скор выше.</a:t>
            </a:r>
          </a:p>
        </p:txBody>
      </p:sp>
      <p:graphicFrame>
        <p:nvGraphicFramePr>
          <p:cNvPr id="17" name=""/>
          <p:cNvGraphicFramePr/>
          <p:nvPr/>
        </p:nvGraphicFramePr>
        <p:xfrm>
          <a:off xmlns:a="http://schemas.openxmlformats.org/drawingml/2006/main" x="590550" y="3524250"/>
          <a:ext xmlns:a="http://schemas.openxmlformats.org/drawingml/2006/main" cx="7105650" cy="2133600"/>
        </p:xfrm>
        <a:graphic xmlns:a="http://schemas.openxmlformats.org/drawingml/2006/main">
          <a:graphicData uri="http://schemas.openxmlformats.org/drawingml/2006/table">
            <a:tbl>
              <a:tblPr firstRow="1" bandRow="0"/>
              <a:tblGrid>
                <a:gridCol w="2571750"/>
                <a:gridCol w="2266950"/>
                <a:gridCol w="2266950"/>
              </a:tblGrid>
              <a:tr h="711200">
                <a:tc>
                  <a:txBody>
                    <a:bodyPr lIns="114300" tIns="66675" rIns="114300" bIns="66675">
                      <a:noAutofit/>
                    </a:bodyPr>
                    <a:lstStyle/>
                    <a:p>
                      <a:r>
                        <a:rPr sz="2100" b="1">
                          <a:solidFill>
                            <a:srgbClr val="FFFFFF"/>
                          </a:solidFill>
                          <a:latin typeface="HSE Sans"/>
                          <a:ea typeface="HSE Sans"/>
                          <a:cs typeface="HSE Sans"/>
                        </a:rPr>
                        <a:t>Скоры объектов</a:t>
                      </a:r>
                    </a:p>
                  </a:txBody>
                  <a:tcPr marL="91440" marR="91440" marT="45720" marB="45720" anchor="ctr">
                    <a:solidFill>
                      <a:srgbClr val="102D69"/>
                    </a:solidFill>
                  </a:tcPr>
                </a:tc>
                <a:tc>
                  <a:txBody>
                    <a:bodyPr lIns="114300" tIns="66675" rIns="114300" bIns="66675">
                      <a:noAutofit/>
                    </a:bodyPr>
                    <a:lstStyle/>
                    <a:p>
                      <a:r>
                        <a:rPr sz="2100" b="1">
                          <a:solidFill>
                            <a:srgbClr val="FFFFFF"/>
                          </a:solidFill>
                          <a:latin typeface="HSE Sans"/>
                          <a:ea typeface="HSE Sans"/>
                          <a:cs typeface="HSE Sans"/>
                        </a:rPr>
                        <a:t>Класс 0: 0,8</a:t>
                      </a:r>
                    </a:p>
                  </a:txBody>
                  <a:tcPr marL="91440" marR="91440" marT="45720" marB="45720" anchor="ctr">
                    <a:solidFill>
                      <a:srgbClr val="102D69"/>
                    </a:solidFill>
                  </a:tcPr>
                </a:tc>
                <a:tc>
                  <a:txBody>
                    <a:bodyPr lIns="114300" tIns="66675" rIns="114300" bIns="66675">
                      <a:noAutofit/>
                    </a:bodyPr>
                    <a:lstStyle/>
                    <a:p>
                      <a:r>
                        <a:rPr sz="2100" b="1">
                          <a:solidFill>
                            <a:srgbClr val="FFFFFF"/>
                          </a:solidFill>
                          <a:latin typeface="HSE Sans"/>
                          <a:ea typeface="HSE Sans"/>
                          <a:cs typeface="HSE Sans"/>
                        </a:rPr>
                        <a:t>Класс 0: 0,1</a:t>
                      </a:r>
                    </a:p>
                  </a:txBody>
                  <a:tcPr marL="91440" marR="91440" marT="45720" marB="45720" anchor="ctr">
                    <a:solidFill>
                      <a:srgbClr val="102D69"/>
                    </a:solidFill>
                  </a:tcPr>
                </a:tc>
              </a:tr>
              <a:tr h="711200">
                <a:tc>
                  <a:txBody>
                    <a:bodyPr lIns="114300" tIns="66675" rIns="114300" bIns="66675">
                      <a:noAutofit/>
                    </a:bodyPr>
                    <a:lstStyle/>
                    <a:p>
                      <a:r>
                        <a:rPr sz="2100" b="0">
                          <a:solidFill>
                            <a:srgbClr val="102D69"/>
                          </a:solidFill>
                          <a:latin typeface="HSE Sans"/>
                          <a:ea typeface="HSE Sans"/>
                          <a:cs typeface="HSE Sans"/>
                        </a:rPr>
                        <a:t>Класс 1: 0,9</a:t>
                      </a:r>
                    </a:p>
                  </a:txBody>
                  <a:tcPr marL="91440" marR="91440" marT="45720" marB="45720" anchor="ctr">
                    <a:solidFill>
                      <a:srgbClr val="EFF4FB"/>
                    </a:solidFill>
                  </a:tcPr>
                </a:tc>
                <a:tc>
                  <a:txBody>
                    <a:bodyPr lIns="114300" tIns="66675" rIns="114300" bIns="66675">
                      <a:noAutofit/>
                    </a:bodyPr>
                    <a:lstStyle/>
                    <a:p>
                      <a:r>
                        <a:rPr sz="2100" b="0">
                          <a:solidFill>
                            <a:srgbClr val="102D69"/>
                          </a:solidFill>
                          <a:latin typeface="HSE Sans"/>
                          <a:ea typeface="HSE Sans"/>
                          <a:cs typeface="HSE Sans"/>
                        </a:rPr>
                        <a:t>Верно</a:t>
                      </a:r>
                    </a:p>
                  </a:txBody>
                  <a:tcPr marL="91440" marR="91440" marT="45720" marB="45720" anchor="ctr">
                    <a:solidFill>
                      <a:srgbClr val="EFF4FB"/>
                    </a:solidFill>
                  </a:tcPr>
                </a:tc>
                <a:tc>
                  <a:txBody>
                    <a:bodyPr lIns="114300" tIns="66675" rIns="114300" bIns="66675">
                      <a:noAutofit/>
                    </a:bodyPr>
                    <a:lstStyle/>
                    <a:p>
                      <a:r>
                        <a:rPr sz="2100" b="0">
                          <a:solidFill>
                            <a:srgbClr val="102D69"/>
                          </a:solidFill>
                          <a:latin typeface="HSE Sans"/>
                          <a:ea typeface="HSE Sans"/>
                          <a:cs typeface="HSE Sans"/>
                        </a:rPr>
                        <a:t>Верно</a:t>
                      </a:r>
                    </a:p>
                  </a:txBody>
                  <a:tcPr marL="91440" marR="91440" marT="45720" marB="45720" anchor="ctr">
                    <a:solidFill>
                      <a:srgbClr val="EFF4FB"/>
                    </a:solidFill>
                  </a:tcPr>
                </a:tc>
              </a:tr>
              <a:tr h="711200">
                <a:tc>
                  <a:txBody>
                    <a:bodyPr lIns="114300" tIns="66675" rIns="114300" bIns="66675">
                      <a:noAutofit/>
                    </a:bodyPr>
                    <a:lstStyle/>
                    <a:p>
                      <a:r>
                        <a:rPr sz="2100" b="0">
                          <a:solidFill>
                            <a:srgbClr val="102D69"/>
                          </a:solidFill>
                          <a:latin typeface="HSE Sans"/>
                          <a:ea typeface="HSE Sans"/>
                          <a:cs typeface="HSE Sans"/>
                        </a:rPr>
                        <a:t>Класс 1: 0,6</a:t>
                      </a:r>
                    </a:p>
                  </a:txBody>
                  <a:tcPr marL="91440" marR="91440" marT="45720" marB="45720" anchor="ctr">
                    <a:solidFill>
                      <a:srgbClr val="FFFFFF"/>
                    </a:solidFill>
                  </a:tcPr>
                </a:tc>
                <a:tc>
                  <a:txBody>
                    <a:bodyPr lIns="114300" tIns="66675" rIns="114300" bIns="66675">
                      <a:noAutofit/>
                    </a:bodyPr>
                    <a:lstStyle/>
                    <a:p>
                      <a:r>
                        <a:rPr sz="2100" b="0">
                          <a:solidFill>
                            <a:srgbClr val="102D69"/>
                          </a:solidFill>
                          <a:latin typeface="HSE Sans"/>
                          <a:ea typeface="HSE Sans"/>
                          <a:cs typeface="HSE Sans"/>
                        </a:rPr>
                        <a:t>Ошибка</a:t>
                      </a:r>
                    </a:p>
                  </a:txBody>
                  <a:tcPr marL="91440" marR="91440" marT="45720" marB="45720" anchor="ctr">
                    <a:solidFill>
                      <a:srgbClr val="FFFFFF"/>
                    </a:solidFill>
                  </a:tcPr>
                </a:tc>
                <a:tc>
                  <a:txBody>
                    <a:bodyPr lIns="114300" tIns="66675" rIns="114300" bIns="66675">
                      <a:noAutofit/>
                    </a:bodyPr>
                    <a:lstStyle/>
                    <a:p>
                      <a:r>
                        <a:rPr sz="2100" b="0">
                          <a:solidFill>
                            <a:srgbClr val="102D69"/>
                          </a:solidFill>
                          <a:latin typeface="HSE Sans"/>
                          <a:ea typeface="HSE Sans"/>
                          <a:cs typeface="HSE Sans"/>
                        </a:rPr>
                        <a:t>Верно</a:t>
                      </a:r>
                    </a:p>
                  </a:txBody>
                  <a:tcPr marL="91440" marR="91440" marT="45720" marB="45720" anchor="ctr">
                    <a:solidFill>
                      <a:srgbClr val="FFFFFF"/>
                    </a:solidFill>
                  </a:tcPr>
                </a:tc>
              </a:tr>
            </a:tbl>
          </a:graphicData>
        </a:graphic>
      </p:graphicFrame>
      <p:sp>
        <p:nvSpPr>
          <p:cNvPr id="9" name="l05-109">
            <a:extLst xmlns:a="http://schemas.openxmlformats.org/drawingml/2006/main">
              <a:ext uri="{FF2B5EF4-FFF2-40B4-BE49-F238E27FC236}">
                <a16:creationId xmlns:a16="http://schemas.microsoft.com/office/drawing/2014/main" id="{27333501-E12B-4659-B9D6-4BE40F3EF886}"/>
              </a:ext>
            </a:extLst>
          </p:cNvPr>
          <p:cNvSpPr>
            <a:spLocks xmlns:a="http://schemas.openxmlformats.org/drawingml/2006/main" noGrp="1"/>
          </p:cNvSpPr>
          <p:nvPr/>
        </p:nvSpPr>
        <p:spPr>
          <a:xfrm xmlns:a="http://schemas.openxmlformats.org/drawingml/2006/main">
            <a:off x="8058150" y="3686175"/>
            <a:ext cx="3562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3 верные пары из 4</a:t>
            </a:r>
          </a:p>
        </p:txBody>
      </p:sp>
      <p:pic>
        <p:nvPicPr>
          <p:cNvPr id="19" name="" descr="LaTeX: \mathrm{AUC}=\frac{3}{4}=0.75"/>
          <p:cNvPicPr>
            <a:picLocks xmlns:a="http://schemas.openxmlformats.org/drawingml/2006/main" noChangeAspect="1"/>
          </p:cNvPicPr>
          <p:nvPr/>
        </p:nvPicPr>
        <p:blipFill>
          <a:blip xmlns:r="http://schemas.openxmlformats.org/officeDocument/2006/relationships" xmlns:a="http://schemas.openxmlformats.org/drawingml/2006/main" r:embed="R9394a81a04b149d5">
            <a:extLst>
              <a:ext uri="{96DAC541-7B7A-43D3-8B79-37D633B846F1}">
                <asvg:svgBlip xmlns:asvg="http://schemas.microsoft.com/office/drawing/2016/SVG/main" r:embed="R868dcbe5f4594ab4"/>
              </a:ext>
            </a:extLst>
          </a:blip>
          <a:stretch xmlns:a="http://schemas.openxmlformats.org/drawingml/2006/main"/>
        </p:blipFill>
        <p:spPr>
          <a:xfrm xmlns:a="http://schemas.openxmlformats.org/drawingml/2006/main">
            <a:off x="8602663" y="4808538"/>
            <a:ext cx="2473325" cy="422275"/>
          </a:xfrm>
          <a:prstGeom xmlns:a="http://schemas.openxmlformats.org/drawingml/2006/main" prst="rect">
            <a:avLst/>
          </a:prstGeom>
        </p:spPr>
      </p:pic>
      <p:sp>
        <p:nvSpPr>
          <p:cNvPr id="11" name="l05-110">
            <a:extLst xmlns:a="http://schemas.openxmlformats.org/drawingml/2006/main">
              <a:ext uri="{FF2B5EF4-FFF2-40B4-BE49-F238E27FC236}">
                <a16:creationId xmlns:a16="http://schemas.microsoft.com/office/drawing/2014/main" id="{088F66B2-969B-4214-A167-9063ABEFECFB}"/>
              </a:ext>
            </a:extLst>
          </p:cNvPr>
          <p:cNvSpPr>
            <a:spLocks xmlns:a="http://schemas.openxmlformats.org/drawingml/2006/main" noGrp="1"/>
          </p:cNvSpPr>
          <p:nvPr/>
        </p:nvSpPr>
        <p:spPr>
          <a:xfrm xmlns:a="http://schemas.openxmlformats.org/drawingml/2006/main">
            <a:off x="590550" y="6134100"/>
            <a:ext cx="11029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Равные скоры дают половину балла. Важен порядок, а не масштаб скора.</a:t>
            </a:r>
          </a:p>
        </p:txBody>
      </p:sp>
    </p:spTree>
    <p:extLst>
      <p:ext uri="{BB962C8B-B14F-4D97-AF65-F5344CB8AC3E}">
        <p14:creationId xmlns:p14="http://schemas.microsoft.com/office/powerpoint/2010/main" val="14098467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Вероятности и log loss</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3. Вероятности и log loss</a:t>
            </a:r>
          </a:p>
        </p:txBody>
      </p:sp>
      <p:sp>
        <p:nvSpPr>
          <p:cNvPr id="7" name="l05-111">
            <a:extLst xmlns:a="http://schemas.openxmlformats.org/drawingml/2006/main">
              <a:ext uri="{FF2B5EF4-FFF2-40B4-BE49-F238E27FC236}">
                <a16:creationId xmlns:a16="http://schemas.microsoft.com/office/drawing/2014/main" id="{D292B85B-C00C-406B-990B-8F7DE8F56343}"/>
              </a:ext>
            </a:extLst>
          </p:cNvPr>
          <p:cNvSpPr>
            <a:spLocks xmlns:a="http://schemas.openxmlformats.org/drawingml/2006/main" noGrp="1"/>
          </p:cNvSpPr>
          <p:nvPr/>
        </p:nvSpPr>
        <p:spPr>
          <a:xfrm xmlns:a="http://schemas.openxmlformats.org/drawingml/2006/main">
            <a:off x="590550" y="2714625"/>
            <a:ext cx="142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400" b="1">
                <a:solidFill>
                  <a:srgbClr val="234A9B"/>
                </a:solidFill>
                <a:latin typeface="HSE Sans"/>
                <a:ea typeface="HSE Sans"/>
                <a:cs typeface="HSE Sans"/>
              </a:defRPr>
            </a:pPr>
            <a:r>
              <a:rPr sz="5400" b="1">
                <a:solidFill>
                  <a:srgbClr val="234A9B"/>
                </a:solidFill>
                <a:latin typeface="HSE Sans"/>
                <a:ea typeface="HSE Sans"/>
                <a:cs typeface="HSE Sans"/>
              </a:rPr>
              <a:t>03</a:t>
            </a:r>
          </a:p>
        </p:txBody>
      </p:sp>
      <p:sp>
        <p:nvSpPr>
          <p:cNvPr id="8" name="l05-112">
            <a:extLst xmlns:a="http://schemas.openxmlformats.org/drawingml/2006/main">
              <a:ext uri="{FF2B5EF4-FFF2-40B4-BE49-F238E27FC236}">
                <a16:creationId xmlns:a16="http://schemas.microsoft.com/office/drawing/2014/main" id="{A55D702A-50E2-4C73-BED8-D9CC2790D93C}"/>
              </a:ext>
            </a:extLst>
          </p:cNvPr>
          <p:cNvSpPr>
            <a:spLocks xmlns:a="http://schemas.openxmlformats.org/drawingml/2006/main" noGrp="1"/>
          </p:cNvSpPr>
          <p:nvPr/>
        </p:nvSpPr>
        <p:spPr>
          <a:xfrm xmlns:a="http://schemas.openxmlformats.org/drawingml/2006/main">
            <a:off x="2333625" y="2781300"/>
            <a:ext cx="9048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Оценка предсказанных вероятностей</a:t>
            </a:r>
          </a:p>
          <a:p xmlns:a="http://schemas.openxmlformats.org/drawingml/2006/main">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Цена уверенной ошибки</a:t>
            </a:r>
          </a:p>
        </p:txBody>
      </p:sp>
    </p:spTree>
    <p:extLst>
      <p:ext uri="{BB962C8B-B14F-4D97-AF65-F5344CB8AC3E}">
        <p14:creationId xmlns:p14="http://schemas.microsoft.com/office/powerpoint/2010/main" val="14098467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Вопрос: одинаково ли плохи эти ошибки?</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3. Вероятности и log loss</a:t>
            </a:r>
          </a:p>
        </p:txBody>
      </p:sp>
      <p:sp>
        <p:nvSpPr>
          <p:cNvPr id="7" name="l05-113">
            <a:extLst xmlns:a="http://schemas.openxmlformats.org/drawingml/2006/main">
              <a:ext uri="{FF2B5EF4-FFF2-40B4-BE49-F238E27FC236}">
                <a16:creationId xmlns:a16="http://schemas.microsoft.com/office/drawing/2014/main" id="{F548FD10-91CA-4118-91E7-A4F6395585FE}"/>
              </a:ext>
            </a:extLst>
          </p:cNvPr>
          <p:cNvSpPr>
            <a:spLocks xmlns:a="http://schemas.openxmlformats.org/drawingml/2006/main" noGrp="1"/>
          </p:cNvSpPr>
          <p:nvPr/>
        </p:nvSpPr>
        <p:spPr>
          <a:xfrm xmlns:a="http://schemas.openxmlformats.org/drawingml/2006/main">
            <a:off x="590550" y="2257425"/>
            <a:ext cx="110299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Письмо обычное: y = 0. Модели предсказывают вероятность спама p.</a:t>
            </a:r>
          </a:p>
          <a:p xmlns:a="http://schemas.openxmlformats.org/drawingml/2006/main">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При пороге 0,5 обе отправили письмо в спам.</a:t>
            </a:r>
          </a:p>
        </p:txBody>
      </p:sp>
      <p:graphicFrame>
        <p:nvGraphicFramePr>
          <p:cNvPr id="15" name=""/>
          <p:cNvGraphicFramePr/>
          <p:nvPr/>
        </p:nvGraphicFramePr>
        <p:xfrm>
          <a:off xmlns:a="http://schemas.openxmlformats.org/drawingml/2006/main" x="590550" y="3705225"/>
          <a:ext xmlns:a="http://schemas.openxmlformats.org/drawingml/2006/main" cx="11029950" cy="1819275"/>
        </p:xfrm>
        <a:graphic xmlns:a="http://schemas.openxmlformats.org/drawingml/2006/main">
          <a:graphicData uri="http://schemas.openxmlformats.org/drawingml/2006/table">
            <a:tbl>
              <a:tblPr firstRow="1" bandRow="0"/>
              <a:tblGrid>
                <a:gridCol w="4667250"/>
                <a:gridCol w="3181350"/>
                <a:gridCol w="3181350"/>
              </a:tblGrid>
              <a:tr h="606425">
                <a:tc>
                  <a:txBody>
                    <a:bodyPr lIns="114300" tIns="66675" rIns="114300" bIns="66675">
                      <a:noAutofit/>
                    </a:bodyPr>
                    <a:lstStyle/>
                    <a:p>
                      <a:r>
                        <a:rPr sz="2175" b="1">
                          <a:solidFill>
                            <a:srgbClr val="FFFFFF"/>
                          </a:solidFill>
                          <a:latin typeface="HSE Sans"/>
                          <a:ea typeface="HSE Sans"/>
                          <a:cs typeface="HSE Sans"/>
                        </a:rPr>
                        <a:t/>
                      </a:r>
                    </a:p>
                  </a:txBody>
                  <a:tcPr marL="91440" marR="91440" marT="45720" marB="45720" anchor="ctr">
                    <a:solidFill>
                      <a:srgbClr val="102D69"/>
                    </a:solidFill>
                  </a:tcPr>
                </a:tc>
                <a:tc>
                  <a:txBody>
                    <a:bodyPr lIns="114300" tIns="66675" rIns="114300" bIns="66675">
                      <a:noAutofit/>
                    </a:bodyPr>
                    <a:lstStyle/>
                    <a:p>
                      <a:r>
                        <a:rPr sz="2175" b="1">
                          <a:solidFill>
                            <a:srgbClr val="FFFFFF"/>
                          </a:solidFill>
                          <a:latin typeface="HSE Sans"/>
                          <a:ea typeface="HSE Sans"/>
                          <a:cs typeface="HSE Sans"/>
                        </a:rPr>
                        <a:t>Модель A</a:t>
                      </a:r>
                    </a:p>
                  </a:txBody>
                  <a:tcPr marL="91440" marR="91440" marT="45720" marB="45720" anchor="ctr">
                    <a:solidFill>
                      <a:srgbClr val="102D69"/>
                    </a:solidFill>
                  </a:tcPr>
                </a:tc>
                <a:tc>
                  <a:txBody>
                    <a:bodyPr lIns="114300" tIns="66675" rIns="114300" bIns="66675">
                      <a:noAutofit/>
                    </a:bodyPr>
                    <a:lstStyle/>
                    <a:p>
                      <a:r>
                        <a:rPr sz="2175" b="1">
                          <a:solidFill>
                            <a:srgbClr val="FFFFFF"/>
                          </a:solidFill>
                          <a:latin typeface="HSE Sans"/>
                          <a:ea typeface="HSE Sans"/>
                          <a:cs typeface="HSE Sans"/>
                        </a:rPr>
                        <a:t>Модель B</a:t>
                      </a:r>
                    </a:p>
                  </a:txBody>
                  <a:tcPr marL="91440" marR="91440" marT="45720" marB="45720" anchor="ctr">
                    <a:solidFill>
                      <a:srgbClr val="102D69"/>
                    </a:solidFill>
                  </a:tcPr>
                </a:tc>
              </a:tr>
              <a:tr h="606425">
                <a:tc>
                  <a:txBody>
                    <a:bodyPr lIns="114300" tIns="66675" rIns="114300" bIns="66675">
                      <a:noAutofit/>
                    </a:bodyPr>
                    <a:lstStyle/>
                    <a:p>
                      <a:r>
                        <a:rPr sz="2175" b="0">
                          <a:solidFill>
                            <a:srgbClr val="102D69"/>
                          </a:solidFill>
                          <a:latin typeface="HSE Sans"/>
                          <a:ea typeface="HSE Sans"/>
                          <a:cs typeface="HSE Sans"/>
                        </a:rPr>
                        <a:t>Вероятность спама p</a:t>
                      </a:r>
                    </a:p>
                  </a:txBody>
                  <a:tcPr marL="91440" marR="91440" marT="45720" marB="45720" anchor="ctr">
                    <a:solidFill>
                      <a:srgbClr val="EFF4FB"/>
                    </a:solidFill>
                  </a:tcPr>
                </a:tc>
                <a:tc>
                  <a:txBody>
                    <a:bodyPr lIns="114300" tIns="66675" rIns="114300" bIns="66675">
                      <a:noAutofit/>
                    </a:bodyPr>
                    <a:lstStyle/>
                    <a:p>
                      <a:r>
                        <a:rPr sz="2175" b="0">
                          <a:solidFill>
                            <a:srgbClr val="102D69"/>
                          </a:solidFill>
                          <a:latin typeface="HSE Sans"/>
                          <a:ea typeface="HSE Sans"/>
                          <a:cs typeface="HSE Sans"/>
                        </a:rPr>
                        <a:t>0,80</a:t>
                      </a:r>
                    </a:p>
                  </a:txBody>
                  <a:tcPr marL="91440" marR="91440" marT="45720" marB="45720" anchor="ctr">
                    <a:solidFill>
                      <a:srgbClr val="EFF4FB"/>
                    </a:solidFill>
                  </a:tcPr>
                </a:tc>
                <a:tc>
                  <a:txBody>
                    <a:bodyPr lIns="114300" tIns="66675" rIns="114300" bIns="66675">
                      <a:noAutofit/>
                    </a:bodyPr>
                    <a:lstStyle/>
                    <a:p>
                      <a:r>
                        <a:rPr sz="2175" b="0">
                          <a:solidFill>
                            <a:srgbClr val="102D69"/>
                          </a:solidFill>
                          <a:latin typeface="HSE Sans"/>
                          <a:ea typeface="HSE Sans"/>
                          <a:cs typeface="HSE Sans"/>
                        </a:rPr>
                        <a:t>0,99</a:t>
                      </a:r>
                    </a:p>
                  </a:txBody>
                  <a:tcPr marL="91440" marR="91440" marT="45720" marB="45720" anchor="ctr">
                    <a:solidFill>
                      <a:srgbClr val="EFF4FB"/>
                    </a:solidFill>
                  </a:tcPr>
                </a:tc>
              </a:tr>
              <a:tr h="606425">
                <a:tc>
                  <a:txBody>
                    <a:bodyPr lIns="114300" tIns="66675" rIns="114300" bIns="66675">
                      <a:noAutofit/>
                    </a:bodyPr>
                    <a:lstStyle/>
                    <a:p>
                      <a:r>
                        <a:rPr sz="2175" b="0">
                          <a:solidFill>
                            <a:srgbClr val="102D69"/>
                          </a:solidFill>
                          <a:latin typeface="HSE Sans"/>
                          <a:ea typeface="HSE Sans"/>
                          <a:cs typeface="HSE Sans"/>
                        </a:rPr>
                        <a:t>Прогноз класса</a:t>
                      </a:r>
                    </a:p>
                  </a:txBody>
                  <a:tcPr marL="91440" marR="91440" marT="45720" marB="45720" anchor="ctr">
                    <a:solidFill>
                      <a:srgbClr val="FFFFFF"/>
                    </a:solidFill>
                  </a:tcPr>
                </a:tc>
                <a:tc>
                  <a:txBody>
                    <a:bodyPr lIns="114300" tIns="66675" rIns="114300" bIns="66675">
                      <a:noAutofit/>
                    </a:bodyPr>
                    <a:lstStyle/>
                    <a:p>
                      <a:r>
                        <a:rPr sz="2175" b="0">
                          <a:solidFill>
                            <a:srgbClr val="102D69"/>
                          </a:solidFill>
                          <a:latin typeface="HSE Sans"/>
                          <a:ea typeface="HSE Sans"/>
                          <a:cs typeface="HSE Sans"/>
                        </a:rPr>
                        <a:t>1: ошибка</a:t>
                      </a:r>
                    </a:p>
                  </a:txBody>
                  <a:tcPr marL="91440" marR="91440" marT="45720" marB="45720" anchor="ctr">
                    <a:solidFill>
                      <a:srgbClr val="FFFFFF"/>
                    </a:solidFill>
                  </a:tcPr>
                </a:tc>
                <a:tc>
                  <a:txBody>
                    <a:bodyPr lIns="114300" tIns="66675" rIns="114300" bIns="66675">
                      <a:noAutofit/>
                    </a:bodyPr>
                    <a:lstStyle/>
                    <a:p>
                      <a:r>
                        <a:rPr sz="2175" b="0">
                          <a:solidFill>
                            <a:srgbClr val="102D69"/>
                          </a:solidFill>
                          <a:latin typeface="HSE Sans"/>
                          <a:ea typeface="HSE Sans"/>
                          <a:cs typeface="HSE Sans"/>
                        </a:rPr>
                        <a:t>1: ошибка</a:t>
                      </a:r>
                    </a:p>
                  </a:txBody>
                  <a:tcPr marL="91440" marR="91440" marT="45720" marB="45720" anchor="ctr">
                    <a:solidFill>
                      <a:srgbClr val="FFFFFF"/>
                    </a:solidFill>
                  </a:tcPr>
                </a:tc>
              </a:tr>
            </a:tbl>
          </a:graphicData>
        </a:graphic>
      </p:graphicFrame>
      <p:sp>
        <p:nvSpPr>
          <p:cNvPr id="9" name="l05-114">
            <a:extLst xmlns:a="http://schemas.openxmlformats.org/drawingml/2006/main">
              <a:ext uri="{FF2B5EF4-FFF2-40B4-BE49-F238E27FC236}">
                <a16:creationId xmlns:a16="http://schemas.microsoft.com/office/drawing/2014/main" id="{7FB5A86E-4701-4BDE-819A-836CCC378D84}"/>
              </a:ext>
            </a:extLst>
          </p:cNvPr>
          <p:cNvSpPr>
            <a:spLocks xmlns:a="http://schemas.openxmlformats.org/drawingml/2006/main" noGrp="1"/>
          </p:cNvSpPr>
          <p:nvPr/>
        </p:nvSpPr>
        <p:spPr>
          <a:xfrm xmlns:a="http://schemas.openxmlformats.org/drawingml/2006/main">
            <a:off x="590550" y="5962650"/>
            <a:ext cx="110299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102D69"/>
                </a:solidFill>
                <a:latin typeface="HSE Sans"/>
                <a:ea typeface="HSE Sans"/>
                <a:cs typeface="HSE Sans"/>
              </a:defRPr>
            </a:pPr>
            <a:r>
              <a:rPr sz="2700" b="1">
                <a:solidFill>
                  <a:srgbClr val="102D69"/>
                </a:solidFill>
                <a:latin typeface="HSE Sans"/>
                <a:ea typeface="HSE Sans"/>
                <a:cs typeface="HSE Sans"/>
              </a:rPr>
              <a:t>Какую модель оштрафуем сильнее? Почему?</a:t>
            </a:r>
          </a:p>
        </p:txBody>
      </p:sp>
    </p:spTree>
    <p:extLst>
      <p:ext uri="{BB962C8B-B14F-4D97-AF65-F5344CB8AC3E}">
        <p14:creationId xmlns:p14="http://schemas.microsoft.com/office/powerpoint/2010/main" val="14098467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Log loss</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3. Вероятности и log loss</a:t>
            </a:r>
          </a:p>
        </p:txBody>
      </p:sp>
      <p:sp>
        <p:nvSpPr>
          <p:cNvPr id="7" name="l05-115">
            <a:extLst xmlns:a="http://schemas.openxmlformats.org/drawingml/2006/main">
              <a:ext uri="{FF2B5EF4-FFF2-40B4-BE49-F238E27FC236}">
                <a16:creationId xmlns:a16="http://schemas.microsoft.com/office/drawing/2014/main" id="{1EE345E2-207F-4126-932D-E9B6D7CB92FF}"/>
              </a:ext>
            </a:extLst>
          </p:cNvPr>
          <p:cNvSpPr>
            <a:spLocks xmlns:a="http://schemas.openxmlformats.org/drawingml/2006/main" noGrp="1"/>
          </p:cNvSpPr>
          <p:nvPr/>
        </p:nvSpPr>
        <p:spPr>
          <a:xfrm xmlns:a="http://schemas.openxmlformats.org/drawingml/2006/main">
            <a:off x="590550" y="2257425"/>
            <a:ext cx="11029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pᵢ: предсказанная вероятность класса 1, yᵢ ∈ {0, 1}.</a:t>
            </a:r>
          </a:p>
        </p:txBody>
      </p:sp>
      <p:pic>
        <p:nvPicPr>
          <p:cNvPr id="18" name="" descr="LaTeX: Q=-\frac{1}{n}\sum_{i=1}^{n}\left[y_i\ln p_i+(1-y_i)\ln(1-p_i)\right]"/>
          <p:cNvPicPr>
            <a:picLocks xmlns:a="http://schemas.openxmlformats.org/drawingml/2006/main" noChangeAspect="1"/>
          </p:cNvPicPr>
          <p:nvPr/>
        </p:nvPicPr>
        <p:blipFill>
          <a:blip xmlns:r="http://schemas.openxmlformats.org/officeDocument/2006/relationships" xmlns:a="http://schemas.openxmlformats.org/drawingml/2006/main" r:embed="Rd38bcb03daa045cd">
            <a:extLst>
              <a:ext uri="{96DAC541-7B7A-43D3-8B79-37D633B846F1}">
                <asvg:svgBlip xmlns:asvg="http://schemas.microsoft.com/office/drawing/2016/SVG/main" r:embed="Rfceade1f09f843e5"/>
              </a:ext>
            </a:extLst>
          </a:blip>
          <a:stretch xmlns:a="http://schemas.openxmlformats.org/drawingml/2006/main"/>
        </p:blipFill>
        <p:spPr>
          <a:xfrm xmlns:a="http://schemas.openxmlformats.org/drawingml/2006/main">
            <a:off x="2830116" y="2940844"/>
            <a:ext cx="6550819" cy="1033463"/>
          </a:xfrm>
          <a:prstGeom xmlns:a="http://schemas.openxmlformats.org/drawingml/2006/main" prst="rect">
            <a:avLst/>
          </a:prstGeom>
        </p:spPr>
      </p:pic>
      <p:sp>
        <p:nvSpPr>
          <p:cNvPr id="9" name="l05-116">
            <a:extLst xmlns:a="http://schemas.openxmlformats.org/drawingml/2006/main">
              <a:ext uri="{FF2B5EF4-FFF2-40B4-BE49-F238E27FC236}">
                <a16:creationId xmlns:a16="http://schemas.microsoft.com/office/drawing/2014/main" id="{96AE827A-B565-4515-968F-CBDBDABE5F65}"/>
              </a:ext>
            </a:extLst>
          </p:cNvPr>
          <p:cNvSpPr>
            <a:spLocks xmlns:a="http://schemas.openxmlformats.org/drawingml/2006/main" noGrp="1"/>
          </p:cNvSpPr>
          <p:nvPr/>
        </p:nvSpPr>
        <p:spPr>
          <a:xfrm xmlns:a="http://schemas.openxmlformats.org/drawingml/2006/main">
            <a:off x="590550" y="442912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Потеря на одном объекте:</a:t>
            </a:r>
          </a:p>
        </p:txBody>
      </p:sp>
      <p:pic>
        <p:nvPicPr>
          <p:cNvPr id="20" name="" descr="LaTeX: y=1:\quad L=-\ln p"/>
          <p:cNvPicPr>
            <a:picLocks xmlns:a="http://schemas.openxmlformats.org/drawingml/2006/main" noChangeAspect="1"/>
          </p:cNvPicPr>
          <p:nvPr/>
        </p:nvPicPr>
        <p:blipFill>
          <a:blip xmlns:r="http://schemas.openxmlformats.org/officeDocument/2006/relationships" xmlns:a="http://schemas.openxmlformats.org/drawingml/2006/main" r:embed="R7238028deceb4fe2">
            <a:extLst>
              <a:ext uri="{96DAC541-7B7A-43D3-8B79-37D633B846F1}">
                <asvg:svgBlip xmlns:asvg="http://schemas.microsoft.com/office/drawing/2016/SVG/main" r:embed="R454686c4221b454d"/>
              </a:ext>
            </a:extLst>
          </a:blip>
          <a:stretch xmlns:a="http://schemas.openxmlformats.org/drawingml/2006/main"/>
        </p:blipFill>
        <p:spPr>
          <a:xfrm xmlns:a="http://schemas.openxmlformats.org/drawingml/2006/main">
            <a:off x="1714500" y="5328047"/>
            <a:ext cx="2514600" cy="288131"/>
          </a:xfrm>
          <a:prstGeom xmlns:a="http://schemas.openxmlformats.org/drawingml/2006/main" prst="rect">
            <a:avLst/>
          </a:prstGeom>
        </p:spPr>
      </p:pic>
      <p:pic>
        <p:nvPicPr>
          <p:cNvPr id="21" name="" descr="LaTeX: y=0:\quad L=-\ln(1-p)"/>
          <p:cNvPicPr>
            <a:picLocks xmlns:a="http://schemas.openxmlformats.org/drawingml/2006/main" noChangeAspect="1"/>
          </p:cNvPicPr>
          <p:nvPr/>
        </p:nvPicPr>
        <p:blipFill>
          <a:blip xmlns:r="http://schemas.openxmlformats.org/officeDocument/2006/relationships" xmlns:a="http://schemas.openxmlformats.org/drawingml/2006/main" r:embed="R7fa61609c3674ffb">
            <a:extLst>
              <a:ext uri="{96DAC541-7B7A-43D3-8B79-37D633B846F1}">
                <asvg:svgBlip xmlns:asvg="http://schemas.microsoft.com/office/drawing/2016/SVG/main" r:embed="R2d189ba4956c41bd"/>
              </a:ext>
            </a:extLst>
          </a:blip>
          <a:stretch xmlns:a="http://schemas.openxmlformats.org/drawingml/2006/main"/>
        </p:blipFill>
        <p:spPr>
          <a:xfrm xmlns:a="http://schemas.openxmlformats.org/drawingml/2006/main">
            <a:off x="1354336" y="6067425"/>
            <a:ext cx="3234928" cy="314325"/>
          </a:xfrm>
          <a:prstGeom xmlns:a="http://schemas.openxmlformats.org/drawingml/2006/main" prst="rect">
            <a:avLst/>
          </a:prstGeom>
        </p:spPr>
      </p:pic>
      <p:graphicFrame>
        <p:nvGraphicFramePr>
          <p:cNvPr id="22" name="Chart"/>
          <p:cNvGraphicFramePr/>
          <p:nvPr/>
        </p:nvGraphicFramePr>
        <p:xfrm>
          <a:off xmlns:a="http://schemas.openxmlformats.org/drawingml/2006/main" x="6000750" y="4324350"/>
          <a:ext xmlns:a="http://schemas.openxmlformats.org/drawingml/2006/main" cx="5619750" cy="2257425"/>
        </p:xfrm>
        <a:graphic xmlns:a="http://schemas.openxmlformats.org/drawingml/2006/main">
          <a:graphicData uri="http://schemas.openxmlformats.org/drawingml/2006/chart">
            <c:chart xmlns:r="http://schemas.openxmlformats.org/officeDocument/2006/relationships" xmlns:c="http://schemas.openxmlformats.org/drawingml/2006/chart" r:id="Rca93150786684d12"/>
          </a:graphicData>
        </a:graphic>
      </p:graphicFrame>
    </p:spTree>
    <p:extLst>
      <p:ext uri="{BB962C8B-B14F-4D97-AF65-F5344CB8AC3E}">
        <p14:creationId xmlns:p14="http://schemas.microsoft.com/office/powerpoint/2010/main" val="14098467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Уверенная ошибка увеличивает log loss</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3. Вероятности и log loss</a:t>
            </a:r>
          </a:p>
        </p:txBody>
      </p:sp>
      <p:sp>
        <p:nvSpPr>
          <p:cNvPr id="7" name="l05-117">
            <a:extLst xmlns:a="http://schemas.openxmlformats.org/drawingml/2006/main">
              <a:ext uri="{FF2B5EF4-FFF2-40B4-BE49-F238E27FC236}">
                <a16:creationId xmlns:a16="http://schemas.microsoft.com/office/drawing/2014/main" id="{C5C8528B-C0B0-4495-A99F-495E30EC7344}"/>
              </a:ext>
            </a:extLst>
          </p:cNvPr>
          <p:cNvSpPr>
            <a:spLocks xmlns:a="http://schemas.openxmlformats.org/drawingml/2006/main" noGrp="1"/>
          </p:cNvSpPr>
          <p:nvPr/>
        </p:nvSpPr>
        <p:spPr>
          <a:xfrm xmlns:a="http://schemas.openxmlformats.org/drawingml/2006/main">
            <a:off x="590550" y="2276475"/>
            <a:ext cx="11029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102D69"/>
                </a:solidFill>
                <a:latin typeface="HSE Sans"/>
                <a:ea typeface="HSE Sans"/>
                <a:cs typeface="HSE Sans"/>
              </a:defRPr>
            </a:pPr>
            <a:r>
              <a:rPr sz="2325" b="0">
                <a:solidFill>
                  <a:srgbClr val="102D69"/>
                </a:solidFill>
                <a:latin typeface="HSE Sans"/>
                <a:ea typeface="HSE Sans"/>
                <a:cs typeface="HSE Sans"/>
              </a:rPr>
              <a:t>Письмо B обычное, но модель дала 80% вероятности спаму.</a:t>
            </a:r>
          </a:p>
        </p:txBody>
      </p:sp>
      <p:graphicFrame>
        <p:nvGraphicFramePr>
          <p:cNvPr id="16" name=""/>
          <p:cNvGraphicFramePr/>
          <p:nvPr/>
        </p:nvGraphicFramePr>
        <p:xfrm>
          <a:off xmlns:a="http://schemas.openxmlformats.org/drawingml/2006/main" x="590550" y="3257550"/>
          <a:ext xmlns:a="http://schemas.openxmlformats.org/drawingml/2006/main" cx="11029950" cy="2133600"/>
        </p:xfrm>
        <a:graphic xmlns:a="http://schemas.openxmlformats.org/drawingml/2006/main">
          <a:graphicData uri="http://schemas.openxmlformats.org/drawingml/2006/table">
            <a:tbl>
              <a:tblPr firstRow="1" bandRow="0"/>
              <a:tblGrid>
                <a:gridCol w="4476750"/>
                <a:gridCol w="1638300"/>
                <a:gridCol w="1638300"/>
                <a:gridCol w="1638300"/>
                <a:gridCol w="1638300"/>
              </a:tblGrid>
              <a:tr h="533400">
                <a:tc>
                  <a:txBody>
                    <a:bodyPr lIns="114300" tIns="66675" rIns="114300" bIns="66675">
                      <a:noAutofit/>
                    </a:bodyPr>
                    <a:lstStyle/>
                    <a:p>
                      <a:r>
                        <a:rPr sz="2100" b="1">
                          <a:solidFill>
                            <a:srgbClr val="FFFFFF"/>
                          </a:solidFill>
                          <a:latin typeface="HSE Sans"/>
                          <a:ea typeface="HSE Sans"/>
                          <a:cs typeface="HSE Sans"/>
                        </a:rPr>
                        <a:t>Письмо</a:t>
                      </a:r>
                    </a:p>
                  </a:txBody>
                  <a:tcPr marL="91440" marR="91440" marT="45720" marB="45720" anchor="ctr">
                    <a:solidFill>
                      <a:srgbClr val="102D69"/>
                    </a:solidFill>
                  </a:tcPr>
                </a:tc>
                <a:tc>
                  <a:txBody>
                    <a:bodyPr lIns="114300" tIns="66675" rIns="114300" bIns="66675">
                      <a:noAutofit/>
                    </a:bodyPr>
                    <a:lstStyle/>
                    <a:p>
                      <a:r>
                        <a:rPr sz="2100" b="1">
                          <a:solidFill>
                            <a:srgbClr val="FFFFFF"/>
                          </a:solidFill>
                          <a:latin typeface="HSE Sans"/>
                          <a:ea typeface="HSE Sans"/>
                          <a:cs typeface="HSE Sans"/>
                        </a:rPr>
                        <a:t>A</a:t>
                      </a:r>
                    </a:p>
                  </a:txBody>
                  <a:tcPr marL="91440" marR="91440" marT="45720" marB="45720" anchor="ctr">
                    <a:solidFill>
                      <a:srgbClr val="102D69"/>
                    </a:solidFill>
                  </a:tcPr>
                </a:tc>
                <a:tc>
                  <a:txBody>
                    <a:bodyPr lIns="114300" tIns="66675" rIns="114300" bIns="66675">
                      <a:noAutofit/>
                    </a:bodyPr>
                    <a:lstStyle/>
                    <a:p>
                      <a:r>
                        <a:rPr sz="2100" b="1">
                          <a:solidFill>
                            <a:srgbClr val="FFFFFF"/>
                          </a:solidFill>
                          <a:latin typeface="HSE Sans"/>
                          <a:ea typeface="HSE Sans"/>
                          <a:cs typeface="HSE Sans"/>
                        </a:rPr>
                        <a:t>B</a:t>
                      </a:r>
                    </a:p>
                  </a:txBody>
                  <a:tcPr marL="91440" marR="91440" marT="45720" marB="45720" anchor="ctr">
                    <a:solidFill>
                      <a:srgbClr val="102D69"/>
                    </a:solidFill>
                  </a:tcPr>
                </a:tc>
                <a:tc>
                  <a:txBody>
                    <a:bodyPr lIns="114300" tIns="66675" rIns="114300" bIns="66675">
                      <a:noAutofit/>
                    </a:bodyPr>
                    <a:lstStyle/>
                    <a:p>
                      <a:r>
                        <a:rPr sz="2100" b="1">
                          <a:solidFill>
                            <a:srgbClr val="FFFFFF"/>
                          </a:solidFill>
                          <a:latin typeface="HSE Sans"/>
                          <a:ea typeface="HSE Sans"/>
                          <a:cs typeface="HSE Sans"/>
                        </a:rPr>
                        <a:t>C</a:t>
                      </a:r>
                    </a:p>
                  </a:txBody>
                  <a:tcPr marL="91440" marR="91440" marT="45720" marB="45720" anchor="ctr">
                    <a:solidFill>
                      <a:srgbClr val="102D69"/>
                    </a:solidFill>
                  </a:tcPr>
                </a:tc>
                <a:tc>
                  <a:txBody>
                    <a:bodyPr lIns="114300" tIns="66675" rIns="114300" bIns="66675">
                      <a:noAutofit/>
                    </a:bodyPr>
                    <a:lstStyle/>
                    <a:p>
                      <a:r>
                        <a:rPr sz="2100" b="1">
                          <a:solidFill>
                            <a:srgbClr val="FFFFFF"/>
                          </a:solidFill>
                          <a:latin typeface="HSE Sans"/>
                          <a:ea typeface="HSE Sans"/>
                          <a:cs typeface="HSE Sans"/>
                        </a:rPr>
                        <a:t>D</a:t>
                      </a:r>
                    </a:p>
                  </a:txBody>
                  <a:tcPr marL="91440" marR="91440" marT="45720" marB="45720" anchor="ctr">
                    <a:solidFill>
                      <a:srgbClr val="102D69"/>
                    </a:solidFill>
                  </a:tcPr>
                </a:tc>
              </a:tr>
              <a:tr h="533400">
                <a:tc>
                  <a:txBody>
                    <a:bodyPr lIns="114300" tIns="66675" rIns="114300" bIns="66675">
                      <a:noAutofit/>
                    </a:bodyPr>
                    <a:lstStyle/>
                    <a:p>
                      <a:r>
                        <a:rPr sz="2100" b="0">
                          <a:solidFill>
                            <a:srgbClr val="102D69"/>
                          </a:solidFill>
                          <a:latin typeface="HSE Sans"/>
                          <a:ea typeface="HSE Sans"/>
                          <a:cs typeface="HSE Sans"/>
                        </a:rPr>
                        <a:t>Истинный класс y</a:t>
                      </a:r>
                    </a:p>
                  </a:txBody>
                  <a:tcPr marL="91440" marR="91440" marT="45720" marB="45720" anchor="ctr">
                    <a:solidFill>
                      <a:srgbClr val="EFF4FB"/>
                    </a:solidFill>
                  </a:tcPr>
                </a:tc>
                <a:tc>
                  <a:txBody>
                    <a:bodyPr lIns="114300" tIns="66675" rIns="114300" bIns="66675">
                      <a:noAutofit/>
                    </a:bodyPr>
                    <a:lstStyle/>
                    <a:p>
                      <a:r>
                        <a:rPr sz="2100" b="0">
                          <a:solidFill>
                            <a:srgbClr val="102D69"/>
                          </a:solidFill>
                          <a:latin typeface="HSE Sans"/>
                          <a:ea typeface="HSE Sans"/>
                          <a:cs typeface="HSE Sans"/>
                        </a:rPr>
                        <a:t>1</a:t>
                      </a:r>
                    </a:p>
                  </a:txBody>
                  <a:tcPr marL="91440" marR="91440" marT="45720" marB="45720" anchor="ctr">
                    <a:solidFill>
                      <a:srgbClr val="EFF4FB"/>
                    </a:solidFill>
                  </a:tcPr>
                </a:tc>
                <a:tc>
                  <a:txBody>
                    <a:bodyPr lIns="114300" tIns="66675" rIns="114300" bIns="66675">
                      <a:noAutofit/>
                    </a:bodyPr>
                    <a:lstStyle/>
                    <a:p>
                      <a:r>
                        <a:rPr sz="2100" b="0">
                          <a:solidFill>
                            <a:srgbClr val="102D69"/>
                          </a:solidFill>
                          <a:latin typeface="HSE Sans"/>
                          <a:ea typeface="HSE Sans"/>
                          <a:cs typeface="HSE Sans"/>
                        </a:rPr>
                        <a:t>0</a:t>
                      </a:r>
                    </a:p>
                  </a:txBody>
                  <a:tcPr marL="91440" marR="91440" marT="45720" marB="45720" anchor="ctr">
                    <a:solidFill>
                      <a:srgbClr val="FCE5D5"/>
                    </a:solidFill>
                  </a:tcPr>
                </a:tc>
                <a:tc>
                  <a:txBody>
                    <a:bodyPr lIns="114300" tIns="66675" rIns="114300" bIns="66675">
                      <a:noAutofit/>
                    </a:bodyPr>
                    <a:lstStyle/>
                    <a:p>
                      <a:r>
                        <a:rPr sz="2100" b="0">
                          <a:solidFill>
                            <a:srgbClr val="102D69"/>
                          </a:solidFill>
                          <a:latin typeface="HSE Sans"/>
                          <a:ea typeface="HSE Sans"/>
                          <a:cs typeface="HSE Sans"/>
                        </a:rPr>
                        <a:t>1</a:t>
                      </a:r>
                    </a:p>
                  </a:txBody>
                  <a:tcPr marL="91440" marR="91440" marT="45720" marB="45720" anchor="ctr">
                    <a:solidFill>
                      <a:srgbClr val="EFF4FB"/>
                    </a:solidFill>
                  </a:tcPr>
                </a:tc>
                <a:tc>
                  <a:txBody>
                    <a:bodyPr lIns="114300" tIns="66675" rIns="114300" bIns="66675">
                      <a:noAutofit/>
                    </a:bodyPr>
                    <a:lstStyle/>
                    <a:p>
                      <a:r>
                        <a:rPr sz="2100" b="0">
                          <a:solidFill>
                            <a:srgbClr val="102D69"/>
                          </a:solidFill>
                          <a:latin typeface="HSE Sans"/>
                          <a:ea typeface="HSE Sans"/>
                          <a:cs typeface="HSE Sans"/>
                        </a:rPr>
                        <a:t>0</a:t>
                      </a:r>
                    </a:p>
                  </a:txBody>
                  <a:tcPr marL="91440" marR="91440" marT="45720" marB="45720" anchor="ctr">
                    <a:solidFill>
                      <a:srgbClr val="EFF4FB"/>
                    </a:solidFill>
                  </a:tcPr>
                </a:tc>
              </a:tr>
              <a:tr h="533400">
                <a:tc>
                  <a:txBody>
                    <a:bodyPr lIns="114300" tIns="66675" rIns="114300" bIns="66675">
                      <a:noAutofit/>
                    </a:bodyPr>
                    <a:lstStyle/>
                    <a:p>
                      <a:r>
                        <a:rPr sz="2100" b="0">
                          <a:solidFill>
                            <a:srgbClr val="102D69"/>
                          </a:solidFill>
                          <a:latin typeface="HSE Sans"/>
                          <a:ea typeface="HSE Sans"/>
                          <a:cs typeface="HSE Sans"/>
                        </a:rPr>
                        <a:t>Вероятность спама p</a:t>
                      </a:r>
                    </a:p>
                  </a:txBody>
                  <a:tcPr marL="91440" marR="91440" marT="45720" marB="45720" anchor="ctr">
                    <a:solidFill>
                      <a:srgbClr val="FFFFFF"/>
                    </a:solidFill>
                  </a:tcPr>
                </a:tc>
                <a:tc>
                  <a:txBody>
                    <a:bodyPr lIns="114300" tIns="66675" rIns="114300" bIns="66675">
                      <a:noAutofit/>
                    </a:bodyPr>
                    <a:lstStyle/>
                    <a:p>
                      <a:r>
                        <a:rPr sz="2100" b="0">
                          <a:solidFill>
                            <a:srgbClr val="102D69"/>
                          </a:solidFill>
                          <a:latin typeface="HSE Sans"/>
                          <a:ea typeface="HSE Sans"/>
                          <a:cs typeface="HSE Sans"/>
                        </a:rPr>
                        <a:t>0,90</a:t>
                      </a:r>
                    </a:p>
                  </a:txBody>
                  <a:tcPr marL="91440" marR="91440" marT="45720" marB="45720" anchor="ctr">
                    <a:solidFill>
                      <a:srgbClr val="FFFFFF"/>
                    </a:solidFill>
                  </a:tcPr>
                </a:tc>
                <a:tc>
                  <a:txBody>
                    <a:bodyPr lIns="114300" tIns="66675" rIns="114300" bIns="66675">
                      <a:noAutofit/>
                    </a:bodyPr>
                    <a:lstStyle/>
                    <a:p>
                      <a:r>
                        <a:rPr sz="2100" b="0">
                          <a:solidFill>
                            <a:srgbClr val="102D69"/>
                          </a:solidFill>
                          <a:latin typeface="HSE Sans"/>
                          <a:ea typeface="HSE Sans"/>
                          <a:cs typeface="HSE Sans"/>
                        </a:rPr>
                        <a:t>0,80</a:t>
                      </a:r>
                    </a:p>
                  </a:txBody>
                  <a:tcPr marL="91440" marR="91440" marT="45720" marB="45720" anchor="ctr">
                    <a:solidFill>
                      <a:srgbClr val="FCE5D5"/>
                    </a:solidFill>
                  </a:tcPr>
                </a:tc>
                <a:tc>
                  <a:txBody>
                    <a:bodyPr lIns="114300" tIns="66675" rIns="114300" bIns="66675">
                      <a:noAutofit/>
                    </a:bodyPr>
                    <a:lstStyle/>
                    <a:p>
                      <a:r>
                        <a:rPr sz="2100" b="0">
                          <a:solidFill>
                            <a:srgbClr val="102D69"/>
                          </a:solidFill>
                          <a:latin typeface="HSE Sans"/>
                          <a:ea typeface="HSE Sans"/>
                          <a:cs typeface="HSE Sans"/>
                        </a:rPr>
                        <a:t>0,60</a:t>
                      </a:r>
                    </a:p>
                  </a:txBody>
                  <a:tcPr marL="91440" marR="91440" marT="45720" marB="45720" anchor="ctr">
                    <a:solidFill>
                      <a:srgbClr val="FFFFFF"/>
                    </a:solidFill>
                  </a:tcPr>
                </a:tc>
                <a:tc>
                  <a:txBody>
                    <a:bodyPr lIns="114300" tIns="66675" rIns="114300" bIns="66675">
                      <a:noAutofit/>
                    </a:bodyPr>
                    <a:lstStyle/>
                    <a:p>
                      <a:r>
                        <a:rPr sz="2100" b="0">
                          <a:solidFill>
                            <a:srgbClr val="102D69"/>
                          </a:solidFill>
                          <a:latin typeface="HSE Sans"/>
                          <a:ea typeface="HSE Sans"/>
                          <a:cs typeface="HSE Sans"/>
                        </a:rPr>
                        <a:t>0,10</a:t>
                      </a:r>
                    </a:p>
                  </a:txBody>
                  <a:tcPr marL="91440" marR="91440" marT="45720" marB="45720" anchor="ctr">
                    <a:solidFill>
                      <a:srgbClr val="FFFFFF"/>
                    </a:solidFill>
                  </a:tcPr>
                </a:tc>
              </a:tr>
              <a:tr h="533400">
                <a:tc>
                  <a:txBody>
                    <a:bodyPr lIns="114300" tIns="66675" rIns="114300" bIns="66675">
                      <a:noAutofit/>
                    </a:bodyPr>
                    <a:lstStyle/>
                    <a:p>
                      <a:r>
                        <a:rPr sz="2100" b="0">
                          <a:solidFill>
                            <a:srgbClr val="102D69"/>
                          </a:solidFill>
                          <a:latin typeface="HSE Sans"/>
                          <a:ea typeface="HSE Sans"/>
                          <a:cs typeface="HSE Sans"/>
                        </a:rPr>
                        <a:t>Потеря</a:t>
                      </a:r>
                    </a:p>
                  </a:txBody>
                  <a:tcPr marL="91440" marR="91440" marT="45720" marB="45720" anchor="ctr">
                    <a:solidFill>
                      <a:srgbClr val="EFF4FB"/>
                    </a:solidFill>
                  </a:tcPr>
                </a:tc>
                <a:tc>
                  <a:txBody>
                    <a:bodyPr lIns="114300" tIns="66675" rIns="114300" bIns="66675">
                      <a:noAutofit/>
                    </a:bodyPr>
                    <a:lstStyle/>
                    <a:p>
                      <a:r>
                        <a:rPr sz="2100" b="0">
                          <a:solidFill>
                            <a:srgbClr val="102D69"/>
                          </a:solidFill>
                          <a:latin typeface="HSE Sans"/>
                          <a:ea typeface="HSE Sans"/>
                          <a:cs typeface="HSE Sans"/>
                        </a:rPr>
                        <a:t>0,105</a:t>
                      </a:r>
                    </a:p>
                  </a:txBody>
                  <a:tcPr marL="91440" marR="91440" marT="45720" marB="45720" anchor="ctr">
                    <a:solidFill>
                      <a:srgbClr val="EFF4FB"/>
                    </a:solidFill>
                  </a:tcPr>
                </a:tc>
                <a:tc>
                  <a:txBody>
                    <a:bodyPr lIns="114300" tIns="66675" rIns="114300" bIns="66675">
                      <a:noAutofit/>
                    </a:bodyPr>
                    <a:lstStyle/>
                    <a:p>
                      <a:r>
                        <a:rPr sz="2100" b="0">
                          <a:solidFill>
                            <a:srgbClr val="102D69"/>
                          </a:solidFill>
                          <a:latin typeface="HSE Sans"/>
                          <a:ea typeface="HSE Sans"/>
                          <a:cs typeface="HSE Sans"/>
                        </a:rPr>
                        <a:t>1,609</a:t>
                      </a:r>
                    </a:p>
                  </a:txBody>
                  <a:tcPr marL="91440" marR="91440" marT="45720" marB="45720" anchor="ctr">
                    <a:solidFill>
                      <a:srgbClr val="FCE5D5"/>
                    </a:solidFill>
                  </a:tcPr>
                </a:tc>
                <a:tc>
                  <a:txBody>
                    <a:bodyPr lIns="114300" tIns="66675" rIns="114300" bIns="66675">
                      <a:noAutofit/>
                    </a:bodyPr>
                    <a:lstStyle/>
                    <a:p>
                      <a:r>
                        <a:rPr sz="2100" b="0">
                          <a:solidFill>
                            <a:srgbClr val="102D69"/>
                          </a:solidFill>
                          <a:latin typeface="HSE Sans"/>
                          <a:ea typeface="HSE Sans"/>
                          <a:cs typeface="HSE Sans"/>
                        </a:rPr>
                        <a:t>0,511</a:t>
                      </a:r>
                    </a:p>
                  </a:txBody>
                  <a:tcPr marL="91440" marR="91440" marT="45720" marB="45720" anchor="ctr">
                    <a:solidFill>
                      <a:srgbClr val="EFF4FB"/>
                    </a:solidFill>
                  </a:tcPr>
                </a:tc>
                <a:tc>
                  <a:txBody>
                    <a:bodyPr lIns="114300" tIns="66675" rIns="114300" bIns="66675">
                      <a:noAutofit/>
                    </a:bodyPr>
                    <a:lstStyle/>
                    <a:p>
                      <a:r>
                        <a:rPr sz="2100" b="0">
                          <a:solidFill>
                            <a:srgbClr val="102D69"/>
                          </a:solidFill>
                          <a:latin typeface="HSE Sans"/>
                          <a:ea typeface="HSE Sans"/>
                          <a:cs typeface="HSE Sans"/>
                        </a:rPr>
                        <a:t>0,105</a:t>
                      </a:r>
                    </a:p>
                  </a:txBody>
                  <a:tcPr marL="91440" marR="91440" marT="45720" marB="45720" anchor="ctr">
                    <a:solidFill>
                      <a:srgbClr val="EFF4FB"/>
                    </a:solidFill>
                  </a:tcPr>
                </a:tc>
              </a:tr>
            </a:tbl>
          </a:graphicData>
        </a:graphic>
      </p:graphicFrame>
      <p:pic>
        <p:nvPicPr>
          <p:cNvPr id="17" name="" descr="LaTeX: Q=\frac{0.105+1.609+0.511+0.105}{4}\approx0.583"/>
          <p:cNvPicPr>
            <a:picLocks xmlns:a="http://schemas.openxmlformats.org/drawingml/2006/main" noChangeAspect="1"/>
          </p:cNvPicPr>
          <p:nvPr/>
        </p:nvPicPr>
        <p:blipFill>
          <a:blip xmlns:r="http://schemas.openxmlformats.org/officeDocument/2006/relationships" xmlns:a="http://schemas.openxmlformats.org/drawingml/2006/main" r:embed="R7cff365deaed430f">
            <a:extLst>
              <a:ext uri="{96DAC541-7B7A-43D3-8B79-37D633B846F1}">
                <asvg:svgBlip xmlns:asvg="http://schemas.microsoft.com/office/drawing/2016/SVG/main" r:embed="R7935a04ed95b4a07"/>
              </a:ext>
            </a:extLst>
          </a:blip>
          <a:stretch xmlns:a="http://schemas.openxmlformats.org/drawingml/2006/main"/>
        </p:blipFill>
        <p:spPr>
          <a:xfrm xmlns:a="http://schemas.openxmlformats.org/drawingml/2006/main">
            <a:off x="1664494" y="5851922"/>
            <a:ext cx="4119563" cy="345281"/>
          </a:xfrm>
          <a:prstGeom xmlns:a="http://schemas.openxmlformats.org/drawingml/2006/main" prst="rect">
            <a:avLst/>
          </a:prstGeom>
        </p:spPr>
      </p:pic>
      <p:sp>
        <p:nvSpPr>
          <p:cNvPr id="10" name="l05-118">
            <a:extLst xmlns:a="http://schemas.openxmlformats.org/drawingml/2006/main">
              <a:ext uri="{FF2B5EF4-FFF2-40B4-BE49-F238E27FC236}">
                <a16:creationId xmlns:a16="http://schemas.microsoft.com/office/drawing/2014/main" id="{DA24F9EB-FBB9-4B77-9F7B-3684DC0B0020}"/>
              </a:ext>
            </a:extLst>
          </p:cNvPr>
          <p:cNvSpPr>
            <a:spLocks xmlns:a="http://schemas.openxmlformats.org/drawingml/2006/main" noGrp="1"/>
          </p:cNvSpPr>
          <p:nvPr/>
        </p:nvSpPr>
        <p:spPr>
          <a:xfrm xmlns:a="http://schemas.openxmlformats.org/drawingml/2006/main">
            <a:off x="7391400" y="5724525"/>
            <a:ext cx="4229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102D69"/>
                </a:solidFill>
                <a:latin typeface="HSE Sans"/>
                <a:ea typeface="HSE Sans"/>
                <a:cs typeface="HSE Sans"/>
              </a:defRPr>
            </a:pPr>
            <a:r>
              <a:rPr sz="2250" b="1">
                <a:solidFill>
                  <a:srgbClr val="102D69"/>
                </a:solidFill>
                <a:latin typeface="HSE Sans"/>
                <a:ea typeface="HSE Sans"/>
                <a:cs typeface="HSE Sans"/>
              </a:rPr>
              <a:t>Одна ошибка на B даёт</a:t>
            </a:r>
          </a:p>
          <a:p xmlns:a="http://schemas.openxmlformats.org/drawingml/2006/main">
            <a:pPr algn="l">
              <a:lnSpc>
                <a:spcPct val="112000"/>
              </a:lnSpc>
              <a:buNone/>
              <a:defRPr sz="2250" b="1">
                <a:solidFill>
                  <a:srgbClr val="102D69"/>
                </a:solidFill>
                <a:latin typeface="HSE Sans"/>
                <a:ea typeface="HSE Sans"/>
                <a:cs typeface="HSE Sans"/>
              </a:defRPr>
            </a:pPr>
            <a:r>
              <a:rPr sz="2250" b="1">
                <a:solidFill>
                  <a:srgbClr val="102D69"/>
                </a:solidFill>
                <a:latin typeface="HSE Sans"/>
                <a:ea typeface="HSE Sans"/>
                <a:cs typeface="HSE Sans"/>
              </a:rPr>
              <a:t>69% суммарной потери.</a:t>
            </a:r>
          </a:p>
        </p:txBody>
      </p:sp>
    </p:spTree>
    <p:extLst>
      <p:ext uri="{BB962C8B-B14F-4D97-AF65-F5344CB8AC3E}">
        <p14:creationId xmlns:p14="http://schemas.microsoft.com/office/powerpoint/2010/main" val="14098467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Выбор рабочего порога</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4. Выбор рабочего порога</a:t>
            </a:r>
          </a:p>
        </p:txBody>
      </p:sp>
      <p:sp>
        <p:nvSpPr>
          <p:cNvPr id="7" name="l05-119">
            <a:extLst xmlns:a="http://schemas.openxmlformats.org/drawingml/2006/main">
              <a:ext uri="{FF2B5EF4-FFF2-40B4-BE49-F238E27FC236}">
                <a16:creationId xmlns:a16="http://schemas.microsoft.com/office/drawing/2014/main" id="{7C2C6F46-8E10-48D4-9013-363637DCDE9B}"/>
              </a:ext>
            </a:extLst>
          </p:cNvPr>
          <p:cNvSpPr>
            <a:spLocks xmlns:a="http://schemas.openxmlformats.org/drawingml/2006/main" noGrp="1"/>
          </p:cNvSpPr>
          <p:nvPr/>
        </p:nvSpPr>
        <p:spPr>
          <a:xfrm xmlns:a="http://schemas.openxmlformats.org/drawingml/2006/main">
            <a:off x="590550" y="2714625"/>
            <a:ext cx="142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400" b="1">
                <a:solidFill>
                  <a:srgbClr val="234A9B"/>
                </a:solidFill>
                <a:latin typeface="HSE Sans"/>
                <a:ea typeface="HSE Sans"/>
                <a:cs typeface="HSE Sans"/>
              </a:defRPr>
            </a:pPr>
            <a:r>
              <a:rPr sz="5400" b="1">
                <a:solidFill>
                  <a:srgbClr val="234A9B"/>
                </a:solidFill>
                <a:latin typeface="HSE Sans"/>
                <a:ea typeface="HSE Sans"/>
                <a:cs typeface="HSE Sans"/>
              </a:rPr>
              <a:t>04</a:t>
            </a:r>
          </a:p>
        </p:txBody>
      </p:sp>
      <p:sp>
        <p:nvSpPr>
          <p:cNvPr id="8" name="l05-120">
            <a:extLst xmlns:a="http://schemas.openxmlformats.org/drawingml/2006/main">
              <a:ext uri="{FF2B5EF4-FFF2-40B4-BE49-F238E27FC236}">
                <a16:creationId xmlns:a16="http://schemas.microsoft.com/office/drawing/2014/main" id="{AA16E3CA-3570-4C8B-AD72-1745745E9FAF}"/>
              </a:ext>
            </a:extLst>
          </p:cNvPr>
          <p:cNvSpPr>
            <a:spLocks xmlns:a="http://schemas.openxmlformats.org/drawingml/2006/main" noGrp="1"/>
          </p:cNvSpPr>
          <p:nvPr/>
        </p:nvSpPr>
        <p:spPr>
          <a:xfrm xmlns:a="http://schemas.openxmlformats.org/drawingml/2006/main">
            <a:off x="2333625" y="2781300"/>
            <a:ext cx="9048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Требование к precision и максимальный recall</a:t>
            </a:r>
          </a:p>
          <a:p xmlns:a="http://schemas.openxmlformats.org/drawingml/2006/main">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Выбираем порог до итоговой проверки</a:t>
            </a:r>
          </a:p>
        </p:txBody>
      </p:sp>
    </p:spTree>
    <p:extLst>
      <p:ext uri="{BB962C8B-B14F-4D97-AF65-F5344CB8AC3E}">
        <p14:creationId xmlns:p14="http://schemas.microsoft.com/office/powerpoint/2010/main" val="14098467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Выбор порога: задача спам-фильтра</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4. Выбор рабочего порога</a:t>
            </a:r>
          </a:p>
        </p:txBody>
      </p:sp>
      <p:sp>
        <p:nvSpPr>
          <p:cNvPr id="7" name="l05-121">
            <a:extLst xmlns:a="http://schemas.openxmlformats.org/drawingml/2006/main">
              <a:ext uri="{FF2B5EF4-FFF2-40B4-BE49-F238E27FC236}">
                <a16:creationId xmlns:a16="http://schemas.microsoft.com/office/drawing/2014/main" id="{96E0194B-5B0B-45DC-81AA-AD616EC3B214}"/>
              </a:ext>
            </a:extLst>
          </p:cNvPr>
          <p:cNvSpPr>
            <a:spLocks xmlns:a="http://schemas.openxmlformats.org/drawingml/2006/main" noGrp="1"/>
          </p:cNvSpPr>
          <p:nvPr/>
        </p:nvSpPr>
        <p:spPr>
          <a:xfrm xmlns:a="http://schemas.openxmlformats.org/drawingml/2006/main">
            <a:off x="590550" y="2352675"/>
            <a:ext cx="110299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625" b="1">
                <a:solidFill>
                  <a:srgbClr val="102D69"/>
                </a:solidFill>
                <a:latin typeface="HSE Sans"/>
                <a:ea typeface="HSE Sans"/>
                <a:cs typeface="HSE Sans"/>
              </a:defRPr>
            </a:pPr>
            <a:r>
              <a:rPr sz="2625" b="1">
                <a:solidFill>
                  <a:srgbClr val="102D69"/>
                </a:solidFill>
                <a:latin typeface="HSE Sans"/>
                <a:ea typeface="HSE Sans"/>
                <a:cs typeface="HSE Sans"/>
              </a:rPr>
              <a:t>Найти как можно больше спама. Среди отобранных писем</a:t>
            </a:r>
          </a:p>
          <a:p xmlns:a="http://schemas.openxmlformats.org/drawingml/2006/main">
            <a:pPr algn="l">
              <a:lnSpc>
                <a:spcPct val="112000"/>
              </a:lnSpc>
              <a:buNone/>
              <a:defRPr sz="2625" b="1">
                <a:solidFill>
                  <a:srgbClr val="102D69"/>
                </a:solidFill>
                <a:latin typeface="HSE Sans"/>
                <a:ea typeface="HSE Sans"/>
                <a:cs typeface="HSE Sans"/>
              </a:defRPr>
            </a:pPr>
            <a:r>
              <a:rPr sz="2625" b="1">
                <a:solidFill>
                  <a:srgbClr val="102D69"/>
                </a:solidFill>
                <a:latin typeface="HSE Sans"/>
                <a:ea typeface="HSE Sans"/>
                <a:cs typeface="HSE Sans"/>
              </a:rPr>
              <a:t>не менее 75% должны действительно быть спамом.</a:t>
            </a:r>
          </a:p>
        </p:txBody>
      </p:sp>
      <p:sp>
        <p:nvSpPr>
          <p:cNvPr id="8" name="l05-122">
            <a:extLst xmlns:a="http://schemas.openxmlformats.org/drawingml/2006/main">
              <a:ext uri="{FF2B5EF4-FFF2-40B4-BE49-F238E27FC236}">
                <a16:creationId xmlns:a16="http://schemas.microsoft.com/office/drawing/2014/main" id="{59C7BF00-5691-4FC1-B3D1-5A5E7FB5F341}"/>
              </a:ext>
            </a:extLst>
          </p:cNvPr>
          <p:cNvSpPr>
            <a:spLocks xmlns:a="http://schemas.openxmlformats.org/drawingml/2006/main" noGrp="1"/>
          </p:cNvSpPr>
          <p:nvPr/>
        </p:nvSpPr>
        <p:spPr>
          <a:xfrm xmlns:a="http://schemas.openxmlformats.org/drawingml/2006/main">
            <a:off x="590550" y="4086225"/>
            <a:ext cx="110299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Precision: какой процент отобранных писем является спамом?</a:t>
            </a:r>
          </a:p>
        </p:txBody>
      </p:sp>
      <p:sp>
        <p:nvSpPr>
          <p:cNvPr id="9" name="l05-123">
            <a:extLst xmlns:a="http://schemas.openxmlformats.org/drawingml/2006/main">
              <a:ext uri="{FF2B5EF4-FFF2-40B4-BE49-F238E27FC236}">
                <a16:creationId xmlns:a16="http://schemas.microsoft.com/office/drawing/2014/main" id="{365B5BE0-975E-46A5-AEB3-80ABDCFE0E71}"/>
              </a:ext>
            </a:extLst>
          </p:cNvPr>
          <p:cNvSpPr>
            <a:spLocks xmlns:a="http://schemas.openxmlformats.org/drawingml/2006/main" noGrp="1"/>
          </p:cNvSpPr>
          <p:nvPr/>
        </p:nvSpPr>
        <p:spPr>
          <a:xfrm xmlns:a="http://schemas.openxmlformats.org/drawingml/2006/main">
            <a:off x="590550" y="4981575"/>
            <a:ext cx="110299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Recall: какой процент всего спама удалось найти?</a:t>
            </a:r>
          </a:p>
        </p:txBody>
      </p:sp>
      <p:sp>
        <p:nvSpPr>
          <p:cNvPr id="10" name="l05-124">
            <a:extLst xmlns:a="http://schemas.openxmlformats.org/drawingml/2006/main">
              <a:ext uri="{FF2B5EF4-FFF2-40B4-BE49-F238E27FC236}">
                <a16:creationId xmlns:a16="http://schemas.microsoft.com/office/drawing/2014/main" id="{5A91BABF-F1D0-4DBA-AA17-6B257D198A0C}"/>
              </a:ext>
            </a:extLst>
          </p:cNvPr>
          <p:cNvSpPr>
            <a:spLocks xmlns:a="http://schemas.openxmlformats.org/drawingml/2006/main" noGrp="1"/>
          </p:cNvSpPr>
          <p:nvPr/>
        </p:nvSpPr>
        <p:spPr>
          <a:xfrm xmlns:a="http://schemas.openxmlformats.org/drawingml/2006/main">
            <a:off x="590550" y="5953125"/>
            <a:ext cx="11029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102D69"/>
                </a:solidFill>
                <a:latin typeface="HSE Sans"/>
                <a:ea typeface="HSE Sans"/>
                <a:cs typeface="HSE Sans"/>
              </a:defRPr>
            </a:pPr>
            <a:r>
              <a:rPr sz="2475" b="1">
                <a:solidFill>
                  <a:srgbClr val="102D69"/>
                </a:solidFill>
                <a:latin typeface="HSE Sans"/>
                <a:ea typeface="HSE Sans"/>
                <a:cs typeface="HSE Sans"/>
              </a:rPr>
              <a:t>Что ограничиваем и что максимизируем?</a:t>
            </a:r>
          </a:p>
        </p:txBody>
      </p:sp>
    </p:spTree>
    <p:extLst>
      <p:ext uri="{BB962C8B-B14F-4D97-AF65-F5344CB8AC3E}">
        <p14:creationId xmlns:p14="http://schemas.microsoft.com/office/powerpoint/2010/main" val="14098467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Precision не ниже 75%, recall как можно выше</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4. Выбор рабочего порога</a:t>
            </a:r>
          </a:p>
        </p:txBody>
      </p:sp>
      <p:sp>
        <p:nvSpPr>
          <p:cNvPr id="7" name="l05-125">
            <a:extLst xmlns:a="http://schemas.openxmlformats.org/drawingml/2006/main">
              <a:ext uri="{FF2B5EF4-FFF2-40B4-BE49-F238E27FC236}">
                <a16:creationId xmlns:a16="http://schemas.microsoft.com/office/drawing/2014/main" id="{441BB5C0-B45A-44C6-8FC1-270E9EC5D5DD}"/>
              </a:ext>
            </a:extLst>
          </p:cNvPr>
          <p:cNvSpPr>
            <a:spLocks xmlns:a="http://schemas.openxmlformats.org/drawingml/2006/main" noGrp="1"/>
          </p:cNvSpPr>
          <p:nvPr/>
        </p:nvSpPr>
        <p:spPr>
          <a:xfrm xmlns:a="http://schemas.openxmlformats.org/drawingml/2006/main">
            <a:off x="590550" y="2228850"/>
            <a:ext cx="110299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Восемь писем, четыре со спамом. Выбираем порог на validation.</a:t>
            </a:r>
          </a:p>
          <a:p xmlns:a="http://schemas.openxmlformats.org/drawingml/2006/main">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Требование: не менее 75% отобранных писем должны быть спамом.</a:t>
            </a:r>
          </a:p>
        </p:txBody>
      </p:sp>
      <p:graphicFrame>
        <p:nvGraphicFramePr>
          <p:cNvPr id="15" name=""/>
          <p:cNvGraphicFramePr/>
          <p:nvPr/>
        </p:nvGraphicFramePr>
        <p:xfrm>
          <a:off xmlns:a="http://schemas.openxmlformats.org/drawingml/2006/main" x="590550" y="3648075"/>
          <a:ext xmlns:a="http://schemas.openxmlformats.org/drawingml/2006/main" cx="11029950" cy="2314575"/>
        </p:xfrm>
        <a:graphic xmlns:a="http://schemas.openxmlformats.org/drawingml/2006/main">
          <a:graphicData uri="http://schemas.openxmlformats.org/drawingml/2006/table">
            <a:tbl>
              <a:tblPr firstRow="1" bandRow="0"/>
              <a:tblGrid>
                <a:gridCol w="1733550"/>
                <a:gridCol w="4591050"/>
                <a:gridCol w="2352675"/>
                <a:gridCol w="2352675"/>
              </a:tblGrid>
              <a:tr h="578644">
                <a:tc>
                  <a:txBody>
                    <a:bodyPr lIns="114300" tIns="66675" rIns="114300" bIns="66675">
                      <a:noAutofit/>
                    </a:bodyPr>
                    <a:lstStyle/>
                    <a:p>
                      <a:r>
                        <a:rPr sz="2100" b="1">
                          <a:solidFill>
                            <a:srgbClr val="FFFFFF"/>
                          </a:solidFill>
                          <a:latin typeface="HSE Sans"/>
                          <a:ea typeface="HSE Sans"/>
                          <a:cs typeface="HSE Sans"/>
                        </a:rPr>
                        <a:t>Порог</a:t>
                      </a:r>
                    </a:p>
                  </a:txBody>
                  <a:tcPr marL="91440" marR="91440" marT="45720" marB="45720" anchor="ctr">
                    <a:solidFill>
                      <a:srgbClr val="102D69"/>
                    </a:solidFill>
                  </a:tcPr>
                </a:tc>
                <a:tc>
                  <a:txBody>
                    <a:bodyPr lIns="114300" tIns="66675" rIns="114300" bIns="66675">
                      <a:noAutofit/>
                    </a:bodyPr>
                    <a:lstStyle/>
                    <a:p>
                      <a:r>
                        <a:rPr sz="2100" b="1">
                          <a:solidFill>
                            <a:srgbClr val="FFFFFF"/>
                          </a:solidFill>
                          <a:latin typeface="HSE Sans"/>
                          <a:ea typeface="HSE Sans"/>
                          <a:cs typeface="HSE Sans"/>
                        </a:rPr>
                        <a:t>Отобрали / из них спам</a:t>
                      </a:r>
                    </a:p>
                  </a:txBody>
                  <a:tcPr marL="91440" marR="91440" marT="45720" marB="45720" anchor="ctr">
                    <a:solidFill>
                      <a:srgbClr val="102D69"/>
                    </a:solidFill>
                  </a:tcPr>
                </a:tc>
                <a:tc>
                  <a:txBody>
                    <a:bodyPr lIns="114300" tIns="66675" rIns="114300" bIns="66675">
                      <a:noAutofit/>
                    </a:bodyPr>
                    <a:lstStyle/>
                    <a:p>
                      <a:r>
                        <a:rPr sz="2100" b="1">
                          <a:solidFill>
                            <a:srgbClr val="FFFFFF"/>
                          </a:solidFill>
                          <a:latin typeface="HSE Sans"/>
                          <a:ea typeface="HSE Sans"/>
                          <a:cs typeface="HSE Sans"/>
                        </a:rPr>
                        <a:t>Precision</a:t>
                      </a:r>
                    </a:p>
                  </a:txBody>
                  <a:tcPr marL="91440" marR="91440" marT="45720" marB="45720" anchor="ctr">
                    <a:solidFill>
                      <a:srgbClr val="102D69"/>
                    </a:solidFill>
                  </a:tcPr>
                </a:tc>
                <a:tc>
                  <a:txBody>
                    <a:bodyPr lIns="114300" tIns="66675" rIns="114300" bIns="66675">
                      <a:noAutofit/>
                    </a:bodyPr>
                    <a:lstStyle/>
                    <a:p>
                      <a:r>
                        <a:rPr sz="2100" b="1">
                          <a:solidFill>
                            <a:srgbClr val="FFFFFF"/>
                          </a:solidFill>
                          <a:latin typeface="HSE Sans"/>
                          <a:ea typeface="HSE Sans"/>
                          <a:cs typeface="HSE Sans"/>
                        </a:rPr>
                        <a:t>Recall</a:t>
                      </a:r>
                    </a:p>
                  </a:txBody>
                  <a:tcPr marL="91440" marR="91440" marT="45720" marB="45720" anchor="ctr">
                    <a:solidFill>
                      <a:srgbClr val="102D69"/>
                    </a:solidFill>
                  </a:tcPr>
                </a:tc>
              </a:tr>
              <a:tr h="578644">
                <a:tc>
                  <a:txBody>
                    <a:bodyPr lIns="114300" tIns="66675" rIns="114300" bIns="66675">
                      <a:noAutofit/>
                    </a:bodyPr>
                    <a:lstStyle/>
                    <a:p>
                      <a:r>
                        <a:rPr sz="2100" b="0">
                          <a:solidFill>
                            <a:srgbClr val="102D69"/>
                          </a:solidFill>
                          <a:latin typeface="HSE Sans"/>
                          <a:ea typeface="HSE Sans"/>
                          <a:cs typeface="HSE Sans"/>
                        </a:rPr>
                        <a:t>3,2</a:t>
                      </a:r>
                    </a:p>
                  </a:txBody>
                  <a:tcPr marL="91440" marR="91440" marT="45720" marB="45720" anchor="ctr">
                    <a:solidFill>
                      <a:srgbClr val="EFF4FB"/>
                    </a:solidFill>
                  </a:tcPr>
                </a:tc>
                <a:tc>
                  <a:txBody>
                    <a:bodyPr lIns="114300" tIns="66675" rIns="114300" bIns="66675">
                      <a:noAutofit/>
                    </a:bodyPr>
                    <a:lstStyle/>
                    <a:p>
                      <a:r>
                        <a:rPr sz="2100" b="0">
                          <a:solidFill>
                            <a:srgbClr val="102D69"/>
                          </a:solidFill>
                          <a:latin typeface="HSE Sans"/>
                          <a:ea typeface="HSE Sans"/>
                          <a:cs typeface="HSE Sans"/>
                        </a:rPr>
                        <a:t>1 письмо / 1 спам</a:t>
                      </a:r>
                    </a:p>
                  </a:txBody>
                  <a:tcPr marL="91440" marR="91440" marT="45720" marB="45720" anchor="ctr">
                    <a:solidFill>
                      <a:srgbClr val="EFF4FB"/>
                    </a:solidFill>
                  </a:tcPr>
                </a:tc>
                <a:tc>
                  <a:txBody>
                    <a:bodyPr lIns="114300" tIns="66675" rIns="114300" bIns="66675">
                      <a:noAutofit/>
                    </a:bodyPr>
                    <a:lstStyle/>
                    <a:p>
                      <a:r>
                        <a:rPr sz="2100" b="0">
                          <a:solidFill>
                            <a:srgbClr val="102D69"/>
                          </a:solidFill>
                          <a:latin typeface="HSE Sans"/>
                          <a:ea typeface="HSE Sans"/>
                          <a:cs typeface="HSE Sans"/>
                        </a:rPr>
                        <a:t>100%</a:t>
                      </a:r>
                    </a:p>
                  </a:txBody>
                  <a:tcPr marL="91440" marR="91440" marT="45720" marB="45720" anchor="ctr">
                    <a:solidFill>
                      <a:srgbClr val="EFF4FB"/>
                    </a:solidFill>
                  </a:tcPr>
                </a:tc>
                <a:tc>
                  <a:txBody>
                    <a:bodyPr lIns="114300" tIns="66675" rIns="114300" bIns="66675">
                      <a:noAutofit/>
                    </a:bodyPr>
                    <a:lstStyle/>
                    <a:p>
                      <a:r>
                        <a:rPr sz="2100" b="0">
                          <a:solidFill>
                            <a:srgbClr val="102D69"/>
                          </a:solidFill>
                          <a:latin typeface="HSE Sans"/>
                          <a:ea typeface="HSE Sans"/>
                          <a:cs typeface="HSE Sans"/>
                        </a:rPr>
                        <a:t>25%</a:t>
                      </a:r>
                    </a:p>
                  </a:txBody>
                  <a:tcPr marL="91440" marR="91440" marT="45720" marB="45720" anchor="ctr">
                    <a:solidFill>
                      <a:srgbClr val="EFF4FB"/>
                    </a:solidFill>
                  </a:tcPr>
                </a:tc>
              </a:tr>
              <a:tr h="578644">
                <a:tc>
                  <a:txBody>
                    <a:bodyPr lIns="114300" tIns="66675" rIns="114300" bIns="66675">
                      <a:noAutofit/>
                    </a:bodyPr>
                    <a:lstStyle/>
                    <a:p>
                      <a:r>
                        <a:rPr sz="2100" b="0">
                          <a:solidFill>
                            <a:srgbClr val="102D69"/>
                          </a:solidFill>
                          <a:latin typeface="HSE Sans"/>
                          <a:ea typeface="HSE Sans"/>
                          <a:cs typeface="HSE Sans"/>
                        </a:rPr>
                        <a:t>1,1</a:t>
                      </a:r>
                    </a:p>
                  </a:txBody>
                  <a:tcPr marL="91440" marR="91440" marT="45720" marB="45720" anchor="ctr">
                    <a:solidFill>
                      <a:srgbClr val="FCE5D5"/>
                    </a:solidFill>
                  </a:tcPr>
                </a:tc>
                <a:tc>
                  <a:txBody>
                    <a:bodyPr lIns="114300" tIns="66675" rIns="114300" bIns="66675">
                      <a:noAutofit/>
                    </a:bodyPr>
                    <a:lstStyle/>
                    <a:p>
                      <a:r>
                        <a:rPr sz="2100" b="0">
                          <a:solidFill>
                            <a:srgbClr val="102D69"/>
                          </a:solidFill>
                          <a:latin typeface="HSE Sans"/>
                          <a:ea typeface="HSE Sans"/>
                          <a:cs typeface="HSE Sans"/>
                        </a:rPr>
                        <a:t>4 письма / 3 спам</a:t>
                      </a:r>
                    </a:p>
                  </a:txBody>
                  <a:tcPr marL="91440" marR="91440" marT="45720" marB="45720" anchor="ctr">
                    <a:solidFill>
                      <a:srgbClr val="FCE5D5"/>
                    </a:solidFill>
                  </a:tcPr>
                </a:tc>
                <a:tc>
                  <a:txBody>
                    <a:bodyPr lIns="114300" tIns="66675" rIns="114300" bIns="66675">
                      <a:noAutofit/>
                    </a:bodyPr>
                    <a:lstStyle/>
                    <a:p>
                      <a:r>
                        <a:rPr sz="2100" b="0">
                          <a:solidFill>
                            <a:srgbClr val="102D69"/>
                          </a:solidFill>
                          <a:latin typeface="HSE Sans"/>
                          <a:ea typeface="HSE Sans"/>
                          <a:cs typeface="HSE Sans"/>
                        </a:rPr>
                        <a:t>75%</a:t>
                      </a:r>
                    </a:p>
                  </a:txBody>
                  <a:tcPr marL="91440" marR="91440" marT="45720" marB="45720" anchor="ctr">
                    <a:solidFill>
                      <a:srgbClr val="FCE5D5"/>
                    </a:solidFill>
                  </a:tcPr>
                </a:tc>
                <a:tc>
                  <a:txBody>
                    <a:bodyPr lIns="114300" tIns="66675" rIns="114300" bIns="66675">
                      <a:noAutofit/>
                    </a:bodyPr>
                    <a:lstStyle/>
                    <a:p>
                      <a:r>
                        <a:rPr sz="2100" b="0">
                          <a:solidFill>
                            <a:srgbClr val="102D69"/>
                          </a:solidFill>
                          <a:latin typeface="HSE Sans"/>
                          <a:ea typeface="HSE Sans"/>
                          <a:cs typeface="HSE Sans"/>
                        </a:rPr>
                        <a:t>75%</a:t>
                      </a:r>
                    </a:p>
                  </a:txBody>
                  <a:tcPr marL="91440" marR="91440" marT="45720" marB="45720" anchor="ctr">
                    <a:solidFill>
                      <a:srgbClr val="FCE5D5"/>
                    </a:solidFill>
                  </a:tcPr>
                </a:tc>
              </a:tr>
              <a:tr h="578644">
                <a:tc>
                  <a:txBody>
                    <a:bodyPr lIns="114300" tIns="66675" rIns="114300" bIns="66675">
                      <a:noAutofit/>
                    </a:bodyPr>
                    <a:lstStyle/>
                    <a:p>
                      <a:r>
                        <a:rPr sz="2100" b="0">
                          <a:solidFill>
                            <a:srgbClr val="102D69"/>
                          </a:solidFill>
                          <a:latin typeface="HSE Sans"/>
                          <a:ea typeface="HSE Sans"/>
                          <a:cs typeface="HSE Sans"/>
                        </a:rPr>
                        <a:t>−0,7</a:t>
                      </a:r>
                    </a:p>
                  </a:txBody>
                  <a:tcPr marL="91440" marR="91440" marT="45720" marB="45720" anchor="ctr">
                    <a:solidFill>
                      <a:srgbClr val="EFF4FB"/>
                    </a:solidFill>
                  </a:tcPr>
                </a:tc>
                <a:tc>
                  <a:txBody>
                    <a:bodyPr lIns="114300" tIns="66675" rIns="114300" bIns="66675">
                      <a:noAutofit/>
                    </a:bodyPr>
                    <a:lstStyle/>
                    <a:p>
                      <a:r>
                        <a:rPr sz="2100" b="0">
                          <a:solidFill>
                            <a:srgbClr val="102D69"/>
                          </a:solidFill>
                          <a:latin typeface="HSE Sans"/>
                          <a:ea typeface="HSE Sans"/>
                          <a:cs typeface="HSE Sans"/>
                        </a:rPr>
                        <a:t>7 писем / 4 спам</a:t>
                      </a:r>
                    </a:p>
                  </a:txBody>
                  <a:tcPr marL="91440" marR="91440" marT="45720" marB="45720" anchor="ctr">
                    <a:solidFill>
                      <a:srgbClr val="EFF4FB"/>
                    </a:solidFill>
                  </a:tcPr>
                </a:tc>
                <a:tc>
                  <a:txBody>
                    <a:bodyPr lIns="114300" tIns="66675" rIns="114300" bIns="66675">
                      <a:noAutofit/>
                    </a:bodyPr>
                    <a:lstStyle/>
                    <a:p>
                      <a:r>
                        <a:rPr sz="2100" b="0">
                          <a:solidFill>
                            <a:srgbClr val="102D69"/>
                          </a:solidFill>
                          <a:latin typeface="HSE Sans"/>
                          <a:ea typeface="HSE Sans"/>
                          <a:cs typeface="HSE Sans"/>
                        </a:rPr>
                        <a:t>≈ 57%</a:t>
                      </a:r>
                    </a:p>
                  </a:txBody>
                  <a:tcPr marL="91440" marR="91440" marT="45720" marB="45720" anchor="ctr">
                    <a:solidFill>
                      <a:srgbClr val="EFF4FB"/>
                    </a:solidFill>
                  </a:tcPr>
                </a:tc>
                <a:tc>
                  <a:txBody>
                    <a:bodyPr lIns="114300" tIns="66675" rIns="114300" bIns="66675">
                      <a:noAutofit/>
                    </a:bodyPr>
                    <a:lstStyle/>
                    <a:p>
                      <a:r>
                        <a:rPr sz="2100" b="0">
                          <a:solidFill>
                            <a:srgbClr val="102D69"/>
                          </a:solidFill>
                          <a:latin typeface="HSE Sans"/>
                          <a:ea typeface="HSE Sans"/>
                          <a:cs typeface="HSE Sans"/>
                        </a:rPr>
                        <a:t>100%</a:t>
                      </a:r>
                    </a:p>
                  </a:txBody>
                  <a:tcPr marL="91440" marR="91440" marT="45720" marB="45720" anchor="ctr">
                    <a:solidFill>
                      <a:srgbClr val="EFF4FB"/>
                    </a:solidFill>
                  </a:tcPr>
                </a:tc>
              </a:tr>
            </a:tbl>
          </a:graphicData>
        </a:graphic>
      </p:graphicFrame>
      <p:sp>
        <p:nvSpPr>
          <p:cNvPr id="9" name="l05-126">
            <a:extLst xmlns:a="http://schemas.openxmlformats.org/drawingml/2006/main">
              <a:ext uri="{FF2B5EF4-FFF2-40B4-BE49-F238E27FC236}">
                <a16:creationId xmlns:a16="http://schemas.microsoft.com/office/drawing/2014/main" id="{C6E7F564-0AD4-4FE2-B1A1-77A9192DFC57}"/>
              </a:ext>
            </a:extLst>
          </p:cNvPr>
          <p:cNvSpPr>
            <a:spLocks xmlns:a="http://schemas.openxmlformats.org/drawingml/2006/main" noGrp="1"/>
          </p:cNvSpPr>
          <p:nvPr/>
        </p:nvSpPr>
        <p:spPr>
          <a:xfrm xmlns:a="http://schemas.openxmlformats.org/drawingml/2006/main">
            <a:off x="590550" y="6153150"/>
            <a:ext cx="11029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02D69"/>
                </a:solidFill>
                <a:latin typeface="HSE Sans"/>
                <a:ea typeface="HSE Sans"/>
                <a:cs typeface="HSE Sans"/>
              </a:defRPr>
            </a:pPr>
            <a:r>
              <a:rPr sz="2025" b="1">
                <a:solidFill>
                  <a:srgbClr val="102D69"/>
                </a:solidFill>
                <a:latin typeface="HSE Sans"/>
                <a:ea typeface="HSE Sans"/>
                <a:cs typeface="HSE Sans"/>
              </a:rPr>
              <a:t>t = 1,1: 75% отобранных писем являются спамом, найдено 75% всего спама.</a:t>
            </a:r>
          </a:p>
        </p:txBody>
      </p:sp>
    </p:spTree>
    <p:extLst>
      <p:ext uri="{BB962C8B-B14F-4D97-AF65-F5344CB8AC3E}">
        <p14:creationId xmlns:p14="http://schemas.microsoft.com/office/powerpoint/2010/main" val="14098467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Редкий класс: что скрывает малая FPR</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4. Выбор рабочего порога</a:t>
            </a:r>
          </a:p>
        </p:txBody>
      </p:sp>
      <p:sp>
        <p:nvSpPr>
          <p:cNvPr id="7" name="l05-127">
            <a:extLst xmlns:a="http://schemas.openxmlformats.org/drawingml/2006/main">
              <a:ext uri="{FF2B5EF4-FFF2-40B4-BE49-F238E27FC236}">
                <a16:creationId xmlns:a16="http://schemas.microsoft.com/office/drawing/2014/main" id="{0D341CFC-6E1E-45C4-ABC1-C336F355EC37}"/>
              </a:ext>
            </a:extLst>
          </p:cNvPr>
          <p:cNvSpPr>
            <a:spLocks xmlns:a="http://schemas.openxmlformats.org/drawingml/2006/main" noGrp="1"/>
          </p:cNvSpPr>
          <p:nvPr/>
        </p:nvSpPr>
        <p:spPr>
          <a:xfrm xmlns:a="http://schemas.openxmlformats.org/drawingml/2006/main">
            <a:off x="590550" y="2257425"/>
            <a:ext cx="110299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Спам-фильтр находит 80% спама и ошибается на 10% обычных писем.</a:t>
            </a:r>
          </a:p>
          <a:p xmlns:a="http://schemas.openxmlformats.org/drawingml/2006/main">
            <a:pPr algn="l">
              <a:lnSpc>
                <a:spcPct val="112000"/>
              </a:lnSpc>
              <a:buNone/>
              <a:defRPr sz="2175" b="0">
                <a:solidFill>
                  <a:srgbClr val="102D69"/>
                </a:solidFill>
                <a:latin typeface="HSE Sans"/>
                <a:ea typeface="HSE Sans"/>
                <a:cs typeface="HSE Sans"/>
              </a:defRPr>
            </a:pPr>
            <a:r>
              <a:rPr sz="2175" b="0">
                <a:solidFill>
                  <a:srgbClr val="102D69"/>
                </a:solidFill>
                <a:latin typeface="HSE Sans"/>
                <a:ea typeface="HSE Sans"/>
                <a:cs typeface="HSE Sans"/>
              </a:rPr>
              <a:t>Что будет, если спам встречается редко?</a:t>
            </a:r>
          </a:p>
        </p:txBody>
      </p:sp>
      <p:graphicFrame>
        <p:nvGraphicFramePr>
          <p:cNvPr id="15" name=""/>
          <p:cNvGraphicFramePr/>
          <p:nvPr/>
        </p:nvGraphicFramePr>
        <p:xfrm>
          <a:off xmlns:a="http://schemas.openxmlformats.org/drawingml/2006/main" x="590550" y="3667125"/>
          <a:ext xmlns:a="http://schemas.openxmlformats.org/drawingml/2006/main" cx="11029950" cy="2038350"/>
        </p:xfrm>
        <a:graphic xmlns:a="http://schemas.openxmlformats.org/drawingml/2006/main">
          <a:graphicData uri="http://schemas.openxmlformats.org/drawingml/2006/table">
            <a:tbl>
              <a:tblPr firstRow="1" bandRow="0"/>
              <a:tblGrid>
                <a:gridCol w="2781300"/>
                <a:gridCol w="2533650"/>
                <a:gridCol w="2667000"/>
                <a:gridCol w="3048000"/>
              </a:tblGrid>
              <a:tr h="679450">
                <a:tc>
                  <a:txBody>
                    <a:bodyPr lIns="114300" tIns="66675" rIns="114300" bIns="66675">
                      <a:noAutofit/>
                    </a:bodyPr>
                    <a:lstStyle/>
                    <a:p>
                      <a:r>
                        <a:rPr sz="2025" b="1">
                          <a:solidFill>
                            <a:srgbClr val="FFFFFF"/>
                          </a:solidFill>
                          <a:latin typeface="HSE Sans"/>
                          <a:ea typeface="HSE Sans"/>
                          <a:cs typeface="HSE Sans"/>
                        </a:rPr>
                        <a:t>Из 1000 писем</a:t>
                      </a:r>
                    </a:p>
                  </a:txBody>
                  <a:tcPr marL="91440" marR="91440" marT="45720" marB="45720" anchor="ctr">
                    <a:solidFill>
                      <a:srgbClr val="102D69"/>
                    </a:solidFill>
                  </a:tcPr>
                </a:tc>
                <a:tc>
                  <a:txBody>
                    <a:bodyPr lIns="114300" tIns="66675" rIns="114300" bIns="66675">
                      <a:noAutofit/>
                    </a:bodyPr>
                    <a:lstStyle/>
                    <a:p>
                      <a:r>
                        <a:rPr sz="2025" b="1">
                          <a:solidFill>
                            <a:srgbClr val="FFFFFF"/>
                          </a:solidFill>
                          <a:latin typeface="HSE Sans"/>
                          <a:ea typeface="HSE Sans"/>
                          <a:cs typeface="HSE Sans"/>
                        </a:rPr>
                        <a:t>Нашли спам</a:t>
                      </a:r>
                    </a:p>
                  </a:txBody>
                  <a:tcPr marL="91440" marR="91440" marT="45720" marB="45720" anchor="ctr">
                    <a:solidFill>
                      <a:srgbClr val="102D69"/>
                    </a:solidFill>
                  </a:tcPr>
                </a:tc>
                <a:tc>
                  <a:txBody>
                    <a:bodyPr lIns="114300" tIns="66675" rIns="114300" bIns="66675">
                      <a:noAutofit/>
                    </a:bodyPr>
                    <a:lstStyle/>
                    <a:p>
                      <a:r>
                        <a:rPr sz="2025" b="1">
                          <a:solidFill>
                            <a:srgbClr val="FFFFFF"/>
                          </a:solidFill>
                          <a:latin typeface="HSE Sans"/>
                          <a:ea typeface="HSE Sans"/>
                          <a:cs typeface="HSE Sans"/>
                        </a:rPr>
                        <a:t>Ложные тревоги</a:t>
                      </a:r>
                    </a:p>
                  </a:txBody>
                  <a:tcPr marL="91440" marR="91440" marT="45720" marB="45720" anchor="ctr">
                    <a:solidFill>
                      <a:srgbClr val="102D69"/>
                    </a:solidFill>
                  </a:tcPr>
                </a:tc>
                <a:tc>
                  <a:txBody>
                    <a:bodyPr lIns="114300" tIns="66675" rIns="114300" bIns="66675">
                      <a:noAutofit/>
                    </a:bodyPr>
                    <a:lstStyle/>
                    <a:p>
                      <a:r>
                        <a:rPr sz="2025" b="1">
                          <a:solidFill>
                            <a:srgbClr val="FFFFFF"/>
                          </a:solidFill>
                          <a:latin typeface="HSE Sans"/>
                          <a:ea typeface="HSE Sans"/>
                          <a:cs typeface="HSE Sans"/>
                        </a:rPr>
                        <a:t>Precision</a:t>
                      </a:r>
                    </a:p>
                  </a:txBody>
                  <a:tcPr marL="91440" marR="91440" marT="45720" marB="45720" anchor="ctr">
                    <a:solidFill>
                      <a:srgbClr val="102D69"/>
                    </a:solidFill>
                  </a:tcPr>
                </a:tc>
              </a:tr>
              <a:tr h="679450">
                <a:tc>
                  <a:txBody>
                    <a:bodyPr lIns="114300" tIns="66675" rIns="114300" bIns="66675">
                      <a:noAutofit/>
                    </a:bodyPr>
                    <a:lstStyle/>
                    <a:p>
                      <a:r>
                        <a:rPr sz="2025" b="0">
                          <a:solidFill>
                            <a:srgbClr val="102D69"/>
                          </a:solidFill>
                          <a:latin typeface="HSE Sans"/>
                          <a:ea typeface="HSE Sans"/>
                          <a:cs typeface="HSE Sans"/>
                        </a:rPr>
                        <a:t>500 со спамом</a:t>
                      </a:r>
                    </a:p>
                  </a:txBody>
                  <a:tcPr marL="91440" marR="91440" marT="45720" marB="45720" anchor="ctr">
                    <a:solidFill>
                      <a:srgbClr val="EFF4FB"/>
                    </a:solidFill>
                  </a:tcPr>
                </a:tc>
                <a:tc>
                  <a:txBody>
                    <a:bodyPr lIns="114300" tIns="66675" rIns="114300" bIns="66675">
                      <a:noAutofit/>
                    </a:bodyPr>
                    <a:lstStyle/>
                    <a:p>
                      <a:r>
                        <a:rPr sz="2025" b="0">
                          <a:solidFill>
                            <a:srgbClr val="102D69"/>
                          </a:solidFill>
                          <a:latin typeface="HSE Sans"/>
                          <a:ea typeface="HSE Sans"/>
                          <a:cs typeface="HSE Sans"/>
                        </a:rPr>
                        <a:t>400 из 500</a:t>
                      </a:r>
                    </a:p>
                  </a:txBody>
                  <a:tcPr marL="91440" marR="91440" marT="45720" marB="45720" anchor="ctr">
                    <a:solidFill>
                      <a:srgbClr val="EFF4FB"/>
                    </a:solidFill>
                  </a:tcPr>
                </a:tc>
                <a:tc>
                  <a:txBody>
                    <a:bodyPr lIns="114300" tIns="66675" rIns="114300" bIns="66675">
                      <a:noAutofit/>
                    </a:bodyPr>
                    <a:lstStyle/>
                    <a:p>
                      <a:r>
                        <a:rPr sz="2025" b="0">
                          <a:solidFill>
                            <a:srgbClr val="102D69"/>
                          </a:solidFill>
                          <a:latin typeface="HSE Sans"/>
                          <a:ea typeface="HSE Sans"/>
                          <a:cs typeface="HSE Sans"/>
                        </a:rPr>
                        <a:t>50 из 500</a:t>
                      </a:r>
                    </a:p>
                  </a:txBody>
                  <a:tcPr marL="91440" marR="91440" marT="45720" marB="45720" anchor="ctr">
                    <a:solidFill>
                      <a:srgbClr val="EFF4FB"/>
                    </a:solidFill>
                  </a:tcPr>
                </a:tc>
                <a:tc>
                  <a:txBody>
                    <a:bodyPr lIns="114300" tIns="66675" rIns="114300" bIns="66675">
                      <a:noAutofit/>
                    </a:bodyPr>
                    <a:lstStyle/>
                    <a:p>
                      <a:r>
                        <a:rPr sz="2025" b="0">
                          <a:solidFill>
                            <a:srgbClr val="102D69"/>
                          </a:solidFill>
                          <a:latin typeface="HSE Sans"/>
                          <a:ea typeface="HSE Sans"/>
                          <a:cs typeface="HSE Sans"/>
                        </a:rPr>
                        <a:t>400/450 ≈ 89%</a:t>
                      </a:r>
                    </a:p>
                  </a:txBody>
                  <a:tcPr marL="91440" marR="91440" marT="45720" marB="45720" anchor="ctr">
                    <a:solidFill>
                      <a:srgbClr val="EFF4FB"/>
                    </a:solidFill>
                  </a:tcPr>
                </a:tc>
              </a:tr>
              <a:tr h="679450">
                <a:tc>
                  <a:txBody>
                    <a:bodyPr lIns="114300" tIns="66675" rIns="114300" bIns="66675">
                      <a:noAutofit/>
                    </a:bodyPr>
                    <a:lstStyle/>
                    <a:p>
                      <a:r>
                        <a:rPr sz="2025" b="0">
                          <a:solidFill>
                            <a:srgbClr val="102D69"/>
                          </a:solidFill>
                          <a:latin typeface="HSE Sans"/>
                          <a:ea typeface="HSE Sans"/>
                          <a:cs typeface="HSE Sans"/>
                        </a:rPr>
                        <a:t>10 со спамом</a:t>
                      </a:r>
                    </a:p>
                  </a:txBody>
                  <a:tcPr marL="91440" marR="91440" marT="45720" marB="45720" anchor="ctr">
                    <a:solidFill>
                      <a:srgbClr val="FFFFFF"/>
                    </a:solidFill>
                  </a:tcPr>
                </a:tc>
                <a:tc>
                  <a:txBody>
                    <a:bodyPr lIns="114300" tIns="66675" rIns="114300" bIns="66675">
                      <a:noAutofit/>
                    </a:bodyPr>
                    <a:lstStyle/>
                    <a:p>
                      <a:r>
                        <a:rPr sz="2025" b="0">
                          <a:solidFill>
                            <a:srgbClr val="102D69"/>
                          </a:solidFill>
                          <a:latin typeface="HSE Sans"/>
                          <a:ea typeface="HSE Sans"/>
                          <a:cs typeface="HSE Sans"/>
                        </a:rPr>
                        <a:t>8 из 10</a:t>
                      </a:r>
                    </a:p>
                  </a:txBody>
                  <a:tcPr marL="91440" marR="91440" marT="45720" marB="45720" anchor="ctr">
                    <a:solidFill>
                      <a:srgbClr val="FFFFFF"/>
                    </a:solidFill>
                  </a:tcPr>
                </a:tc>
                <a:tc>
                  <a:txBody>
                    <a:bodyPr lIns="114300" tIns="66675" rIns="114300" bIns="66675">
                      <a:noAutofit/>
                    </a:bodyPr>
                    <a:lstStyle/>
                    <a:p>
                      <a:r>
                        <a:rPr sz="2025" b="0">
                          <a:solidFill>
                            <a:srgbClr val="102D69"/>
                          </a:solidFill>
                          <a:latin typeface="HSE Sans"/>
                          <a:ea typeface="HSE Sans"/>
                          <a:cs typeface="HSE Sans"/>
                        </a:rPr>
                        <a:t>99 из 990</a:t>
                      </a:r>
                    </a:p>
                  </a:txBody>
                  <a:tcPr marL="91440" marR="91440" marT="45720" marB="45720" anchor="ctr">
                    <a:solidFill>
                      <a:srgbClr val="FFFFFF"/>
                    </a:solidFill>
                  </a:tcPr>
                </a:tc>
                <a:tc>
                  <a:txBody>
                    <a:bodyPr lIns="114300" tIns="66675" rIns="114300" bIns="66675">
                      <a:noAutofit/>
                    </a:bodyPr>
                    <a:lstStyle/>
                    <a:p>
                      <a:r>
                        <a:rPr sz="2025" b="0">
                          <a:solidFill>
                            <a:srgbClr val="102D69"/>
                          </a:solidFill>
                          <a:latin typeface="HSE Sans"/>
                          <a:ea typeface="HSE Sans"/>
                          <a:cs typeface="HSE Sans"/>
                        </a:rPr>
                        <a:t>8/107 ≈ 7,5%</a:t>
                      </a:r>
                    </a:p>
                  </a:txBody>
                  <a:tcPr marL="91440" marR="91440" marT="45720" marB="45720" anchor="ctr">
                    <a:solidFill>
                      <a:srgbClr val="FFFFFF"/>
                    </a:solidFill>
                  </a:tcPr>
                </a:tc>
              </a:tr>
            </a:tbl>
          </a:graphicData>
        </a:graphic>
      </p:graphicFrame>
      <p:sp>
        <p:nvSpPr>
          <p:cNvPr id="9" name="l05-128">
            <a:extLst xmlns:a="http://schemas.openxmlformats.org/drawingml/2006/main">
              <a:ext uri="{FF2B5EF4-FFF2-40B4-BE49-F238E27FC236}">
                <a16:creationId xmlns:a16="http://schemas.microsoft.com/office/drawing/2014/main" id="{A4C1ABD5-EBC0-4165-84C2-C1B6E1139FD1}"/>
              </a:ext>
            </a:extLst>
          </p:cNvPr>
          <p:cNvSpPr>
            <a:spLocks xmlns:a="http://schemas.openxmlformats.org/drawingml/2006/main" noGrp="1"/>
          </p:cNvSpPr>
          <p:nvPr/>
        </p:nvSpPr>
        <p:spPr>
          <a:xfrm xmlns:a="http://schemas.openxmlformats.org/drawingml/2006/main">
            <a:off x="590550" y="6010275"/>
            <a:ext cx="11029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02D69"/>
                </a:solidFill>
                <a:latin typeface="HSE Sans"/>
                <a:ea typeface="HSE Sans"/>
                <a:cs typeface="HSE Sans"/>
              </a:defRPr>
            </a:pPr>
            <a:r>
              <a:rPr sz="2175" b="1">
                <a:solidFill>
                  <a:srgbClr val="102D69"/>
                </a:solidFill>
                <a:latin typeface="HSE Sans"/>
                <a:ea typeface="HSE Sans"/>
                <a:cs typeface="HSE Sans"/>
              </a:rPr>
              <a:t>Нашли 8 писем со спамом, но вместе с ними отобрали 99 обычных.</a:t>
            </a:r>
          </a:p>
        </p:txBody>
      </p:sp>
    </p:spTree>
    <p:extLst>
      <p:ext uri="{BB962C8B-B14F-4D97-AF65-F5344CB8AC3E}">
        <p14:creationId xmlns:p14="http://schemas.microsoft.com/office/powerpoint/2010/main" val="140984671"/>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Один пример: что говорят разные метрики</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Итоги лекции</a:t>
            </a:r>
          </a:p>
        </p:txBody>
      </p:sp>
      <p:graphicFrame>
        <p:nvGraphicFramePr>
          <p:cNvPr id="18" name=""/>
          <p:cNvGraphicFramePr/>
          <p:nvPr/>
        </p:nvGraphicFramePr>
        <p:xfrm>
          <a:off xmlns:a="http://schemas.openxmlformats.org/drawingml/2006/main" x="590550" y="2409825"/>
          <a:ext xmlns:a="http://schemas.openxmlformats.org/drawingml/2006/main" cx="5895975" cy="2219325"/>
        </p:xfrm>
        <a:graphic xmlns:a="http://schemas.openxmlformats.org/drawingml/2006/main">
          <a:graphicData uri="http://schemas.openxmlformats.org/drawingml/2006/table">
            <a:tbl>
              <a:tblPr firstRow="1" bandRow="0"/>
              <a:tblGrid>
                <a:gridCol w="2276475"/>
                <a:gridCol w="904875"/>
                <a:gridCol w="904875"/>
                <a:gridCol w="904875"/>
                <a:gridCol w="904875"/>
              </a:tblGrid>
              <a:tr h="554831">
                <a:tc>
                  <a:txBody>
                    <a:bodyPr lIns="114300" tIns="66675" rIns="114300" bIns="66675">
                      <a:noAutofit/>
                    </a:bodyPr>
                    <a:lstStyle/>
                    <a:p>
                      <a:r>
                        <a:rPr sz="1875" b="1">
                          <a:solidFill>
                            <a:srgbClr val="FFFFFF"/>
                          </a:solidFill>
                          <a:latin typeface="HSE Sans"/>
                          <a:ea typeface="HSE Sans"/>
                          <a:cs typeface="HSE Sans"/>
                        </a:rPr>
                        <a:t>Письмо</a:t>
                      </a:r>
                    </a:p>
                  </a:txBody>
                  <a:tcPr marL="91440" marR="91440" marT="45720" marB="45720" anchor="ctr">
                    <a:solidFill>
                      <a:srgbClr val="102D69"/>
                    </a:solidFill>
                  </a:tcPr>
                </a:tc>
                <a:tc>
                  <a:txBody>
                    <a:bodyPr lIns="114300" tIns="66675" rIns="114300" bIns="66675">
                      <a:noAutofit/>
                    </a:bodyPr>
                    <a:lstStyle/>
                    <a:p>
                      <a:r>
                        <a:rPr sz="1875" b="1">
                          <a:solidFill>
                            <a:srgbClr val="FFFFFF"/>
                          </a:solidFill>
                          <a:latin typeface="HSE Sans"/>
                          <a:ea typeface="HSE Sans"/>
                          <a:cs typeface="HSE Sans"/>
                        </a:rPr>
                        <a:t>A</a:t>
                      </a:r>
                    </a:p>
                  </a:txBody>
                  <a:tcPr marL="91440" marR="91440" marT="45720" marB="45720" anchor="ctr">
                    <a:solidFill>
                      <a:srgbClr val="102D69"/>
                    </a:solidFill>
                  </a:tcPr>
                </a:tc>
                <a:tc>
                  <a:txBody>
                    <a:bodyPr lIns="114300" tIns="66675" rIns="114300" bIns="66675">
                      <a:noAutofit/>
                    </a:bodyPr>
                    <a:lstStyle/>
                    <a:p>
                      <a:r>
                        <a:rPr sz="1875" b="1">
                          <a:solidFill>
                            <a:srgbClr val="FFFFFF"/>
                          </a:solidFill>
                          <a:latin typeface="HSE Sans"/>
                          <a:ea typeface="HSE Sans"/>
                          <a:cs typeface="HSE Sans"/>
                        </a:rPr>
                        <a:t>B</a:t>
                      </a:r>
                    </a:p>
                  </a:txBody>
                  <a:tcPr marL="91440" marR="91440" marT="45720" marB="45720" anchor="ctr">
                    <a:solidFill>
                      <a:srgbClr val="102D69"/>
                    </a:solidFill>
                  </a:tcPr>
                </a:tc>
                <a:tc>
                  <a:txBody>
                    <a:bodyPr lIns="114300" tIns="66675" rIns="114300" bIns="66675">
                      <a:noAutofit/>
                    </a:bodyPr>
                    <a:lstStyle/>
                    <a:p>
                      <a:r>
                        <a:rPr sz="1875" b="1">
                          <a:solidFill>
                            <a:srgbClr val="FFFFFF"/>
                          </a:solidFill>
                          <a:latin typeface="HSE Sans"/>
                          <a:ea typeface="HSE Sans"/>
                          <a:cs typeface="HSE Sans"/>
                        </a:rPr>
                        <a:t>C</a:t>
                      </a:r>
                    </a:p>
                  </a:txBody>
                  <a:tcPr marL="91440" marR="91440" marT="45720" marB="45720" anchor="ctr">
                    <a:solidFill>
                      <a:srgbClr val="102D69"/>
                    </a:solidFill>
                  </a:tcPr>
                </a:tc>
                <a:tc>
                  <a:txBody>
                    <a:bodyPr lIns="114300" tIns="66675" rIns="114300" bIns="66675">
                      <a:noAutofit/>
                    </a:bodyPr>
                    <a:lstStyle/>
                    <a:p>
                      <a:r>
                        <a:rPr sz="1875" b="1">
                          <a:solidFill>
                            <a:srgbClr val="FFFFFF"/>
                          </a:solidFill>
                          <a:latin typeface="HSE Sans"/>
                          <a:ea typeface="HSE Sans"/>
                          <a:cs typeface="HSE Sans"/>
                        </a:rPr>
                        <a:t>D</a:t>
                      </a:r>
                    </a:p>
                  </a:txBody>
                  <a:tcPr marL="91440" marR="91440" marT="45720" marB="45720" anchor="ctr">
                    <a:solidFill>
                      <a:srgbClr val="102D69"/>
                    </a:solidFill>
                  </a:tcPr>
                </a:tc>
              </a:tr>
              <a:tr h="554831">
                <a:tc>
                  <a:txBody>
                    <a:bodyPr lIns="114300" tIns="66675" rIns="114300" bIns="66675">
                      <a:noAutofit/>
                    </a:bodyPr>
                    <a:lstStyle/>
                    <a:p>
                      <a:r>
                        <a:rPr sz="1875" b="0">
                          <a:solidFill>
                            <a:srgbClr val="102D69"/>
                          </a:solidFill>
                          <a:latin typeface="HSE Sans"/>
                          <a:ea typeface="HSE Sans"/>
                          <a:cs typeface="HSE Sans"/>
                        </a:rPr>
                        <a:t>Факт y</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1</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0</a:t>
                      </a:r>
                    </a:p>
                  </a:txBody>
                  <a:tcPr marL="91440" marR="91440" marT="45720" marB="45720" anchor="ctr">
                    <a:solidFill>
                      <a:srgbClr val="FCE5D5"/>
                    </a:solidFill>
                  </a:tcPr>
                </a:tc>
                <a:tc>
                  <a:txBody>
                    <a:bodyPr lIns="114300" tIns="66675" rIns="114300" bIns="66675">
                      <a:noAutofit/>
                    </a:bodyPr>
                    <a:lstStyle/>
                    <a:p>
                      <a:r>
                        <a:rPr sz="1875" b="0">
                          <a:solidFill>
                            <a:srgbClr val="102D69"/>
                          </a:solidFill>
                          <a:latin typeface="HSE Sans"/>
                          <a:ea typeface="HSE Sans"/>
                          <a:cs typeface="HSE Sans"/>
                        </a:rPr>
                        <a:t>1</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0</a:t>
                      </a:r>
                    </a:p>
                  </a:txBody>
                  <a:tcPr marL="91440" marR="91440" marT="45720" marB="45720" anchor="ctr">
                    <a:solidFill>
                      <a:srgbClr val="EFF4FB"/>
                    </a:solidFill>
                  </a:tcPr>
                </a:tc>
              </a:tr>
              <a:tr h="554831">
                <a:tc>
                  <a:txBody>
                    <a:bodyPr lIns="114300" tIns="66675" rIns="114300" bIns="66675">
                      <a:noAutofit/>
                    </a:bodyPr>
                    <a:lstStyle/>
                    <a:p>
                      <a:r>
                        <a:rPr sz="1875" b="0">
                          <a:solidFill>
                            <a:srgbClr val="102D69"/>
                          </a:solidFill>
                          <a:latin typeface="HSE Sans"/>
                          <a:ea typeface="HSE Sans"/>
                          <a:cs typeface="HSE Sans"/>
                        </a:rPr>
                        <a:t>Вероятность p</a:t>
                      </a:r>
                    </a:p>
                  </a:txBody>
                  <a:tcPr marL="91440" marR="91440" marT="45720" marB="45720" anchor="ctr">
                    <a:solidFill>
                      <a:srgbClr val="FFFFFF"/>
                    </a:solidFill>
                  </a:tcPr>
                </a:tc>
                <a:tc>
                  <a:txBody>
                    <a:bodyPr lIns="114300" tIns="66675" rIns="114300" bIns="66675">
                      <a:noAutofit/>
                    </a:bodyPr>
                    <a:lstStyle/>
                    <a:p>
                      <a:r>
                        <a:rPr sz="1875" b="0">
                          <a:solidFill>
                            <a:srgbClr val="102D69"/>
                          </a:solidFill>
                          <a:latin typeface="HSE Sans"/>
                          <a:ea typeface="HSE Sans"/>
                          <a:cs typeface="HSE Sans"/>
                        </a:rPr>
                        <a:t>0,9</a:t>
                      </a:r>
                    </a:p>
                  </a:txBody>
                  <a:tcPr marL="91440" marR="91440" marT="45720" marB="45720" anchor="ctr">
                    <a:solidFill>
                      <a:srgbClr val="FFFFFF"/>
                    </a:solidFill>
                  </a:tcPr>
                </a:tc>
                <a:tc>
                  <a:txBody>
                    <a:bodyPr lIns="114300" tIns="66675" rIns="114300" bIns="66675">
                      <a:noAutofit/>
                    </a:bodyPr>
                    <a:lstStyle/>
                    <a:p>
                      <a:r>
                        <a:rPr sz="1875" b="0">
                          <a:solidFill>
                            <a:srgbClr val="102D69"/>
                          </a:solidFill>
                          <a:latin typeface="HSE Sans"/>
                          <a:ea typeface="HSE Sans"/>
                          <a:cs typeface="HSE Sans"/>
                        </a:rPr>
                        <a:t>0,8</a:t>
                      </a:r>
                    </a:p>
                  </a:txBody>
                  <a:tcPr marL="91440" marR="91440" marT="45720" marB="45720" anchor="ctr">
                    <a:solidFill>
                      <a:srgbClr val="FCE5D5"/>
                    </a:solidFill>
                  </a:tcPr>
                </a:tc>
                <a:tc>
                  <a:txBody>
                    <a:bodyPr lIns="114300" tIns="66675" rIns="114300" bIns="66675">
                      <a:noAutofit/>
                    </a:bodyPr>
                    <a:lstStyle/>
                    <a:p>
                      <a:r>
                        <a:rPr sz="1875" b="0">
                          <a:solidFill>
                            <a:srgbClr val="102D69"/>
                          </a:solidFill>
                          <a:latin typeface="HSE Sans"/>
                          <a:ea typeface="HSE Sans"/>
                          <a:cs typeface="HSE Sans"/>
                        </a:rPr>
                        <a:t>0,6</a:t>
                      </a:r>
                    </a:p>
                  </a:txBody>
                  <a:tcPr marL="91440" marR="91440" marT="45720" marB="45720" anchor="ctr">
                    <a:solidFill>
                      <a:srgbClr val="FFFFFF"/>
                    </a:solidFill>
                  </a:tcPr>
                </a:tc>
                <a:tc>
                  <a:txBody>
                    <a:bodyPr lIns="114300" tIns="66675" rIns="114300" bIns="66675">
                      <a:noAutofit/>
                    </a:bodyPr>
                    <a:lstStyle/>
                    <a:p>
                      <a:r>
                        <a:rPr sz="1875" b="0">
                          <a:solidFill>
                            <a:srgbClr val="102D69"/>
                          </a:solidFill>
                          <a:latin typeface="HSE Sans"/>
                          <a:ea typeface="HSE Sans"/>
                          <a:cs typeface="HSE Sans"/>
                        </a:rPr>
                        <a:t>0,1</a:t>
                      </a:r>
                    </a:p>
                  </a:txBody>
                  <a:tcPr marL="91440" marR="91440" marT="45720" marB="45720" anchor="ctr">
                    <a:solidFill>
                      <a:srgbClr val="FFFFFF"/>
                    </a:solidFill>
                  </a:tcPr>
                </a:tc>
              </a:tr>
              <a:tr h="554831">
                <a:tc>
                  <a:txBody>
                    <a:bodyPr lIns="114300" tIns="66675" rIns="114300" bIns="66675">
                      <a:noAutofit/>
                    </a:bodyPr>
                    <a:lstStyle/>
                    <a:p>
                      <a:r>
                        <a:rPr sz="1875" b="0">
                          <a:solidFill>
                            <a:srgbClr val="102D69"/>
                          </a:solidFill>
                          <a:latin typeface="HSE Sans"/>
                          <a:ea typeface="HSE Sans"/>
                          <a:cs typeface="HSE Sans"/>
                        </a:rPr>
                        <a:t>Класс при t = 0,5</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1</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1</a:t>
                      </a:r>
                    </a:p>
                  </a:txBody>
                  <a:tcPr marL="91440" marR="91440" marT="45720" marB="45720" anchor="ctr">
                    <a:solidFill>
                      <a:srgbClr val="FCE5D5"/>
                    </a:solidFill>
                  </a:tcPr>
                </a:tc>
                <a:tc>
                  <a:txBody>
                    <a:bodyPr lIns="114300" tIns="66675" rIns="114300" bIns="66675">
                      <a:noAutofit/>
                    </a:bodyPr>
                    <a:lstStyle/>
                    <a:p>
                      <a:r>
                        <a:rPr sz="1875" b="0">
                          <a:solidFill>
                            <a:srgbClr val="102D69"/>
                          </a:solidFill>
                          <a:latin typeface="HSE Sans"/>
                          <a:ea typeface="HSE Sans"/>
                          <a:cs typeface="HSE Sans"/>
                        </a:rPr>
                        <a:t>1</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0</a:t>
                      </a:r>
                    </a:p>
                  </a:txBody>
                  <a:tcPr marL="91440" marR="91440" marT="45720" marB="45720" anchor="ctr">
                    <a:solidFill>
                      <a:srgbClr val="EFF4FB"/>
                    </a:solidFill>
                  </a:tcPr>
                </a:tc>
              </a:tr>
            </a:tbl>
          </a:graphicData>
        </a:graphic>
      </p:graphicFrame>
      <p:sp>
        <p:nvSpPr>
          <p:cNvPr id="8" name="l05-129">
            <a:extLst xmlns:a="http://schemas.openxmlformats.org/drawingml/2006/main">
              <a:ext uri="{FF2B5EF4-FFF2-40B4-BE49-F238E27FC236}">
                <a16:creationId xmlns:a16="http://schemas.microsoft.com/office/drawing/2014/main" id="{B013F331-996F-46EE-81A8-E70F314A03BB}"/>
              </a:ext>
            </a:extLst>
          </p:cNvPr>
          <p:cNvSpPr>
            <a:spLocks xmlns:a="http://schemas.openxmlformats.org/drawingml/2006/main" noGrp="1"/>
          </p:cNvSpPr>
          <p:nvPr/>
        </p:nvSpPr>
        <p:spPr>
          <a:xfrm xmlns:a="http://schemas.openxmlformats.org/drawingml/2006/main">
            <a:off x="590550" y="5000625"/>
            <a:ext cx="590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02D69"/>
                </a:solidFill>
                <a:latin typeface="HSE Sans"/>
                <a:ea typeface="HSE Sans"/>
                <a:cs typeface="HSE Sans"/>
              </a:defRPr>
            </a:pPr>
            <a:r>
              <a:rPr sz="2025" b="1">
                <a:solidFill>
                  <a:srgbClr val="102D69"/>
                </a:solidFill>
                <a:latin typeface="HSE Sans"/>
                <a:ea typeface="HSE Sans"/>
                <a:cs typeface="HSE Sans"/>
              </a:rPr>
              <a:t>TP = 2, FP = 1, FN = 0, TN = 1</a:t>
            </a:r>
          </a:p>
        </p:txBody>
      </p:sp>
      <p:sp>
        <p:nvSpPr>
          <p:cNvPr id="9" name="l05-130">
            <a:extLst xmlns:a="http://schemas.openxmlformats.org/drawingml/2006/main">
              <a:ext uri="{FF2B5EF4-FFF2-40B4-BE49-F238E27FC236}">
                <a16:creationId xmlns:a16="http://schemas.microsoft.com/office/drawing/2014/main" id="{81C578A5-B47A-4CCC-AFA3-8EF332162CB8}"/>
              </a:ext>
            </a:extLst>
          </p:cNvPr>
          <p:cNvSpPr>
            <a:spLocks xmlns:a="http://schemas.openxmlformats.org/drawingml/2006/main" noGrp="1"/>
          </p:cNvSpPr>
          <p:nvPr/>
        </p:nvSpPr>
        <p:spPr>
          <a:xfrm xmlns:a="http://schemas.openxmlformats.org/drawingml/2006/main">
            <a:off x="590550" y="5705475"/>
            <a:ext cx="5905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Ошибка на письме B.</a:t>
            </a:r>
          </a:p>
          <a:p xmlns:a="http://schemas.openxmlformats.org/drawingml/2006/main">
            <a:pPr algn="l">
              <a:lnSpc>
                <a:spcPct val="112000"/>
              </a:lnSpc>
              <a:buNone/>
              <a:defRPr sz="2025" b="0">
                <a:solidFill>
                  <a:srgbClr val="102D69"/>
                </a:solidFill>
                <a:latin typeface="HSE Sans"/>
                <a:ea typeface="HSE Sans"/>
                <a:cs typeface="HSE Sans"/>
              </a:defRPr>
            </a:pPr>
            <a:r>
              <a:rPr sz="2025" b="0">
                <a:solidFill>
                  <a:srgbClr val="102D69"/>
                </a:solidFill>
                <a:latin typeface="HSE Sans"/>
                <a:ea typeface="HSE Sans"/>
                <a:cs typeface="HSE Sans"/>
              </a:rPr>
              <a:t>Изменение порога меняет классы.</a:t>
            </a:r>
          </a:p>
        </p:txBody>
      </p:sp>
      <p:sp>
        <p:nvSpPr>
          <p:cNvPr id="10" name="l05-131">
            <a:extLst xmlns:a="http://schemas.openxmlformats.org/drawingml/2006/main">
              <a:ext uri="{FF2B5EF4-FFF2-40B4-BE49-F238E27FC236}">
                <a16:creationId xmlns:a16="http://schemas.microsoft.com/office/drawing/2014/main" id="{BB67C0C7-83C9-4DE3-886B-E25C701E1804}"/>
              </a:ext>
            </a:extLst>
          </p:cNvPr>
          <p:cNvSpPr>
            <a:spLocks xmlns:a="http://schemas.openxmlformats.org/drawingml/2006/main" noGrp="1"/>
          </p:cNvSpPr>
          <p:nvPr/>
        </p:nvSpPr>
        <p:spPr>
          <a:xfrm xmlns:a="http://schemas.openxmlformats.org/drawingml/2006/main">
            <a:off x="7086600" y="2362200"/>
            <a:ext cx="4533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02D69"/>
                </a:solidFill>
                <a:latin typeface="HSE Sans"/>
                <a:ea typeface="HSE Sans"/>
                <a:cs typeface="HSE Sans"/>
              </a:defRPr>
            </a:pPr>
            <a:r>
              <a:rPr sz="2100" b="1">
                <a:solidFill>
                  <a:srgbClr val="102D69"/>
                </a:solidFill>
                <a:latin typeface="HSE Sans"/>
                <a:ea typeface="HSE Sans"/>
                <a:cs typeface="HSE Sans"/>
              </a:rPr>
              <a:t>При пороге 0,5</a:t>
            </a:r>
          </a:p>
        </p:txBody>
      </p:sp>
      <p:sp>
        <p:nvSpPr>
          <p:cNvPr id="11" name="l05-132">
            <a:extLst xmlns:a="http://schemas.openxmlformats.org/drawingml/2006/main">
              <a:ext uri="{FF2B5EF4-FFF2-40B4-BE49-F238E27FC236}">
                <a16:creationId xmlns:a16="http://schemas.microsoft.com/office/drawing/2014/main" id="{F18C1D1F-CCFC-4D0D-AAC5-95055C1D0457}"/>
              </a:ext>
            </a:extLst>
          </p:cNvPr>
          <p:cNvSpPr>
            <a:spLocks xmlns:a="http://schemas.openxmlformats.org/drawingml/2006/main" noGrp="1"/>
          </p:cNvSpPr>
          <p:nvPr/>
        </p:nvSpPr>
        <p:spPr>
          <a:xfrm xmlns:a="http://schemas.openxmlformats.org/drawingml/2006/main">
            <a:off x="7086600" y="2971800"/>
            <a:ext cx="453390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Accuracy = 3/4 = 0,75</a:t>
            </a:r>
          </a:p>
          <a:p xmlns:a="http://schemas.openxmlformats.org/drawingml/2006/main">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Precision = 2/3, recall = 1</a:t>
            </a:r>
          </a:p>
          <a:p xmlns:a="http://schemas.openxmlformats.org/drawingml/2006/main">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F₁ = 4/5 = 0,80</a:t>
            </a:r>
          </a:p>
          <a:p xmlns:a="http://schemas.openxmlformats.org/drawingml/2006/main">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TPR = 1, FPR = 1/2</a:t>
            </a:r>
          </a:p>
        </p:txBody>
      </p:sp>
      <p:sp>
        <p:nvSpPr>
          <p:cNvPr id="12" name="l05-133">
            <a:extLst xmlns:a="http://schemas.openxmlformats.org/drawingml/2006/main">
              <a:ext uri="{FF2B5EF4-FFF2-40B4-BE49-F238E27FC236}">
                <a16:creationId xmlns:a16="http://schemas.microsoft.com/office/drawing/2014/main" id="{84052368-27CD-4856-BDED-A9F572D8089B}"/>
              </a:ext>
            </a:extLst>
          </p:cNvPr>
          <p:cNvSpPr>
            <a:spLocks xmlns:a="http://schemas.openxmlformats.org/drawingml/2006/main" noGrp="1"/>
          </p:cNvSpPr>
          <p:nvPr/>
        </p:nvSpPr>
        <p:spPr>
          <a:xfrm xmlns:a="http://schemas.openxmlformats.org/drawingml/2006/main">
            <a:off x="7086600" y="5029200"/>
            <a:ext cx="4533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102D69"/>
                </a:solidFill>
                <a:latin typeface="HSE Sans"/>
                <a:ea typeface="HSE Sans"/>
                <a:cs typeface="HSE Sans"/>
              </a:defRPr>
            </a:pPr>
            <a:r>
              <a:rPr sz="2100" b="1">
                <a:solidFill>
                  <a:srgbClr val="102D69"/>
                </a:solidFill>
                <a:latin typeface="HSE Sans"/>
                <a:ea typeface="HSE Sans"/>
                <a:cs typeface="HSE Sans"/>
              </a:rPr>
              <a:t>Без выбора порога</a:t>
            </a:r>
          </a:p>
        </p:txBody>
      </p:sp>
      <p:sp>
        <p:nvSpPr>
          <p:cNvPr id="13" name="l05-134">
            <a:extLst xmlns:a="http://schemas.openxmlformats.org/drawingml/2006/main">
              <a:ext uri="{FF2B5EF4-FFF2-40B4-BE49-F238E27FC236}">
                <a16:creationId xmlns:a16="http://schemas.microsoft.com/office/drawing/2014/main" id="{0D0C6A51-5158-49D5-84B6-6C5751241C65}"/>
              </a:ext>
            </a:extLst>
          </p:cNvPr>
          <p:cNvSpPr>
            <a:spLocks xmlns:a="http://schemas.openxmlformats.org/drawingml/2006/main" noGrp="1"/>
          </p:cNvSpPr>
          <p:nvPr/>
        </p:nvSpPr>
        <p:spPr>
          <a:xfrm xmlns:a="http://schemas.openxmlformats.org/drawingml/2006/main">
            <a:off x="7086600" y="5600700"/>
            <a:ext cx="4533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ROC-AUC = 3/4, Gini = 0,50</a:t>
            </a:r>
          </a:p>
          <a:p xmlns:a="http://schemas.openxmlformats.org/drawingml/2006/main">
            <a:pPr algn="l">
              <a:lnSpc>
                <a:spcPct val="112000"/>
              </a:lnSpc>
              <a:buNone/>
              <a:defRPr sz="2100" b="0">
                <a:solidFill>
                  <a:srgbClr val="102D69"/>
                </a:solidFill>
                <a:latin typeface="HSE Sans"/>
                <a:ea typeface="HSE Sans"/>
                <a:cs typeface="HSE Sans"/>
              </a:defRPr>
            </a:pPr>
            <a:r>
              <a:rPr sz="2100" b="0">
                <a:solidFill>
                  <a:srgbClr val="102D69"/>
                </a:solidFill>
                <a:latin typeface="HSE Sans"/>
                <a:ea typeface="HSE Sans"/>
                <a:cs typeface="HSE Sans"/>
              </a:rPr>
              <a:t>Log loss ≈ 0,583</a:t>
            </a:r>
          </a:p>
        </p:txBody>
      </p:sp>
    </p:spTree>
    <p:extLst>
      <p:ext uri="{BB962C8B-B14F-4D97-AF65-F5344CB8AC3E}">
        <p14:creationId xmlns:p14="http://schemas.microsoft.com/office/powerpoint/2010/main" val="140984671"/>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Текст 1">
            <a:extLst xmlns:a="http://schemas.openxmlformats.org/drawingml/2006/main">
              <a:ext uri="{FF2B5EF4-FFF2-40B4-BE49-F238E27FC236}">
                <a16:creationId xmlns:a16="http://schemas.microsoft.com/office/drawing/2014/main" id="{0648CF85-8F56-2C4F-8090-85FF4624B587}"/>
              </a:ext>
            </a:extLst>
          </p:cNvPr>
          <p:cNvSpPr>
            <a:spLocks xmlns:a="http://schemas.openxmlformats.org/drawingml/2006/main" noGrp="1"/>
          </p:cNvSpPr>
          <p:nvPr>
            <p:ph type="body" idx="13"/>
          </p:nvPr>
        </p:nvSpPr>
        <p:spPr>
          <a:xfrm xmlns:a="http://schemas.openxmlformats.org/drawingml/2006/main">
            <a:off x="1143689" y="540904"/>
            <a:ext cx="2007884" cy="415925"/>
          </a:xfrm>
        </p:spPr>
        <p:txBody>
          <a:bodyPr xmlns:a="http://schemas.openxmlformats.org/drawingml/2006/main" lIns="0" tIns="0" rIns="0" bIns="0"/>
          <a:lstStyle xmlns:a="http://schemas.openxmlformats.org/drawingml/2006/main"/>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Национальный исследовательский</a:t>
            </a: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университет «Высшая школа</a:t>
            </a:r>
            <a:endParaRPr/>
          </a:p>
          <a:p xmlns:a="http://schemas.openxmlformats.org/drawingml/2006/main">
            <a:pPr>
              <a:buNone/>
              <a:defRPr sz="1000">
                <a:solidFill>
                  <a:srgbClr val="102D69"/>
                </a:solidFill>
                <a:latin typeface="HSE Sans"/>
                <a:ea typeface="HSE Sans"/>
                <a:cs typeface="HSE Sans"/>
              </a:defRPr>
            </a:pPr>
            <a:r>
              <a:rPr sz="1000">
                <a:solidFill>
                  <a:srgbClr val="102D69"/>
                </a:solidFill>
                <a:latin typeface="HSE Sans"/>
                <a:ea typeface="HSE Sans"/>
                <a:cs typeface="HSE Sans"/>
              </a:rPr>
              <a:t>экономики»</a:t>
            </a:r>
            <a:endParaRPr/>
          </a:p>
        </p:txBody>
      </p:sp>
      <p:sp>
        <p:nvSpPr>
          <p:cNvPr id="3" name="Текст 2">
            <a:extLst xmlns:a="http://schemas.openxmlformats.org/drawingml/2006/main">
              <a:ext uri="{FF2B5EF4-FFF2-40B4-BE49-F238E27FC236}">
                <a16:creationId xmlns:a16="http://schemas.microsoft.com/office/drawing/2014/main" id="{5576F3CC-3C73-F441-AAE6-50AF712EACBF}"/>
              </a:ext>
            </a:extLst>
          </p:cNvPr>
          <p:cNvSpPr>
            <a:spLocks xmlns:a="http://schemas.openxmlformats.org/drawingml/2006/main" noGrp="1"/>
          </p:cNvSpPr>
          <p:nvPr>
            <p:ph type="body" idx="14"/>
          </p:nvPr>
        </p:nvSpPr>
        <p:spPr/>
        <p:txBody>
          <a:bodyPr xmlns:a="http://schemas.openxmlformats.org/drawingml/2006/main"/>
          <a:lstStyle xmlns:a="http://schemas.openxmlformats.org/drawingml/2006/main"/>
          <a:p xmlns:a="http://schemas.openxmlformats.org/drawingml/2006/main">
            <a:r>
              <a:t>Метрики качества</a:t>
            </a:r>
          </a:p>
          <a:p xmlns:a="http://schemas.openxmlformats.org/drawingml/2006/main">
            <a:r>
              <a:t>классификации</a:t>
            </a:r>
          </a:p>
        </p:txBody>
      </p:sp>
      <p:sp>
        <p:nvSpPr>
          <p:cNvPr id="4" name="Заголовок 3">
            <a:extLst xmlns:a="http://schemas.openxmlformats.org/drawingml/2006/main">
              <a:ext uri="{FF2B5EF4-FFF2-40B4-BE49-F238E27FC236}">
                <a16:creationId xmlns:a16="http://schemas.microsoft.com/office/drawing/2014/main" id="{C7D49100-ECF5-A24F-9537-3BD16DFCCCC7}"/>
              </a:ext>
            </a:extLst>
          </p:cNvPr>
          <p:cNvSpPr>
            <a:spLocks xmlns:a="http://schemas.openxmlformats.org/drawingml/2006/main" noGrp="1"/>
          </p:cNvSpPr>
          <p:nvPr>
            <p:ph type="title" idx="0"/>
          </p:nvPr>
        </p:nvSpPr>
        <p:spPr>
          <a:xfrm xmlns:a="http://schemas.openxmlformats.org/drawingml/2006/main">
            <a:off x="585788" y="1438275"/>
            <a:ext cx="11058525" cy="647700"/>
          </a:xfrm>
        </p:spPr>
        <p:txBody>
          <a:bodyPr xmlns:a="http://schemas.openxmlformats.org/drawingml/2006/main" lIns="0" tIns="0" rIns="0" bIns="0">
            <a:noAutofit/>
          </a:bodyPr>
          <a:lstStyle xmlns:a="http://schemas.openxmlformats.org/drawingml/2006/main"/>
          <a:p xmlns:a="http://schemas.openxmlformats.org/drawingml/2006/main">
            <a:pPr>
              <a:buNone/>
              <a:defRPr sz="3200" b="1">
                <a:solidFill>
                  <a:srgbClr val="102D69"/>
                </a:solidFill>
                <a:latin typeface="HSE Sans"/>
                <a:ea typeface="HSE Sans"/>
                <a:cs typeface="HSE Sans"/>
              </a:defRPr>
            </a:pPr>
            <a:r>
              <a:rPr sz="3200" b="1">
                <a:solidFill>
                  <a:srgbClr val="102D69"/>
                </a:solidFill>
                <a:latin typeface="HSE Sans"/>
                <a:ea typeface="HSE Sans"/>
                <a:cs typeface="HSE Sans"/>
              </a:rPr>
              <a:t>Метрики: что подаём на вход и что измеряем</a:t>
            </a:r>
            <a:endParaRPr sz="3200" b="1"/>
          </a:p>
        </p:txBody>
      </p:sp>
      <p:sp>
        <p:nvSpPr>
          <p:cNvPr id="6" name="Текст 5">
            <a:extLst xmlns:a="http://schemas.openxmlformats.org/drawingml/2006/main">
              <a:ext uri="{FF2B5EF4-FFF2-40B4-BE49-F238E27FC236}">
                <a16:creationId xmlns:a16="http://schemas.microsoft.com/office/drawing/2014/main" id="{1F4B1D31-3576-0740-BA52-B317564F66BD}"/>
              </a:ext>
            </a:extLst>
          </p:cNvPr>
          <p:cNvSpPr>
            <a:spLocks xmlns:a="http://schemas.openxmlformats.org/drawingml/2006/main" noGrp="1"/>
          </p:cNvSpPr>
          <p:nvPr>
            <p:ph type="body" idx="15"/>
          </p:nvPr>
        </p:nvSpPr>
        <p:spPr/>
        <p:txBody>
          <a:bodyPr xmlns:a="http://schemas.openxmlformats.org/drawingml/2006/main"/>
          <a:lstStyle xmlns:a="http://schemas.openxmlformats.org/drawingml/2006/main"/>
          <a:p xmlns:a="http://schemas.openxmlformats.org/drawingml/2006/main">
            <a:r>
              <a:t>Итоги лекции</a:t>
            </a:r>
          </a:p>
        </p:txBody>
      </p:sp>
      <p:graphicFrame>
        <p:nvGraphicFramePr>
          <p:cNvPr id="12" name=""/>
          <p:cNvGraphicFramePr/>
          <p:nvPr/>
        </p:nvGraphicFramePr>
        <p:xfrm>
          <a:off xmlns:a="http://schemas.openxmlformats.org/drawingml/2006/main" x="590550" y="2371725"/>
          <a:ext xmlns:a="http://schemas.openxmlformats.org/drawingml/2006/main" cx="11029950" cy="3733800"/>
        </p:xfrm>
        <a:graphic xmlns:a="http://schemas.openxmlformats.org/drawingml/2006/main">
          <a:graphicData uri="http://schemas.openxmlformats.org/drawingml/2006/table">
            <a:tbl>
              <a:tblPr firstRow="1" bandRow="0"/>
              <a:tblGrid>
                <a:gridCol w="2686050"/>
                <a:gridCol w="2400300"/>
                <a:gridCol w="5943600"/>
              </a:tblGrid>
              <a:tr h="533400">
                <a:tc>
                  <a:txBody>
                    <a:bodyPr lIns="114300" tIns="66675" rIns="114300" bIns="66675">
                      <a:noAutofit/>
                    </a:bodyPr>
                    <a:lstStyle/>
                    <a:p>
                      <a:r>
                        <a:rPr sz="1875" b="1">
                          <a:solidFill>
                            <a:srgbClr val="FFFFFF"/>
                          </a:solidFill>
                          <a:latin typeface="HSE Sans"/>
                          <a:ea typeface="HSE Sans"/>
                          <a:cs typeface="HSE Sans"/>
                        </a:rPr>
                        <a:t>Метрика</a:t>
                      </a:r>
                    </a:p>
                  </a:txBody>
                  <a:tcPr marL="91440" marR="91440" marT="45720" marB="45720" anchor="ctr">
                    <a:solidFill>
                      <a:srgbClr val="102D69"/>
                    </a:solidFill>
                  </a:tcPr>
                </a:tc>
                <a:tc>
                  <a:txBody>
                    <a:bodyPr lIns="114300" tIns="66675" rIns="114300" bIns="66675">
                      <a:noAutofit/>
                    </a:bodyPr>
                    <a:lstStyle/>
                    <a:p>
                      <a:r>
                        <a:rPr sz="1875" b="1">
                          <a:solidFill>
                            <a:srgbClr val="FFFFFF"/>
                          </a:solidFill>
                          <a:latin typeface="HSE Sans"/>
                          <a:ea typeface="HSE Sans"/>
                          <a:cs typeface="HSE Sans"/>
                        </a:rPr>
                        <a:t>Ответ модели</a:t>
                      </a:r>
                    </a:p>
                  </a:txBody>
                  <a:tcPr marL="91440" marR="91440" marT="45720" marB="45720" anchor="ctr">
                    <a:solidFill>
                      <a:srgbClr val="102D69"/>
                    </a:solidFill>
                  </a:tcPr>
                </a:tc>
                <a:tc>
                  <a:txBody>
                    <a:bodyPr lIns="114300" tIns="66675" rIns="114300" bIns="66675">
                      <a:noAutofit/>
                    </a:bodyPr>
                    <a:lstStyle/>
                    <a:p>
                      <a:r>
                        <a:rPr sz="1875" b="1">
                          <a:solidFill>
                            <a:srgbClr val="FFFFFF"/>
                          </a:solidFill>
                          <a:latin typeface="HSE Sans"/>
                          <a:ea typeface="HSE Sans"/>
                          <a:cs typeface="HSE Sans"/>
                        </a:rPr>
                        <a:t>Что измеряет</a:t>
                      </a:r>
                    </a:p>
                  </a:txBody>
                  <a:tcPr marL="91440" marR="91440" marT="45720" marB="45720" anchor="ctr">
                    <a:solidFill>
                      <a:srgbClr val="102D69"/>
                    </a:solidFill>
                  </a:tcPr>
                </a:tc>
              </a:tr>
              <a:tr h="533400">
                <a:tc>
                  <a:txBody>
                    <a:bodyPr lIns="114300" tIns="66675" rIns="114300" bIns="66675">
                      <a:noAutofit/>
                    </a:bodyPr>
                    <a:lstStyle/>
                    <a:p>
                      <a:r>
                        <a:rPr sz="1875" b="0">
                          <a:solidFill>
                            <a:srgbClr val="102D69"/>
                          </a:solidFill>
                          <a:latin typeface="HSE Sans"/>
                          <a:ea typeface="HSE Sans"/>
                          <a:cs typeface="HSE Sans"/>
                        </a:rPr>
                        <a:t>Accuracy</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Классы 0/1</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Долю верных ответов</a:t>
                      </a:r>
                    </a:p>
                  </a:txBody>
                  <a:tcPr marL="91440" marR="91440" marT="45720" marB="45720" anchor="ctr">
                    <a:solidFill>
                      <a:srgbClr val="EFF4FB"/>
                    </a:solidFill>
                  </a:tcPr>
                </a:tc>
              </a:tr>
              <a:tr h="533400">
                <a:tc>
                  <a:txBody>
                    <a:bodyPr lIns="114300" tIns="66675" rIns="114300" bIns="66675">
                      <a:noAutofit/>
                    </a:bodyPr>
                    <a:lstStyle/>
                    <a:p>
                      <a:r>
                        <a:rPr sz="1875" b="0">
                          <a:solidFill>
                            <a:srgbClr val="102D69"/>
                          </a:solidFill>
                          <a:latin typeface="HSE Sans"/>
                          <a:ea typeface="HSE Sans"/>
                          <a:cs typeface="HSE Sans"/>
                        </a:rPr>
                        <a:t>Precision, recall</a:t>
                      </a:r>
                    </a:p>
                  </a:txBody>
                  <a:tcPr marL="91440" marR="91440" marT="45720" marB="45720" anchor="ctr">
                    <a:solidFill>
                      <a:srgbClr val="FFFFFF"/>
                    </a:solidFill>
                  </a:tcPr>
                </a:tc>
                <a:tc>
                  <a:txBody>
                    <a:bodyPr lIns="114300" tIns="66675" rIns="114300" bIns="66675">
                      <a:noAutofit/>
                    </a:bodyPr>
                    <a:lstStyle/>
                    <a:p>
                      <a:r>
                        <a:rPr sz="1875" b="0">
                          <a:solidFill>
                            <a:srgbClr val="102D69"/>
                          </a:solidFill>
                          <a:latin typeface="HSE Sans"/>
                          <a:ea typeface="HSE Sans"/>
                          <a:cs typeface="HSE Sans"/>
                        </a:rPr>
                        <a:t>Классы 0/1</a:t>
                      </a:r>
                    </a:p>
                  </a:txBody>
                  <a:tcPr marL="91440" marR="91440" marT="45720" marB="45720" anchor="ctr">
                    <a:solidFill>
                      <a:srgbClr val="FFFFFF"/>
                    </a:solidFill>
                  </a:tcPr>
                </a:tc>
                <a:tc>
                  <a:txBody>
                    <a:bodyPr lIns="114300" tIns="66675" rIns="114300" bIns="66675">
                      <a:noAutofit/>
                    </a:bodyPr>
                    <a:lstStyle/>
                    <a:p>
                      <a:r>
                        <a:rPr sz="1875" b="0">
                          <a:solidFill>
                            <a:srgbClr val="102D69"/>
                          </a:solidFill>
                          <a:latin typeface="HSE Sans"/>
                          <a:ea typeface="HSE Sans"/>
                          <a:cs typeface="HSE Sans"/>
                        </a:rPr>
                        <a:t>Точность и полноту поиска класса 1</a:t>
                      </a:r>
                    </a:p>
                  </a:txBody>
                  <a:tcPr marL="91440" marR="91440" marT="45720" marB="45720" anchor="ctr">
                    <a:solidFill>
                      <a:srgbClr val="FFFFFF"/>
                    </a:solidFill>
                  </a:tcPr>
                </a:tc>
              </a:tr>
              <a:tr h="533400">
                <a:tc>
                  <a:txBody>
                    <a:bodyPr lIns="114300" tIns="66675" rIns="114300" bIns="66675">
                      <a:noAutofit/>
                    </a:bodyPr>
                    <a:lstStyle/>
                    <a:p>
                      <a:r>
                        <a:rPr sz="1875" b="0">
                          <a:solidFill>
                            <a:srgbClr val="102D69"/>
                          </a:solidFill>
                          <a:latin typeface="HSE Sans"/>
                          <a:ea typeface="HSE Sans"/>
                          <a:cs typeface="HSE Sans"/>
                        </a:rPr>
                        <a:t>F-мера</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Классы 0/1</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Совместное качество precision и recall</a:t>
                      </a:r>
                    </a:p>
                  </a:txBody>
                  <a:tcPr marL="91440" marR="91440" marT="45720" marB="45720" anchor="ctr">
                    <a:solidFill>
                      <a:srgbClr val="EFF4FB"/>
                    </a:solidFill>
                  </a:tcPr>
                </a:tc>
              </a:tr>
              <a:tr h="533400">
                <a:tc>
                  <a:txBody>
                    <a:bodyPr lIns="114300" tIns="66675" rIns="114300" bIns="66675">
                      <a:noAutofit/>
                    </a:bodyPr>
                    <a:lstStyle/>
                    <a:p>
                      <a:r>
                        <a:rPr sz="1875" b="0">
                          <a:solidFill>
                            <a:srgbClr val="102D69"/>
                          </a:solidFill>
                          <a:latin typeface="HSE Sans"/>
                          <a:ea typeface="HSE Sans"/>
                          <a:cs typeface="HSE Sans"/>
                        </a:rPr>
                        <a:t>TPR, FPR</a:t>
                      </a:r>
                    </a:p>
                  </a:txBody>
                  <a:tcPr marL="91440" marR="91440" marT="45720" marB="45720" anchor="ctr">
                    <a:solidFill>
                      <a:srgbClr val="FFFFFF"/>
                    </a:solidFill>
                  </a:tcPr>
                </a:tc>
                <a:tc>
                  <a:txBody>
                    <a:bodyPr lIns="114300" tIns="66675" rIns="114300" bIns="66675">
                      <a:noAutofit/>
                    </a:bodyPr>
                    <a:lstStyle/>
                    <a:p>
                      <a:r>
                        <a:rPr sz="1875" b="0">
                          <a:solidFill>
                            <a:srgbClr val="102D69"/>
                          </a:solidFill>
                          <a:latin typeface="HSE Sans"/>
                          <a:ea typeface="HSE Sans"/>
                          <a:cs typeface="HSE Sans"/>
                        </a:rPr>
                        <a:t>Классы 0/1</a:t>
                      </a:r>
                    </a:p>
                  </a:txBody>
                  <a:tcPr marL="91440" marR="91440" marT="45720" marB="45720" anchor="ctr">
                    <a:solidFill>
                      <a:srgbClr val="FFFFFF"/>
                    </a:solidFill>
                  </a:tcPr>
                </a:tc>
                <a:tc>
                  <a:txBody>
                    <a:bodyPr lIns="114300" tIns="66675" rIns="114300" bIns="66675">
                      <a:noAutofit/>
                    </a:bodyPr>
                    <a:lstStyle/>
                    <a:p>
                      <a:r>
                        <a:rPr sz="1875" b="0">
                          <a:solidFill>
                            <a:srgbClr val="102D69"/>
                          </a:solidFill>
                          <a:latin typeface="HSE Sans"/>
                          <a:ea typeface="HSE Sans"/>
                          <a:cs typeface="HSE Sans"/>
                        </a:rPr>
                        <a:t>Доли срабатываний внутри классов</a:t>
                      </a:r>
                    </a:p>
                  </a:txBody>
                  <a:tcPr marL="91440" marR="91440" marT="45720" marB="45720" anchor="ctr">
                    <a:solidFill>
                      <a:srgbClr val="FFFFFF"/>
                    </a:solidFill>
                  </a:tcPr>
                </a:tc>
              </a:tr>
              <a:tr h="533400">
                <a:tc>
                  <a:txBody>
                    <a:bodyPr lIns="114300" tIns="66675" rIns="114300" bIns="66675">
                      <a:noAutofit/>
                    </a:bodyPr>
                    <a:lstStyle/>
                    <a:p>
                      <a:r>
                        <a:rPr sz="1875" b="0">
                          <a:solidFill>
                            <a:srgbClr val="102D69"/>
                          </a:solidFill>
                          <a:latin typeface="HSE Sans"/>
                          <a:ea typeface="HSE Sans"/>
                          <a:cs typeface="HSE Sans"/>
                        </a:rPr>
                        <a:t>ROC-AUC, Gini</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Скоры</a:t>
                      </a:r>
                    </a:p>
                  </a:txBody>
                  <a:tcPr marL="91440" marR="91440" marT="45720" marB="45720" anchor="ctr">
                    <a:solidFill>
                      <a:srgbClr val="EFF4FB"/>
                    </a:solidFill>
                  </a:tcPr>
                </a:tc>
                <a:tc>
                  <a:txBody>
                    <a:bodyPr lIns="114300" tIns="66675" rIns="114300" bIns="66675">
                      <a:noAutofit/>
                    </a:bodyPr>
                    <a:lstStyle/>
                    <a:p>
                      <a:r>
                        <a:rPr sz="1875" b="0">
                          <a:solidFill>
                            <a:srgbClr val="102D69"/>
                          </a:solidFill>
                          <a:latin typeface="HSE Sans"/>
                          <a:ea typeface="HSE Sans"/>
                          <a:cs typeface="HSE Sans"/>
                        </a:rPr>
                        <a:t>Порядок объектов разных классов</a:t>
                      </a:r>
                    </a:p>
                  </a:txBody>
                  <a:tcPr marL="91440" marR="91440" marT="45720" marB="45720" anchor="ctr">
                    <a:solidFill>
                      <a:srgbClr val="EFF4FB"/>
                    </a:solidFill>
                  </a:tcPr>
                </a:tc>
              </a:tr>
              <a:tr h="533400">
                <a:tc>
                  <a:txBody>
                    <a:bodyPr lIns="114300" tIns="66675" rIns="114300" bIns="66675">
                      <a:noAutofit/>
                    </a:bodyPr>
                    <a:lstStyle/>
                    <a:p>
                      <a:r>
                        <a:rPr sz="1875" b="0">
                          <a:solidFill>
                            <a:srgbClr val="102D69"/>
                          </a:solidFill>
                          <a:latin typeface="HSE Sans"/>
                          <a:ea typeface="HSE Sans"/>
                          <a:cs typeface="HSE Sans"/>
                        </a:rPr>
                        <a:t>Log loss</a:t>
                      </a:r>
                    </a:p>
                  </a:txBody>
                  <a:tcPr marL="91440" marR="91440" marT="45720" marB="45720" anchor="ctr">
                    <a:solidFill>
                      <a:srgbClr val="FFFFFF"/>
                    </a:solidFill>
                  </a:tcPr>
                </a:tc>
                <a:tc>
                  <a:txBody>
                    <a:bodyPr lIns="114300" tIns="66675" rIns="114300" bIns="66675">
                      <a:noAutofit/>
                    </a:bodyPr>
                    <a:lstStyle/>
                    <a:p>
                      <a:r>
                        <a:rPr sz="1875" b="0">
                          <a:solidFill>
                            <a:srgbClr val="102D69"/>
                          </a:solidFill>
                          <a:latin typeface="HSE Sans"/>
                          <a:ea typeface="HSE Sans"/>
                          <a:cs typeface="HSE Sans"/>
                        </a:rPr>
                        <a:t>Вероятности</a:t>
                      </a:r>
                    </a:p>
                  </a:txBody>
                  <a:tcPr marL="91440" marR="91440" marT="45720" marB="45720" anchor="ctr">
                    <a:solidFill>
                      <a:srgbClr val="FFFFFF"/>
                    </a:solidFill>
                  </a:tcPr>
                </a:tc>
                <a:tc>
                  <a:txBody>
                    <a:bodyPr lIns="114300" tIns="66675" rIns="114300" bIns="66675">
                      <a:noAutofit/>
                    </a:bodyPr>
                    <a:lstStyle/>
                    <a:p>
                      <a:r>
                        <a:rPr sz="1875" b="0">
                          <a:solidFill>
                            <a:srgbClr val="102D69"/>
                          </a:solidFill>
                          <a:latin typeface="HSE Sans"/>
                          <a:ea typeface="HSE Sans"/>
                          <a:cs typeface="HSE Sans"/>
                        </a:rPr>
                        <a:t>Вероятность истинного класса</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4098467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l04-content-242">
            <a:extLst xmlns:a="http://schemas.openxmlformats.org/drawingml/2006/main">
              <a:ext uri="{FF2B5EF4-FFF2-40B4-BE49-F238E27FC236}">
                <a16:creationId xmlns:a16="http://schemas.microsoft.com/office/drawing/2014/main" id="{2E47DFA3-AAF8-497C-9DD6-6855FD3417A8}"/>
              </a:ext>
            </a:extLst>
          </p:cNvPr>
          <p:cNvSpPr>
            <a:spLocks xmlns:a="http://schemas.openxmlformats.org/drawingml/2006/main" noGrp="1"/>
          </p:cNvSpPr>
          <p:nvPr/>
        </p:nvSpPr>
        <p:spPr>
          <a:xfrm xmlns:a="http://schemas.openxmlformats.org/drawingml/2006/main">
            <a:off x="590550" y="5162550"/>
            <a:ext cx="11010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2700" b="0">
                <a:solidFill>
                  <a:srgbClr val="FFFFFF"/>
                </a:solidFill>
                <a:latin typeface="HSE Sans"/>
                <a:ea typeface="HSE Sans"/>
                <a:cs typeface="HSE Sans"/>
              </a:defRPr>
            </a:pPr>
            <a:r>
              <a:rPr sz="2700" b="0">
                <a:solidFill>
                  <a:srgbClr val="FFFFFF"/>
                </a:solidFill>
                <a:latin typeface="HSE Sans"/>
                <a:ea typeface="HSE Sans"/>
                <a:cs typeface="HSE Sans"/>
              </a:rPr>
              <a:t>Вопросы</a:t>
            </a:r>
          </a:p>
        </p:txBody>
      </p:sp>
    </p:spTree>
    <p:extLst>
      <p:ext uri="{BB962C8B-B14F-4D97-AF65-F5344CB8AC3E}">
        <p14:creationId xmlns:p14="http://schemas.microsoft.com/office/powerpoint/2010/main" val="1282161965"/>
      </p:ext>
    </p:extLst>
  </p:cSld>
</p:sld>
</file>

<file path=ppt/theme/theme1.xml><?xml version="1.0" encoding="utf-8"?>
<a:theme xmlns:a="http://schemas.openxmlformats.org/drawingml/2006/main" name="Office Theme">
  <a:themeElements>
    <a:clrScheme name="Пользовательские 1">
      <a:dk1>
        <a:srgbClr val="0F2C68"/>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Пользовательские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2026-10-05T22:33:22.9850000Z</dcterms:created>
  <dcterms:modified xsi:type="dcterms:W3CDTF">2026-10-05T22:33:22.9850000Z</dcterms:modified>
</coreProperties>
</file>