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5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6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7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c5de844694196" /><Relationship Type="http://schemas.openxmlformats.org/officeDocument/2006/relationships/extended-properties" Target="/docProps/app.xml" Id="R8900e7d418c34a5a" /><Relationship Type="http://schemas.openxmlformats.org/officeDocument/2006/relationships/officeDocument" Target="/ppt/presentation.xml" Id="R272944fc7126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afe60ec3948fd"/>
  </p:sldMasterIdLst>
  <p:notesMasterIdLst>
    <p:notesMasterId xmlns:r="http://schemas.openxmlformats.org/officeDocument/2006/relationships" r:id="Rda712968f00f4dce"/>
  </p:notesMasterIdLst>
  <p:sldIdLst>
    <p:sldId xmlns:r="http://schemas.openxmlformats.org/officeDocument/2006/relationships" id="256" r:id="R0f96411fb5c74986"/>
    <p:sldId xmlns:r="http://schemas.openxmlformats.org/officeDocument/2006/relationships" id="257" r:id="Rd3557fa53de74763"/>
    <p:sldId xmlns:r="http://schemas.openxmlformats.org/officeDocument/2006/relationships" id="258" r:id="R2a1182b5c55b4dcb"/>
    <p:sldId xmlns:r="http://schemas.openxmlformats.org/officeDocument/2006/relationships" id="259" r:id="Rc912698d2a144d08"/>
    <p:sldId xmlns:r="http://schemas.openxmlformats.org/officeDocument/2006/relationships" id="260" r:id="Rf40d43164bf8445d"/>
    <p:sldId xmlns:r="http://schemas.openxmlformats.org/officeDocument/2006/relationships" id="261" r:id="R59e66f384de74904"/>
    <p:sldId xmlns:r="http://schemas.openxmlformats.org/officeDocument/2006/relationships" id="262" r:id="R982391d1d6df4b3b"/>
    <p:sldId xmlns:r="http://schemas.openxmlformats.org/officeDocument/2006/relationships" id="263" r:id="R978c26cb43fb4698"/>
    <p:sldId xmlns:r="http://schemas.openxmlformats.org/officeDocument/2006/relationships" id="264" r:id="R9051dcd946bc49b2"/>
    <p:sldId xmlns:r="http://schemas.openxmlformats.org/officeDocument/2006/relationships" id="265" r:id="R6395065684cc4411"/>
    <p:sldId xmlns:r="http://schemas.openxmlformats.org/officeDocument/2006/relationships" id="266" r:id="R9b252adfc12444fa"/>
    <p:sldId xmlns:r="http://schemas.openxmlformats.org/officeDocument/2006/relationships" id="267" r:id="R2bb7634a38c34c85"/>
    <p:sldId xmlns:r="http://schemas.openxmlformats.org/officeDocument/2006/relationships" id="268" r:id="R09af7ba82821459b"/>
    <p:sldId xmlns:r="http://schemas.openxmlformats.org/officeDocument/2006/relationships" id="269" r:id="R2b39a44e2f7d409a"/>
    <p:sldId xmlns:r="http://schemas.openxmlformats.org/officeDocument/2006/relationships" id="270" r:id="R5fe06896a6ed48f8"/>
    <p:sldId xmlns:r="http://schemas.openxmlformats.org/officeDocument/2006/relationships" id="271" r:id="Re7d87783ce7d4b86"/>
    <p:sldId xmlns:r="http://schemas.openxmlformats.org/officeDocument/2006/relationships" id="272" r:id="Rba52cb7642a84303"/>
    <p:sldId xmlns:r="http://schemas.openxmlformats.org/officeDocument/2006/relationships" id="273" r:id="R0c190ed97d134769"/>
    <p:sldId xmlns:r="http://schemas.openxmlformats.org/officeDocument/2006/relationships" id="274" r:id="Rbbb74a0351834080"/>
    <p:sldId xmlns:r="http://schemas.openxmlformats.org/officeDocument/2006/relationships" id="275" r:id="R54c7a55bf43147c8"/>
    <p:sldId xmlns:r="http://schemas.openxmlformats.org/officeDocument/2006/relationships" id="276" r:id="R4400d2a173004ec5"/>
    <p:sldId xmlns:r="http://schemas.openxmlformats.org/officeDocument/2006/relationships" id="277" r:id="Rdec16a9a394649fa"/>
    <p:sldId xmlns:r="http://schemas.openxmlformats.org/officeDocument/2006/relationships" id="278" r:id="R09f0935d36224109"/>
    <p:sldId xmlns:r="http://schemas.openxmlformats.org/officeDocument/2006/relationships" id="279" r:id="R33e70bf048b649f5"/>
    <p:sldId xmlns:r="http://schemas.openxmlformats.org/officeDocument/2006/relationships" id="280" r:id="R66e99b925a8f4924"/>
    <p:sldId xmlns:r="http://schemas.openxmlformats.org/officeDocument/2006/relationships" id="281" r:id="Raf27c9d5cf5d4e41"/>
    <p:sldId xmlns:r="http://schemas.openxmlformats.org/officeDocument/2006/relationships" id="282" r:id="R13e5b39e3e544f76"/>
    <p:sldId xmlns:r="http://schemas.openxmlformats.org/officeDocument/2006/relationships" id="283" r:id="R14905fde8e714a6a"/>
    <p:sldId xmlns:r="http://schemas.openxmlformats.org/officeDocument/2006/relationships" id="284" r:id="R75482dafb7b54893"/>
    <p:sldId xmlns:r="http://schemas.openxmlformats.org/officeDocument/2006/relationships" id="285" r:id="R30ac35fc8a7d484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97c48c233a4a55" /><Relationship Type="http://schemas.openxmlformats.org/officeDocument/2006/relationships/slideMaster" Target="/ppt/slideMasters/slideMaster1.xml" Id="R847afe60ec3948fd" /><Relationship Type="http://schemas.openxmlformats.org/officeDocument/2006/relationships/notesMaster" Target="/ppt/notesMasters/notesMaster1.xml" Id="Rda712968f00f4dce" /><Relationship Type="http://schemas.openxmlformats.org/officeDocument/2006/relationships/presProps" Target="/ppt/presProps.xml" Id="Re94c81c2760e4d0f" /><Relationship Type="http://schemas.openxmlformats.org/officeDocument/2006/relationships/viewProps" Target="/ppt/viewProps.xml" Id="Rcfc80a60ccaa4ac0" /><Relationship Type="http://schemas.openxmlformats.org/officeDocument/2006/relationships/tableStyles" Target="/ppt/tableStyles.xml" Id="Rd6b3b1b51db34b25" /><Relationship Type="http://schemas.openxmlformats.org/officeDocument/2006/relationships/slide" Target="/ppt/slides/slide1.xml" Id="R0f96411fb5c74986" /><Relationship Type="http://schemas.openxmlformats.org/officeDocument/2006/relationships/slide" Target="/ppt/slides/slide2.xml" Id="Rd3557fa53de74763" /><Relationship Type="http://schemas.openxmlformats.org/officeDocument/2006/relationships/slide" Target="/ppt/slides/slide3.xml" Id="R2a1182b5c55b4dcb" /><Relationship Type="http://schemas.openxmlformats.org/officeDocument/2006/relationships/slide" Target="/ppt/slides/slide4.xml" Id="Rc912698d2a144d08" /><Relationship Type="http://schemas.openxmlformats.org/officeDocument/2006/relationships/slide" Target="/ppt/slides/slide5.xml" Id="Rf40d43164bf8445d" /><Relationship Type="http://schemas.openxmlformats.org/officeDocument/2006/relationships/slide" Target="/ppt/slides/slide6.xml" Id="R59e66f384de74904" /><Relationship Type="http://schemas.openxmlformats.org/officeDocument/2006/relationships/slide" Target="/ppt/slides/slide7.xml" Id="R982391d1d6df4b3b" /><Relationship Type="http://schemas.openxmlformats.org/officeDocument/2006/relationships/slide" Target="/ppt/slides/slide8.xml" Id="R978c26cb43fb4698" /><Relationship Type="http://schemas.openxmlformats.org/officeDocument/2006/relationships/slide" Target="/ppt/slides/slide9.xml" Id="R9051dcd946bc49b2" /><Relationship Type="http://schemas.openxmlformats.org/officeDocument/2006/relationships/slide" Target="/ppt/slides/slide10.xml" Id="R6395065684cc4411" /><Relationship Type="http://schemas.openxmlformats.org/officeDocument/2006/relationships/slide" Target="/ppt/slides/slide11.xml" Id="R9b252adfc12444fa" /><Relationship Type="http://schemas.openxmlformats.org/officeDocument/2006/relationships/slide" Target="/ppt/slides/slide12.xml" Id="R2bb7634a38c34c85" /><Relationship Type="http://schemas.openxmlformats.org/officeDocument/2006/relationships/slide" Target="/ppt/slides/slide13.xml" Id="R09af7ba82821459b" /><Relationship Type="http://schemas.openxmlformats.org/officeDocument/2006/relationships/slide" Target="/ppt/slides/slide14.xml" Id="R2b39a44e2f7d409a" /><Relationship Type="http://schemas.openxmlformats.org/officeDocument/2006/relationships/slide" Target="/ppt/slides/slide15.xml" Id="R5fe06896a6ed48f8" /><Relationship Type="http://schemas.openxmlformats.org/officeDocument/2006/relationships/slide" Target="/ppt/slides/slide16.xml" Id="Re7d87783ce7d4b86" /><Relationship Type="http://schemas.openxmlformats.org/officeDocument/2006/relationships/slide" Target="/ppt/slides/slide17.xml" Id="Rba52cb7642a84303" /><Relationship Type="http://schemas.openxmlformats.org/officeDocument/2006/relationships/slide" Target="/ppt/slides/slide18.xml" Id="R0c190ed97d134769" /><Relationship Type="http://schemas.openxmlformats.org/officeDocument/2006/relationships/slide" Target="/ppt/slides/slide19.xml" Id="Rbbb74a0351834080" /><Relationship Type="http://schemas.openxmlformats.org/officeDocument/2006/relationships/slide" Target="/ppt/slides/slide20.xml" Id="R54c7a55bf43147c8" /><Relationship Type="http://schemas.openxmlformats.org/officeDocument/2006/relationships/slide" Target="/ppt/slides/slide21.xml" Id="R4400d2a173004ec5" /><Relationship Type="http://schemas.openxmlformats.org/officeDocument/2006/relationships/slide" Target="/ppt/slides/slide22.xml" Id="Rdec16a9a394649fa" /><Relationship Type="http://schemas.openxmlformats.org/officeDocument/2006/relationships/slide" Target="/ppt/slides/slide23.xml" Id="R09f0935d36224109" /><Relationship Type="http://schemas.openxmlformats.org/officeDocument/2006/relationships/slide" Target="/ppt/slides/slide24.xml" Id="R33e70bf048b649f5" /><Relationship Type="http://schemas.openxmlformats.org/officeDocument/2006/relationships/slide" Target="/ppt/slides/slide25.xml" Id="R66e99b925a8f4924" /><Relationship Type="http://schemas.openxmlformats.org/officeDocument/2006/relationships/slide" Target="/ppt/slides/slide26.xml" Id="Raf27c9d5cf5d4e41" /><Relationship Type="http://schemas.openxmlformats.org/officeDocument/2006/relationships/slide" Target="/ppt/slides/slide27.xml" Id="R13e5b39e3e544f76" /><Relationship Type="http://schemas.openxmlformats.org/officeDocument/2006/relationships/slide" Target="/ppt/slides/slide28.xml" Id="R14905fde8e714a6a" /><Relationship Type="http://schemas.openxmlformats.org/officeDocument/2006/relationships/slide" Target="/ppt/slides/slide29.xml" Id="R75482dafb7b54893" /><Relationship Type="http://schemas.openxmlformats.org/officeDocument/2006/relationships/slide" Target="/ppt/slides/slide30.xml" Id="R30ac35fc8a7d48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f421d23b7940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cd1201c3b4299" /><Relationship Type="http://schemas.openxmlformats.org/officeDocument/2006/relationships/notesMaster" Target="/ppt/notesMasters/notesMaster1.xml" Id="Rab394766559c40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bf74322dec4e6b" /><Relationship Type="http://schemas.openxmlformats.org/officeDocument/2006/relationships/notesMaster" Target="/ppt/notesMasters/notesMaster1.xml" Id="R8150bc6ecd0a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044e9ac9dd44f2" /><Relationship Type="http://schemas.openxmlformats.org/officeDocument/2006/relationships/notesMaster" Target="/ppt/notesMasters/notesMaster1.xml" Id="R6ee4e93dc2004e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504de2129c4467" /><Relationship Type="http://schemas.openxmlformats.org/officeDocument/2006/relationships/notesMaster" Target="/ppt/notesMasters/notesMaster1.xml" Id="Rbda79c7a5fa244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d4d568a8564e32" /><Relationship Type="http://schemas.openxmlformats.org/officeDocument/2006/relationships/notesMaster" Target="/ppt/notesMasters/notesMaster1.xml" Id="R7789bf70618040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b512246eaf433f" /><Relationship Type="http://schemas.openxmlformats.org/officeDocument/2006/relationships/notesMaster" Target="/ppt/notesMasters/notesMaster1.xml" Id="R17e109c740c145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fc1b33f6774f85" /><Relationship Type="http://schemas.openxmlformats.org/officeDocument/2006/relationships/notesMaster" Target="/ppt/notesMasters/notesMaster1.xml" Id="Rd806136cd0ef42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27b59000b94e50" /><Relationship Type="http://schemas.openxmlformats.org/officeDocument/2006/relationships/notesMaster" Target="/ppt/notesMasters/notesMaster1.xml" Id="R14a18598db6c44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e5d41c2fa64b8e" /><Relationship Type="http://schemas.openxmlformats.org/officeDocument/2006/relationships/notesMaster" Target="/ppt/notesMasters/notesMaster1.xml" Id="Rfe63d59f794543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556df0ee8f4394" /><Relationship Type="http://schemas.openxmlformats.org/officeDocument/2006/relationships/notesMaster" Target="/ppt/notesMasters/notesMaster1.xml" Id="R4cde869653b844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af4198f988464d" /><Relationship Type="http://schemas.openxmlformats.org/officeDocument/2006/relationships/notesMaster" Target="/ppt/notesMasters/notesMaster1.xml" Id="R8f6c008d710d48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25a690615e4320" /><Relationship Type="http://schemas.openxmlformats.org/officeDocument/2006/relationships/notesMaster" Target="/ppt/notesMasters/notesMaster1.xml" Id="R2002218ffbc44c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02d97e25cf4f8e" /><Relationship Type="http://schemas.openxmlformats.org/officeDocument/2006/relationships/notesMaster" Target="/ppt/notesMasters/notesMaster1.xml" Id="R8c72fe56f70544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6e045c3d814669" /><Relationship Type="http://schemas.openxmlformats.org/officeDocument/2006/relationships/notesMaster" Target="/ppt/notesMasters/notesMaster1.xml" Id="R0e30075a5cf242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038006195b43e8" /><Relationship Type="http://schemas.openxmlformats.org/officeDocument/2006/relationships/notesMaster" Target="/ppt/notesMasters/notesMaster1.xml" Id="Reea8397d9a914e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e7a1fb88734472" /><Relationship Type="http://schemas.openxmlformats.org/officeDocument/2006/relationships/notesMaster" Target="/ppt/notesMasters/notesMaster1.xml" Id="R9cb4794008634a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bb70c69129442f" /><Relationship Type="http://schemas.openxmlformats.org/officeDocument/2006/relationships/notesMaster" Target="/ppt/notesMasters/notesMaster1.xml" Id="Re2195f72ffad40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522ea873254f47" /><Relationship Type="http://schemas.openxmlformats.org/officeDocument/2006/relationships/notesMaster" Target="/ppt/notesMasters/notesMaster1.xml" Id="R2489d7dfc46845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b02918d96b4bfc" /><Relationship Type="http://schemas.openxmlformats.org/officeDocument/2006/relationships/notesMaster" Target="/ppt/notesMasters/notesMaster1.xml" Id="Rdab3f3d42ba444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204ae8477f4f9f" /><Relationship Type="http://schemas.openxmlformats.org/officeDocument/2006/relationships/notesMaster" Target="/ppt/notesMasters/notesMaster1.xml" Id="Re46775387e9d45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e94cc9ea3344d1" /><Relationship Type="http://schemas.openxmlformats.org/officeDocument/2006/relationships/notesMaster" Target="/ppt/notesMasters/notesMaster1.xml" Id="Rb0b0d41e77c94c3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207a00c4c74d06" /><Relationship Type="http://schemas.openxmlformats.org/officeDocument/2006/relationships/notesMaster" Target="/ppt/notesMasters/notesMaster1.xml" Id="Rf59934335e5243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287fa3c0cf49f6" /><Relationship Type="http://schemas.openxmlformats.org/officeDocument/2006/relationships/notesMaster" Target="/ppt/notesMasters/notesMaster1.xml" Id="R0c09fa83f51447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090bed555ad4ccb" /><Relationship Type="http://schemas.openxmlformats.org/officeDocument/2006/relationships/notesMaster" Target="/ppt/notesMasters/notesMaster1.xml" Id="Rcb8467e8146f4b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32a5337d5f471c" /><Relationship Type="http://schemas.openxmlformats.org/officeDocument/2006/relationships/notesMaster" Target="/ppt/notesMasters/notesMaster1.xml" Id="R35bf6bf2e2a04a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8610e39b244115" /><Relationship Type="http://schemas.openxmlformats.org/officeDocument/2006/relationships/notesMaster" Target="/ppt/notesMasters/notesMaster1.xml" Id="R6af2e92d9478408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82051670ba4149" /><Relationship Type="http://schemas.openxmlformats.org/officeDocument/2006/relationships/notesMaster" Target="/ppt/notesMasters/notesMaster1.xml" Id="R8b937b028cb94f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8fdb4b223434cd7" /><Relationship Type="http://schemas.openxmlformats.org/officeDocument/2006/relationships/notesMaster" Target="/ppt/notesMasters/notesMaster1.xml" Id="R2b5c3a8fd40e48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8e4c18da0e4167" /><Relationship Type="http://schemas.openxmlformats.org/officeDocument/2006/relationships/notesMaster" Target="/ppt/notesMasters/notesMaster1.xml" Id="R365e0c1e307947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b2bdde26ee4bf6" /><Relationship Type="http://schemas.openxmlformats.org/officeDocument/2006/relationships/notesMaster" Target="/ppt/notesMasters/notesMaster1.xml" Id="Rf3304ae79e3d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Машинное обучение, ФТиАД. Лекция 7. Основа: исходная лекция ВШЭ о решающих деревьях. Конспект Е. Соколова: https://github.com/esokolov/ml-course-hse/blob/master/2024-fall/lecture-notes/lecture07-trees.tex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3.</a:t>
            </a:r>
          </a:p>
          <a:p xmlns:a="http://schemas.openxmlformats.org/drawingml/2006/main">
            <a:r>
              <a:t>Учебная схема из исходной презентации. Вопросы и оценки иллюстрируют обход дерева, это не правила оценивания курса.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6.</a:t>
            </a:r>
          </a:p>
          <a:p xmlns:a="http://schemas.openxmlformats.org/drawingml/2006/main">
            <a:r>
              <a:t>ЦУ, «МАГА2026_Презентация_Неделя 6.pptx», слайды 7, 13.</a:t>
            </a:r>
          </a:p>
          <a:p xmlns:a="http://schemas.openxmlformats.org/drawingml/2006/main">
            <a:r>
              <a:t>Схема осевых разбиений. Сначала x₂&lt;2 делит всю плоскость, затем x₁&lt;−1 делит только нижнюю область. Условие истинно направляет объект в левый потомок.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9, 10.</a:t>
            </a:r>
          </a:p>
          <a:p xmlns:a="http://schemas.openxmlformats.org/drawingml/2006/main">
            <a:r>
              <a:t>ЦУ, «МАГА2026_Презентация_Неделя 6.pptx», слайды 19.</a:t>
            </a:r>
          </a:p>
          <a:p xmlns:a="http://schemas.openxmlformats.org/drawingml/2006/main">
            <a:r>
              <a:t>Схематическая учебная выборка: 10 доставок, 6 объектов класса A и 4 класса B. Значения расстояния, числа заказов и метки сохранены в numerics.json, поле teaching. Все последующие примеры с 10 объектами используют эти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11.</a:t>
            </a:r>
          </a:p>
          <a:p xmlns:a="http://schemas.openxmlformats.org/drawingml/2006/main">
            <a:r>
              <a:t>ЦУ, «МАГА2026_Презентация_Неделя 6.pptx», слайды 23, 29, 36.</a:t>
            </a:r>
          </a:p>
          <a:p xmlns:a="http://schemas.openxmlformats.org/drawingml/2006/main">
            <a:r>
              <a:t>Те же 10 объектов. Глубина корня 0. При max_depth=1 оба потомка корня становятся листьями. При min_samples_leaf=3 первое разбиение 4/6 допустимо, а предложенное разбиение правого потомка 2/4 запрещено.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12.</a:t>
            </a:r>
          </a:p>
          <a:p xmlns:a="http://schemas.openxmlformats.org/drawingml/2006/main">
            <a:r>
              <a:t>ЦУ, «МАГА2026_Презентация_Неделя 6.pptx», слайды 12, 20, 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13.</a:t>
            </a:r>
          </a:p>
          <a:p xmlns:a="http://schemas.openxmlformats.org/drawingml/2006/main">
            <a:r>
              <a:t>ЦУ, «МАГА2026_Презентация_Неделя 6.pptx», слайды 24, 25.</a:t>
            </a:r>
          </a:p>
          <a:p xmlns:a="http://schemas.openxmlformats.org/drawingml/2006/main">
            <a:r>
              <a:t>Две группы одинакового размера: 6 A и 6 B, затем 11 A и 1 B. Каждый подписанный квадрат соответствует одному объекту.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16.</a:t>
            </a:r>
          </a:p>
          <a:p xmlns:a="http://schemas.openxmlformats.org/drawingml/2006/main">
            <a:r>
              <a:t>ЦУ, «МАГА2026_Презентация_Неделя 6.pptx», слайды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16, 21.</a:t>
            </a:r>
          </a:p>
          <a:p xmlns:a="http://schemas.openxmlformats.org/drawingml/2006/main">
            <a:r>
              <a:t>ЦУ, «МАГА2026_Презентация_Неделя 6.pptx», слайды 20, 21.</a:t>
            </a:r>
          </a:p>
          <a:p xmlns:a="http://schemas.openxmlformats.org/drawingml/2006/main">
            <a:r>
              <a:t>Учебные данные: x=1,2,4,5 км, y=20,22,40,42 мин. Среднее31,MSE101. После порога3 прогнозы21/41,MSE1.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15, 17.</a:t>
            </a:r>
          </a:p>
          <a:p xmlns:a="http://schemas.openxmlformats.org/drawingml/2006/main">
            <a:r>
              <a:t>ЦУ, «МАГА2026_Презентация_Неделя 6.pptx», слайды 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18.</a:t>
            </a:r>
          </a:p>
          <a:p xmlns:a="http://schemas.openxmlformats.org/drawingml/2006/main">
            <a:r>
              <a:t>ЦУ, «МАГА2026_Презентация_Неделя 6.pptx», слайды 24.</a:t>
            </a:r>
          </a:p>
          <a:p xmlns:a="http://schemas.openxmlformats.org/drawingml/2006/main">
            <a:r>
              <a:t>Контрпример: родитель 6 A, 4 B. Потомки 3 A, 1 B и 3 A, 3 B. Ошибки большинства до и после: 4 из 10. В правом потомке при равенстве долей выбираем A, выбор B даёт те же 3 ошибки. Взвешенный Джини снижается с 0.48 до 0.45.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19.</a:t>
            </a:r>
          </a:p>
          <a:p xmlns:a="http://schemas.openxmlformats.org/drawingml/2006/main">
            <a:r>
              <a:t>ЦУ, «МАГА2026_Презентация_Неделя 6.pptx», слайды 24,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20.</a:t>
            </a:r>
          </a:p>
          <a:p xmlns:a="http://schemas.openxmlformats.org/drawingml/2006/main">
            <a:r>
              <a:t>ЦУ, «МАГА2026_Презентация_Неделя 6.pptx», слайды 24, 26, 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26, 28.</a:t>
            </a:r>
          </a:p>
          <a:p xmlns:a="http://schemas.openxmlformats.org/drawingml/2006/main">
            <a:r>
              <a:t>p: доля одного класса. Джини2p(1−p), энтропия−p log₂p−(1−p)log₂(1−p). Значения вычислены непосредственно, нулевые слагаемые продолжены по непрерывности.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21.</a:t>
            </a:r>
          </a:p>
          <a:p xmlns:a="http://schemas.openxmlformats.org/drawingml/2006/main">
            <a:r>
              <a:t>ЦУ, «МАГА2026_Презентация_Неделя 6.pptx», слайды 19,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30, 31.</a:t>
            </a:r>
          </a:p>
          <a:p xmlns:a="http://schemas.openxmlformats.org/drawingml/2006/main">
            <a:r>
              <a:t>Учебный пример на10объектах двухклассов. Родитель6A4B. Левыйпотомок4A0B, правый2A4B. Q=12/25−(4/10)0−(6/10)(4/9)=16/75≈.213333.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«Лекция_8_Решающие_деревья_Decision_trees (1).pptx», слайды 22.</a:t>
            </a:r>
          </a:p>
          <a:p xmlns:a="http://schemas.openxmlformats.org/drawingml/2006/main">
            <a:r>
              <a:t>ЦУ, «МАГА2026_Презентация_Неделя 6.pptx», слайды 19.</a:t>
            </a:r>
          </a:p>
          <a:p xmlns:a="http://schemas.openxmlformats.org/drawingml/2006/main">
            <a:r>
              <a:t>Те же 10 объектов. Проверены все 9 середин между соседними различными расстояниями. Максимальный выигрыш Джини 16/75 достигается при пороге 3. Для числа заказов максимальный выигрыш такой же: учебный пример имеет два равных лучших разбиения.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36.</a:t>
            </a:r>
          </a:p>
          <a:p xmlns:a="http://schemas.openxmlformats.org/drawingml/2006/main">
            <a:r>
              <a:t>Синтетические данные:50доставок,seed7,y=12+4x+8[x&gt;6]+N(0,5²),x равномерно1..10. Ступени в точных порогах sklearn DecisionTreeRegressor. Выборка и эксперимент одинаковы на следующемслайде.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36.</a:t>
            </a:r>
          </a:p>
          <a:p xmlns:a="http://schemas.openxmlformats.org/drawingml/2006/main">
            <a:r>
              <a:t>Тот же эксперимент:50обучающих и200валидационных объектов. Реальные значения RMSE из numerics.json для глубин1,2,3,4,5,6,7,8,10.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33, 34.</a:t>
            </a:r>
          </a:p>
          <a:p xmlns:a="http://schemas.openxmlformats.org/drawingml/2006/main">
            <a:r>
              <a:t>Учебный пример с четырьмя городами и двумя классами. В каждой категории 10 объектов. Условие принадлежности подмножеству доступно в алгоритмах с соответствующей поддержкой категорий. Для обычного DecisionTreeClassifier строки предварительно кодируют, например one-hot.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35.</a:t>
            </a:r>
          </a:p>
          <a:p xmlns:a="http://schemas.openxmlformats.org/drawingml/2006/main">
            <a:r>
              <a:t>Продолжение учебного примера с10объектами:6A4B. Первоеусловие порасстоянию отделяет4A от2A4B, Q=16/75. Второеусловие почислузаказов делит6объектов начистые2A и4B,Q=4/9. Взвешенныевклады16/75 и(6/10)(4/9)=4/15. Нормированныеважности4/9 и5/9. Перестановочнаяважность:БАКнеделя6,слайд39.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БАК, неделя 6, слайд 39. Воспроизводимый эксперимент: то же дерево глубины 3 и те же 200 валидационных доставок. Переставлен единственный признак расстояния, модель не переобучена. Одна перестановка, numpy default_rng(2026). Для устойчивой оценки важности следует повторять перестановку.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6.pptx», слайды 23, 29.</a:t>
            </a:r>
          </a:p>
          <a:p xmlns:a="http://schemas.openxmlformats.org/drawingml/2006/main">
            <a:r>
              <a:t>X_train,y_train,X_valid заданы заранее. max_depth и min_samples_leaf в примере иллюстративны, реальные значения выбираются по валидации.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5e03b6f8c438d" /><Relationship Type="http://schemas.openxmlformats.org/officeDocument/2006/relationships/image" Target="/ppt/media/image.jpeg" Id="R8cb59c51f00344fa" /><Relationship Type="http://schemas.openxmlformats.org/officeDocument/2006/relationships/image" Target="/ppt/media/image.png" Id="R84e0680c631a4b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59924d27043e4" /><Relationship Type="http://schemas.openxmlformats.org/officeDocument/2006/relationships/image" Target="/ppt/media/image2.jpeg" Id="R6e4eee40e822497e" /><Relationship Type="http://schemas.openxmlformats.org/officeDocument/2006/relationships/image" Target="/ppt/media/image2.png" Id="Rd8dff948162d42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31244c2f34879" /><Relationship Type="http://schemas.openxmlformats.org/officeDocument/2006/relationships/image" Target="/ppt/media/image2.jpeg" Id="R65d28411bf90408f" /><Relationship Type="http://schemas.openxmlformats.org/officeDocument/2006/relationships/image" Target="/ppt/media/image2.png" Id="Rc67a4093ac174b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a7a43b17248e8" /><Relationship Type="http://schemas.openxmlformats.org/officeDocument/2006/relationships/image" Target="/ppt/media/image2.jpeg" Id="R08b4c030733f476a" /><Relationship Type="http://schemas.openxmlformats.org/officeDocument/2006/relationships/image" Target="/ppt/media/image2.png" Id="R8196870edcb446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6dc7ab3994561" /><Relationship Type="http://schemas.openxmlformats.org/officeDocument/2006/relationships/image" Target="/ppt/media/image2.jpeg" Id="R576e5b15c3a647ed" /><Relationship Type="http://schemas.openxmlformats.org/officeDocument/2006/relationships/image" Target="/ppt/media/image2.png" Id="Ra81e997415ed4d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d6fd76d2e45f2" /><Relationship Type="http://schemas.openxmlformats.org/officeDocument/2006/relationships/image" Target="/ppt/media/image2.jpeg" Id="R5e66224e201b4a98" /><Relationship Type="http://schemas.openxmlformats.org/officeDocument/2006/relationships/image" Target="/ppt/media/image2.png" Id="Rd639b52f98ed41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bf8f9bb9e4eb8" /><Relationship Type="http://schemas.openxmlformats.org/officeDocument/2006/relationships/image" Target="/ppt/media/image2.jpeg" Id="Rec7f780dff174031" /><Relationship Type="http://schemas.openxmlformats.org/officeDocument/2006/relationships/image" Target="/ppt/media/image2.png" Id="R263ec748bae744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506a43c0044aa" /><Relationship Type="http://schemas.openxmlformats.org/officeDocument/2006/relationships/image" Target="/ppt/media/image2.jpeg" Id="Rc3673f5b70df402e" /><Relationship Type="http://schemas.openxmlformats.org/officeDocument/2006/relationships/image" Target="/ppt/media/image2.png" Id="Rd6441532db4347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10563206b49a2" /><Relationship Type="http://schemas.openxmlformats.org/officeDocument/2006/relationships/image" Target="/ppt/media/image2.jpeg" Id="Rc1e3c1da51c1429e" /><Relationship Type="http://schemas.openxmlformats.org/officeDocument/2006/relationships/image" Target="/ppt/media/image2.png" Id="Rc92f8bf1720d49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3e8d0d7894b7d" /><Relationship Type="http://schemas.openxmlformats.org/officeDocument/2006/relationships/image" Target="/ppt/media/image2.jpeg" Id="Rc740939b4da24c92" /><Relationship Type="http://schemas.openxmlformats.org/officeDocument/2006/relationships/image" Target="/ppt/media/image2.png" Id="Rdca5f74b3fc242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fd58ef27d4537" /><Relationship Type="http://schemas.openxmlformats.org/officeDocument/2006/relationships/image" Target="/ppt/media/image2.jpeg" Id="R2d8ffcecdba94a57" /><Relationship Type="http://schemas.openxmlformats.org/officeDocument/2006/relationships/image" Target="/ppt/media/image2.png" Id="R8bfce67ab79b440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1dcbb8a0046b5" /><Relationship Type="http://schemas.openxmlformats.org/officeDocument/2006/relationships/image" Target="/ppt/media/image2.jpeg" Id="R8a911e8d0f9144b5" /><Relationship Type="http://schemas.openxmlformats.org/officeDocument/2006/relationships/image" Target="/ppt/media/image3.png" Id="R1a2c7f64f33e4e44" /></Relationships>
</file>

<file path=ppt/slideLayouts/slideLayout1.xml><?xml version="1.0" encoding="utf-8"?>
<p:sldLayout xmlns:p="http://schemas.openxmlformats.org/presentationml/2006/main" preserve="1" userDrawn="1">
  <p:cSld name="Обложка">
    <p:bg>
      <p:bgPr>
        <a:blipFill xmlns:a="http://schemas.openxmlformats.org/drawingml/2006/main" rotWithShape="1">
          <a:blip xmlns:r="http://schemas.openxmlformats.org/officeDocument/2006/relationships" r:embed="R8cb59c51f00344f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28">
            <a:extLst xmlns:a="http://schemas.openxmlformats.org/drawingml/2006/main">
              <a:ext uri="{FF2B5EF4-FFF2-40B4-BE49-F238E27FC236}">
                <a16:creationId xmlns:a16="http://schemas.microsoft.com/office/drawing/2014/main" id="{B74BD2D2-91FF-4836-AD6C-3413135476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680c631a4b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86D34A04-4CD5-478F-86B6-08642667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12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BD8F8E47-4A0A-4B4D-B1E3-3518755A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581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51">
            <a:extLst xmlns:a="http://schemas.openxmlformats.org/drawingml/2006/main">
              <a:ext uri="{FF2B5EF4-FFF2-40B4-BE49-F238E27FC236}">
                <a16:creationId xmlns:a16="http://schemas.microsoft.com/office/drawing/2014/main" id="{4DC382F7-A362-421D-904C-82DA2774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47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7967" y="2404670"/>
            <a:ext cx="7634059" cy="1978323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презентации</a:t>
            </a:r>
            <a:b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</a:b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быть набрано в две </a:t>
            </a:r>
            <a:b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</a:b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или три строки (43 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074947" y="1187841"/>
            <a:ext cx="3848717" cy="435163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>
                <a:latin typeface="HSE Sans"/>
                <a:ea typeface="HSE Sans"/>
                <a:cs typeface="HSE Sans"/>
              </a:rPr>
              <a:t>Название факультета</a:t>
            </a:r>
            <a:br>
              <a:rPr>
                <a:latin typeface="HSE Sans"/>
                <a:ea typeface="HSE Sans"/>
                <a:cs typeface="HSE Sans"/>
              </a:rPr>
            </a:br>
            <a:r>
              <a:rPr>
                <a:latin typeface="HSE Sans"/>
                <a:ea typeface="HSE Sans"/>
                <a:cs typeface="HSE Sans"/>
              </a:rPr>
              <a:t>в две строки</a:t>
            </a:r>
            <a:r>
              <a:rPr>
                <a:latin typeface="HSE Sans"/>
                <a:ea typeface="HSE Sans"/>
                <a:cs typeface="HSE Sans"/>
              </a:rPr>
              <a:t> (16 </a:t>
            </a:r>
            <a:r>
              <a:rPr>
                <a:latin typeface="HSE Sans"/>
                <a:ea typeface="HSE Sans"/>
                <a:cs typeface="HSE Sans"/>
              </a:rPr>
              <a:t>pt</a:t>
            </a:r>
            <a:r>
              <a:rPr>
                <a:latin typeface="HSE Sans"/>
                <a:ea typeface="HSE Sans"/>
                <a:cs typeface="HSE Sans"/>
              </a:rPr>
              <a:t>)</a:t>
            </a:r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59420" y="1173829"/>
            <a:ext cx="2278063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2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200">
                <a:latin typeface="HSE Sans"/>
                <a:ea typeface="HSE Sans"/>
                <a:cs typeface="HSE Sans"/>
              </a:rPr>
            </a:br>
            <a:r>
              <a:rPr sz="12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200">
                <a:latin typeface="HSE Sans"/>
                <a:ea typeface="HSE Sans"/>
                <a:cs typeface="HSE Sans"/>
              </a:rPr>
              <a:t> (12pt)</a:t>
            </a:r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786720" y="1173829"/>
            <a:ext cx="2217738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200">
                <a:latin typeface="HSE Sans"/>
                <a:ea typeface="HSE Sans"/>
                <a:cs typeface="HSE Sans"/>
              </a:rPr>
              <a:t>Москва</a:t>
            </a:r>
            <a:br>
              <a:rPr sz="1200">
                <a:latin typeface="HSE Sans"/>
                <a:ea typeface="HSE Sans"/>
                <a:cs typeface="HSE Sans"/>
              </a:rPr>
            </a:br>
            <a:r>
              <a:rPr sz="1200">
                <a:latin typeface="HSE Sans"/>
                <a:ea typeface="HSE Sans"/>
                <a:cs typeface="HSE Sans"/>
              </a:rPr>
              <a:t>2022</a:t>
            </a:r>
            <a:r>
              <a:rPr sz="1200">
                <a:latin typeface="HSE Sans"/>
                <a:ea typeface="HSE Sans"/>
                <a:cs typeface="HSE Sans"/>
              </a:rPr>
              <a:t> (12pt)</a:t>
            </a:r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027967" y="4824914"/>
            <a:ext cx="7625267" cy="652860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>
                <a:latin typeface="HSE Sans"/>
                <a:ea typeface="HSE Sans"/>
                <a:cs typeface="HSE Sans"/>
              </a:rPr>
              <a:t>Если нужно больше места, то используйте подзаголовок</a:t>
            </a:r>
            <a:r>
              <a:rPr sz="1600">
                <a:latin typeface="HSE Sans"/>
                <a:ea typeface="HSE Sans"/>
                <a:cs typeface="HSE Sans"/>
              </a:rPr>
              <a:t> (16 </a:t>
            </a:r>
            <a:r>
              <a:rPr sz="1600">
                <a:latin typeface="HSE Sans"/>
                <a:ea typeface="HSE Sans"/>
                <a:cs typeface="HSE Sans"/>
              </a:rPr>
              <a:t>pt</a:t>
            </a:r>
            <a:r>
              <a:rPr sz="1600">
                <a:latin typeface="HSE Sans"/>
                <a:ea typeface="HSE Sans"/>
                <a:cs typeface="HSE Sans"/>
              </a:rPr>
              <a:t>)</a:t>
            </a:r>
            <a:endParaRPr sz="16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Текст_1">
    <p:bg>
      <p:bgPr>
        <a:blipFill xmlns:a="http://schemas.openxmlformats.org/drawingml/2006/main" rotWithShape="1">
          <a:blip xmlns:r="http://schemas.openxmlformats.org/officeDocument/2006/relationships" r:embed="R6e4eee40e82249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4">
            <a:extLst xmlns:a="http://schemas.openxmlformats.org/drawingml/2006/main">
              <a:ext uri="{FF2B5EF4-FFF2-40B4-BE49-F238E27FC236}">
                <a16:creationId xmlns:a16="http://schemas.microsoft.com/office/drawing/2014/main" id="{74445533-9AC7-4B8C-BD88-61DE7BCBF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ff948162d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0CB69B6E-363F-4E63-A018-9CDA740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0BE5EA4A-69FF-498B-A904-3CB8D97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B5F067F8-E774-4801-96C9-63E928A0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A54B6EA0-7CAC-44EB-A48E-AF72EE17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800">
                <a:solidFill>
                  <a:schemeClr val="tx1"/>
                </a:solidFill>
                <a:latin typeface="HSE Sans"/>
                <a:ea typeface="HSE Sans"/>
                <a:cs typeface="HSE Sans"/>
              </a:rPr>
              <a:t>Чтобы слайд не выглядел пустым, сюда можно поставить иллюстрацию или фотографию</a:t>
            </a:r>
            <a:endParaRPr sz="2800">
              <a:solidFill>
                <a:schemeClr val="tx1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8" y="1447790"/>
            <a:ext cx="524556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</a:t>
            </a:r>
            <a:b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</a:b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5245561" cy="3393234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</a:t>
            </a:r>
            <a:r>
              <a:t>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0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1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Текст_2">
    <p:bg>
      <p:bgPr>
        <a:blipFill xmlns:a="http://schemas.openxmlformats.org/drawingml/2006/main" rotWithShape="1">
          <a:blip xmlns:r="http://schemas.openxmlformats.org/officeDocument/2006/relationships" r:embed="R65d28411bf90408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4">
            <a:extLst xmlns:a="http://schemas.openxmlformats.org/drawingml/2006/main">
              <a:ext uri="{FF2B5EF4-FFF2-40B4-BE49-F238E27FC236}">
                <a16:creationId xmlns:a16="http://schemas.microsoft.com/office/drawing/2014/main" id="{0CA04004-450B-44A4-9177-C25CA643F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a4093ac174b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DAD68BC1-338C-4442-8EAA-96A0977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4B4A41A-4337-4B19-AD92-86EDFF6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62AD5A7-BC97-4ED4-A662-F161E09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1C51566C-C09A-4B8D-BF51-EF28827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11057971" cy="3745092"/>
          </a:xfrm>
        </p:spPr>
        <p:txBody>
          <a:bodyPr xmlns:a="http://schemas.openxmlformats.org/drawingml/2006/main" lIns="0" tIns="0" r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00">
                <a:latin typeface="HSE Sans"/>
                <a:ea typeface="HSE Sans"/>
                <a:cs typeface="HSE Sans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Текст_3">
    <p:bg>
      <p:bgPr>
        <a:blipFill xmlns:a="http://schemas.openxmlformats.org/drawingml/2006/main" rotWithShape="1">
          <a:blip xmlns:r="http://schemas.openxmlformats.org/officeDocument/2006/relationships" r:embed="R08b4c030733f47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4">
            <a:extLst xmlns:a="http://schemas.openxmlformats.org/drawingml/2006/main">
              <a:ext uri="{FF2B5EF4-FFF2-40B4-BE49-F238E27FC236}">
                <a16:creationId xmlns:a16="http://schemas.microsoft.com/office/drawing/2014/main" id="{C680ED72-1568-4E0F-A651-ED029DC1A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6870edcb446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05A42E11-C98D-41DD-ADF2-ECA1F3A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FBF6278F-E68A-43A1-B33A-8007BFF8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B9D07B4E-8A96-43FA-909A-890D8CCC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F7E46120-C58B-41CB-A908-0E2D27D5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</a:t>
            </a:r>
            <a:r>
              <a:t>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59892" y="2379663"/>
            <a:ext cx="5383968" cy="3451794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График_1">
    <p:bg>
      <p:bgPr>
        <a:blipFill xmlns:a="http://schemas.openxmlformats.org/drawingml/2006/main" rotWithShape="1">
          <a:blip xmlns:r="http://schemas.openxmlformats.org/officeDocument/2006/relationships" r:embed="R576e5b15c3a647e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4">
            <a:extLst xmlns:a="http://schemas.openxmlformats.org/drawingml/2006/main">
              <a:ext uri="{FF2B5EF4-FFF2-40B4-BE49-F238E27FC236}">
                <a16:creationId xmlns:a16="http://schemas.microsoft.com/office/drawing/2014/main" id="{09A47FAF-ADB6-42A0-B6CD-93A601FB7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e997415ed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B15E78DC-D353-4DAC-8021-17965A6C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47F7FD99-B796-462C-ACE5-C60161D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BC2CAC59-8987-462F-A5C8-C60EEB01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8E0BD923-C8BD-4F84-A8B2-F67FCAF7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</a:t>
            </a:r>
            <a:b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</a:b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График_2">
    <p:bg>
      <p:bgPr>
        <a:blipFill xmlns:a="http://schemas.openxmlformats.org/drawingml/2006/main" rotWithShape="1">
          <a:blip xmlns:r="http://schemas.openxmlformats.org/officeDocument/2006/relationships" r:embed="R5e66224e201b4a9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4">
            <a:extLst xmlns:a="http://schemas.openxmlformats.org/drawingml/2006/main">
              <a:ext uri="{FF2B5EF4-FFF2-40B4-BE49-F238E27FC236}">
                <a16:creationId xmlns:a16="http://schemas.microsoft.com/office/drawing/2014/main" id="{19CEE346-C264-49C4-8819-62F228969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9b52f98ed41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0D98EF1E-9F9D-46CA-8898-34119C0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F7368E12-3729-4865-A694-9AA414E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B884D8C0-93D8-4716-9F21-B5DEEBA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105737B4-6109-4B11-9FC5-F40B997B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8" y="1447064"/>
            <a:ext cx="4322762" cy="7032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(16pt)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Цифры">
    <p:bg>
      <p:bgPr>
        <a:blipFill xmlns:a="http://schemas.openxmlformats.org/drawingml/2006/main" rotWithShape="1">
          <a:blip xmlns:r="http://schemas.openxmlformats.org/officeDocument/2006/relationships" r:embed="Rec7f780dff1740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4">
            <a:extLst xmlns:a="http://schemas.openxmlformats.org/drawingml/2006/main">
              <a:ext uri="{FF2B5EF4-FFF2-40B4-BE49-F238E27FC236}">
                <a16:creationId xmlns:a16="http://schemas.microsoft.com/office/drawing/2014/main" id="{7ABD44D0-E901-4870-B1A2-1236568C3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ec748bae744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7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5CCB3705-E151-47D9-AE85-0F29083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2349337E-CAF9-4C79-A73E-C7E5C6F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94B476AE-B280-4A6C-A665-6A0BDC9D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1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81CB0229-9CB7-4C16-99E1-394916FE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3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75076" y="4103994"/>
            <a:ext cx="2758143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7007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518938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75076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152</a:t>
            </a:r>
            <a:endParaRPr/>
          </a:p>
        </p:txBody>
      </p:sp>
      <p:sp>
        <p:nvSpPr>
          <p:cNvPr id="29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047007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95</a:t>
            </a:r>
            <a:endParaRPr/>
          </a:p>
        </p:txBody>
      </p:sp>
      <p:sp>
        <p:nvSpPr>
          <p:cNvPr id="30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518938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284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Таблица_1">
    <p:bg>
      <p:bgPr>
        <a:blipFill xmlns:a="http://schemas.openxmlformats.org/drawingml/2006/main" rotWithShape="1">
          <a:blip xmlns:r="http://schemas.openxmlformats.org/officeDocument/2006/relationships" r:embed="Rc3673f5b70df402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93F76A7-4E88-4370-8231-DB23F4C01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41532db43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6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B146E4AB-44BA-4164-9AEC-1AB2CFFC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D616EF6E-1245-42B8-90CB-EA7C57CA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9F4C80BF-CCA6-4FC9-BF2D-2CFB02CC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4B3402C0-EDC3-406C-8734-A43A9A08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2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5"/>
            <a:ext cx="11058065" cy="307778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1984076"/>
            <a:ext cx="11058527" cy="35195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Таблица_2">
    <p:bg>
      <p:bgPr>
        <a:blipFill xmlns:a="http://schemas.openxmlformats.org/drawingml/2006/main" rotWithShape="1">
          <a:blip xmlns:r="http://schemas.openxmlformats.org/officeDocument/2006/relationships" r:embed="Rc1e3c1da51c1429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4">
            <a:extLst xmlns:a="http://schemas.openxmlformats.org/drawingml/2006/main">
              <a:ext uri="{FF2B5EF4-FFF2-40B4-BE49-F238E27FC236}">
                <a16:creationId xmlns:a16="http://schemas.microsoft.com/office/drawing/2014/main" id="{BCC61BE3-C92F-4E1F-A311-42F890355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f8bf1720d4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276231F6-2563-4876-BD3C-47B653E1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B20CAE0D-6090-4254-B8FC-0BFE43CB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673BFA52-69ED-422B-AD5C-FEBE5D1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F072433B-6048-4906-8AA1-F37DDB2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4"/>
            <a:ext cx="7617877" cy="537011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2208362"/>
            <a:ext cx="7617895" cy="3295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6807" y="2208363"/>
            <a:ext cx="2930666" cy="2570672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цвет">
    <p:bg>
      <p:bgPr>
        <a:blipFill xmlns:a="http://schemas.openxmlformats.org/drawingml/2006/main" rotWithShape="1">
          <a:blip xmlns:r="http://schemas.openxmlformats.org/officeDocument/2006/relationships" r:embed="Rc740939b4da24c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4">
            <a:extLst xmlns:a="http://schemas.openxmlformats.org/drawingml/2006/main">
              <a:ext uri="{FF2B5EF4-FFF2-40B4-BE49-F238E27FC236}">
                <a16:creationId xmlns:a16="http://schemas.microsoft.com/office/drawing/2014/main" id="{F9CC07FE-5CB3-480A-B200-583E72D68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5f74b3fc242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13F293C-4AD7-4FA0-B6D9-50C53011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F2D2A61-A687-4417-A054-A9D0298D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3091FA7-5C38-49F3-B4EE-B6AE6DD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474B7629-8F4E-4BB8-962B-983B394F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9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Дополнительная </a:t>
            </a:r>
            <a:b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</a:b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цветовая гамма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 xmlns:a="http://schemas.openxmlformats.org/drawingml/2006/main"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6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0">
            <a:extLst xmlns:a="http://schemas.openxmlformats.org/drawingml/2006/main"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A9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0D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9C6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6">
            <a:extLst xmlns:a="http://schemas.openxmlformats.org/drawingml/2006/main"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9">
            <a:extLst xmlns:a="http://schemas.openxmlformats.org/drawingml/2006/main"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4EB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33">
            <a:extLst xmlns:a="http://schemas.openxmlformats.org/drawingml/2006/main"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F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34">
            <a:extLst xmlns:a="http://schemas.openxmlformats.org/drawingml/2006/main"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A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35">
            <a:extLst xmlns:a="http://schemas.openxmlformats.org/drawingml/2006/main"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A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36">
            <a:extLst xmlns:a="http://schemas.openxmlformats.org/drawingml/2006/main"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A0A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7">
            <a:extLst xmlns:a="http://schemas.openxmlformats.org/drawingml/2006/main"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8C3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8">
            <a:extLst xmlns:a="http://schemas.openxmlformats.org/drawingml/2006/main"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2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9">
            <a:extLst xmlns:a="http://schemas.openxmlformats.org/drawingml/2006/main"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5A5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40">
            <a:extLst xmlns:a="http://schemas.openxmlformats.org/drawingml/2006/main"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41">
            <a:extLst xmlns:a="http://schemas.openxmlformats.org/drawingml/2006/main"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D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42">
            <a:extLst xmlns:a="http://schemas.openxmlformats.org/drawingml/2006/main"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B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43">
            <a:extLst xmlns:a="http://schemas.openxmlformats.org/drawingml/2006/main"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9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44">
            <a:extLst xmlns:a="http://schemas.openxmlformats.org/drawingml/2006/main"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3F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45">
            <a:extLst xmlns:a="http://schemas.openxmlformats.org/drawingml/2006/main"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46">
            <a:extLst xmlns:a="http://schemas.openxmlformats.org/drawingml/2006/main"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чистый_2">
    <p:bg>
      <p:bgPr>
        <a:blipFill xmlns:a="http://schemas.openxmlformats.org/drawingml/2006/main" rotWithShape="1">
          <a:blip xmlns:r="http://schemas.openxmlformats.org/officeDocument/2006/relationships" r:embed="R2d8ffcecdba94a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4">
            <a:extLst xmlns:a="http://schemas.openxmlformats.org/drawingml/2006/main">
              <a:ext uri="{FF2B5EF4-FFF2-40B4-BE49-F238E27FC236}">
                <a16:creationId xmlns:a16="http://schemas.microsoft.com/office/drawing/2014/main" id="{DB914854-3174-4A71-8169-4968E8628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ce67ab79b44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9B6EA049-1323-48E3-87F1-851E4311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9560243-C879-497F-A53F-1462D82D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3BD2DB57-570E-462E-ABE1-7FAD029B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93FF185-2576-44FD-97F2-D68DAF55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>
              <a:rPr sz="1000">
                <a:latin typeface="HSE Sans"/>
                <a:ea typeface="HSE Sans"/>
                <a:cs typeface="HSE Sans"/>
              </a:rPr>
            </a:br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чистый">
    <p:bg>
      <p:bgPr>
        <a:blipFill xmlns:a="http://schemas.openxmlformats.org/drawingml/2006/main" rotWithShape="1">
          <a:blip xmlns:r="http://schemas.openxmlformats.org/officeDocument/2006/relationships" r:embed="R8a911e8d0f9144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7A73BD5-69EF-4947-BD38-D8BBE03B5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c7f64f33e4e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0809" y="2643809"/>
            <a:ext cx="1570383" cy="15703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4e454fac44d20" /><Relationship Type="http://schemas.openxmlformats.org/officeDocument/2006/relationships/slideLayout" Target="/ppt/slideLayouts/slideLayout1.xml" Id="R6e273438499841be" /><Relationship Type="http://schemas.openxmlformats.org/officeDocument/2006/relationships/slideLayout" Target="/ppt/slideLayouts/slideLayout2.xml" Id="R693fa2d8d3d14dab" /><Relationship Type="http://schemas.openxmlformats.org/officeDocument/2006/relationships/slideLayout" Target="/ppt/slideLayouts/slideLayout3.xml" Id="R744a6fbd8152496c" /><Relationship Type="http://schemas.openxmlformats.org/officeDocument/2006/relationships/slideLayout" Target="/ppt/slideLayouts/slideLayout4.xml" Id="Re7971bf219fb416b" /><Relationship Type="http://schemas.openxmlformats.org/officeDocument/2006/relationships/slideLayout" Target="/ppt/slideLayouts/slideLayout5.xml" Id="R8a1672e407ae4d3f" /><Relationship Type="http://schemas.openxmlformats.org/officeDocument/2006/relationships/slideLayout" Target="/ppt/slideLayouts/slideLayout6.xml" Id="R347450fe955a492d" /><Relationship Type="http://schemas.openxmlformats.org/officeDocument/2006/relationships/slideLayout" Target="/ppt/slideLayouts/slideLayout7.xml" Id="Rde281d459b844881" /><Relationship Type="http://schemas.openxmlformats.org/officeDocument/2006/relationships/slideLayout" Target="/ppt/slideLayouts/slideLayout8.xml" Id="Ra52437ba54cb48dc" /><Relationship Type="http://schemas.openxmlformats.org/officeDocument/2006/relationships/slideLayout" Target="/ppt/slideLayouts/slideLayout9.xml" Id="Rdfceb2ec280d4d10" /><Relationship Type="http://schemas.openxmlformats.org/officeDocument/2006/relationships/slideLayout" Target="/ppt/slideLayouts/slideLayout10.xml" Id="R1c25490f978942d8" /><Relationship Type="http://schemas.openxmlformats.org/officeDocument/2006/relationships/slideLayout" Target="/ppt/slideLayouts/slideLayout11.xml" Id="R2d7163f14ae64007" /><Relationship Type="http://schemas.openxmlformats.org/officeDocument/2006/relationships/slideLayout" Target="/ppt/slideLayouts/slideLayout12.xml" Id="R813b9e1f4c0345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63DFB-8595-A44B-9F09-A50FA310E559}" type="datetimeFigureOut">
              <a:t>10/08/2025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20F133-126C-5944-A0E4-6A9616EDC0D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73438499841be"/>
    <p:sldLayoutId xmlns:r="http://schemas.openxmlformats.org/officeDocument/2006/relationships" id="2147483650" r:id="R693fa2d8d3d14dab"/>
    <p:sldLayoutId xmlns:r="http://schemas.openxmlformats.org/officeDocument/2006/relationships" id="2147483651" r:id="R744a6fbd8152496c"/>
    <p:sldLayoutId xmlns:r="http://schemas.openxmlformats.org/officeDocument/2006/relationships" id="2147483652" r:id="Re7971bf219fb416b"/>
    <p:sldLayoutId xmlns:r="http://schemas.openxmlformats.org/officeDocument/2006/relationships" id="2147483653" r:id="R8a1672e407ae4d3f"/>
    <p:sldLayoutId xmlns:r="http://schemas.openxmlformats.org/officeDocument/2006/relationships" id="2147483654" r:id="R347450fe955a492d"/>
    <p:sldLayoutId xmlns:r="http://schemas.openxmlformats.org/officeDocument/2006/relationships" id="2147483655" r:id="Rde281d459b844881"/>
    <p:sldLayoutId xmlns:r="http://schemas.openxmlformats.org/officeDocument/2006/relationships" id="2147483656" r:id="Ra52437ba54cb48dc"/>
    <p:sldLayoutId xmlns:r="http://schemas.openxmlformats.org/officeDocument/2006/relationships" id="2147483657" r:id="Rdfceb2ec280d4d10"/>
    <p:sldLayoutId xmlns:r="http://schemas.openxmlformats.org/officeDocument/2006/relationships" id="2147483658" r:id="R1c25490f978942d8"/>
    <p:sldLayoutId xmlns:r="http://schemas.openxmlformats.org/officeDocument/2006/relationships" id="2147483659" r:id="R2d7163f14ae64007"/>
    <p:sldLayoutId xmlns:r="http://schemas.openxmlformats.org/officeDocument/2006/relationships" id="2147483660" r:id="R813b9e1f4c03456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c78ba8964c66" /><Relationship Type="http://schemas.openxmlformats.org/officeDocument/2006/relationships/notesSlide" Target="/ppt/notesSlides/notesSlide1.xml" Id="R7ba2ac60f2ff4c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b98183e9d9432d" /><Relationship Type="http://schemas.openxmlformats.org/officeDocument/2006/relationships/notesSlide" Target="/ppt/notesSlides/notesSlide2.xml" Id="R1d03c231100b47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5c1a746284458c" /><Relationship Type="http://schemas.openxmlformats.org/officeDocument/2006/relationships/notesSlide" Target="/ppt/notesSlides/notesSlide3.xml" Id="Ra3afda25262947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7f4bad38514fda" /><Relationship Type="http://schemas.openxmlformats.org/officeDocument/2006/relationships/notesSlide" Target="/ppt/notesSlides/notesSlide4.xml" Id="R2e9bf06390bc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8f8d4056504647" /><Relationship Type="http://schemas.openxmlformats.org/officeDocument/2006/relationships/chart" Target="/ppt/slides/charts/chart1.xml" Id="Ra359a773777b4a4b" /><Relationship Type="http://schemas.openxmlformats.org/officeDocument/2006/relationships/notesSlide" Target="/ppt/notesSlides/notesSlide5.xml" Id="R1258608b7ab5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913be01e9646c3" /><Relationship Type="http://schemas.openxmlformats.org/officeDocument/2006/relationships/notesSlide" Target="/ppt/notesSlides/notesSlide6.xml" Id="Rf53376d6e5b4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b43a18612f4f59" /><Relationship Type="http://schemas.openxmlformats.org/officeDocument/2006/relationships/chart" Target="/ppt/slides/charts/chart2.xml" Id="Rd93205ace0644ba2" /><Relationship Type="http://schemas.openxmlformats.org/officeDocument/2006/relationships/notesSlide" Target="/ppt/notesSlides/notesSlide7.xml" Id="R38d1352bd9ed4d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44c33f7bfb4977" /><Relationship Type="http://schemas.openxmlformats.org/officeDocument/2006/relationships/notesSlide" Target="/ppt/notesSlides/notesSlide8.xml" Id="R9dd618fa59234b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b856f761534953" /><Relationship Type="http://schemas.openxmlformats.org/officeDocument/2006/relationships/notesSlide" Target="/ppt/notesSlides/notesSlide9.xml" Id="R6b318dbbc5324f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570ac0e8ea46b1" /><Relationship Type="http://schemas.openxmlformats.org/officeDocument/2006/relationships/notesSlide" Target="/ppt/notesSlides/notesSlide10.xml" Id="Reedee73f008b4d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5affd5c00e4ae8" /><Relationship Type="http://schemas.openxmlformats.org/officeDocument/2006/relationships/notesSlide" Target="/ppt/notesSlides/notesSlide11.xml" Id="R745fe4857c2345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c4e13261ed4140" /><Relationship Type="http://schemas.openxmlformats.org/officeDocument/2006/relationships/image" Target="/ppt/media/image4.png" Id="R7ffe68977d4544b3" /><Relationship Type="http://schemas.openxmlformats.org/officeDocument/2006/relationships/image" Target="/ppt/media/image.svg" Id="Rf7a64acb72484977" /><Relationship Type="http://schemas.openxmlformats.org/officeDocument/2006/relationships/notesSlide" Target="/ppt/notesSlides/notesSlide12.xml" Id="R85285f366b6246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3858534c824ea2" /><Relationship Type="http://schemas.openxmlformats.org/officeDocument/2006/relationships/image" Target="/ppt/media/image5.png" Id="Reeac6894b4b04a02" /><Relationship Type="http://schemas.openxmlformats.org/officeDocument/2006/relationships/image" Target="/ppt/media/image2.svg" Id="Rf39485a177bc4dae" /><Relationship Type="http://schemas.openxmlformats.org/officeDocument/2006/relationships/notesSlide" Target="/ppt/notesSlides/notesSlide13.xml" Id="R85180ba1867b42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66cc117a5a4e26" /><Relationship Type="http://schemas.openxmlformats.org/officeDocument/2006/relationships/chart" Target="/ppt/slides/charts/chart3.xml" Id="R1729025950aa4f2f" /><Relationship Type="http://schemas.openxmlformats.org/officeDocument/2006/relationships/notesSlide" Target="/ppt/notesSlides/notesSlide14.xml" Id="Re458c4f8423b41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4d20e373024525" /><Relationship Type="http://schemas.openxmlformats.org/officeDocument/2006/relationships/image" Target="/ppt/media/image6.png" Id="Ra7f33a232ca445f7" /><Relationship Type="http://schemas.openxmlformats.org/officeDocument/2006/relationships/image" Target="/ppt/media/image3.svg" Id="R388fb1c7e1694ddb" /><Relationship Type="http://schemas.openxmlformats.org/officeDocument/2006/relationships/notesSlide" Target="/ppt/notesSlides/notesSlide15.xml" Id="R2d2c56c70a8f40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22aeea064c47f3" /><Relationship Type="http://schemas.openxmlformats.org/officeDocument/2006/relationships/notesSlide" Target="/ppt/notesSlides/notesSlide16.xml" Id="Re698c027005643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db70e32e0a48a3" /><Relationship Type="http://schemas.openxmlformats.org/officeDocument/2006/relationships/image" Target="/ppt/media/image7.png" Id="R1e49c63d27a54980" /><Relationship Type="http://schemas.openxmlformats.org/officeDocument/2006/relationships/image" Target="/ppt/media/image4.svg" Id="R6e5cd0850dd54736" /><Relationship Type="http://schemas.openxmlformats.org/officeDocument/2006/relationships/notesSlide" Target="/ppt/notesSlides/notesSlide17.xml" Id="R5ae527910d7f40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4a759b238743ce" /><Relationship Type="http://schemas.openxmlformats.org/officeDocument/2006/relationships/image" Target="/ppt/media/image8.png" Id="Rbdb9b6b73c4443e6" /><Relationship Type="http://schemas.openxmlformats.org/officeDocument/2006/relationships/image" Target="/ppt/media/image5.svg" Id="Rec3e025643df48e0" /><Relationship Type="http://schemas.openxmlformats.org/officeDocument/2006/relationships/notesSlide" Target="/ppt/notesSlides/notesSlide18.xml" Id="Ra82159a752754a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64958238dd40b6" /><Relationship Type="http://schemas.openxmlformats.org/officeDocument/2006/relationships/chart" Target="/ppt/slides/charts/chart4.xml" Id="Rac7d4cdf30e7439b" /><Relationship Type="http://schemas.openxmlformats.org/officeDocument/2006/relationships/notesSlide" Target="/ppt/notesSlides/notesSlide19.xml" Id="Rfe08585272034e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fe2aad892d40d0" /><Relationship Type="http://schemas.openxmlformats.org/officeDocument/2006/relationships/image" Target="/ppt/media/image9.png" Id="R08b810b93ab1461c" /><Relationship Type="http://schemas.openxmlformats.org/officeDocument/2006/relationships/image" Target="/ppt/media/image6.svg" Id="R293bb436ac0b415e" /><Relationship Type="http://schemas.openxmlformats.org/officeDocument/2006/relationships/notesSlide" Target="/ppt/notesSlides/notesSlide20.xml" Id="Re39997ff0be745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8baa232e1b4309" /><Relationship Type="http://schemas.openxmlformats.org/officeDocument/2006/relationships/notesSlide" Target="/ppt/notesSlides/notesSlide21.xml" Id="R3a10a5ead7534e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0b71c0789c4d4b" /><Relationship Type="http://schemas.openxmlformats.org/officeDocument/2006/relationships/chart" Target="/ppt/slides/charts/chart5.xml" Id="R025507f0d1f74acd" /><Relationship Type="http://schemas.openxmlformats.org/officeDocument/2006/relationships/notesSlide" Target="/ppt/notesSlides/notesSlide22.xml" Id="R14ec305852fe45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e87cac3b294c9d" /><Relationship Type="http://schemas.openxmlformats.org/officeDocument/2006/relationships/notesSlide" Target="/ppt/notesSlides/notesSlide23.xml" Id="Rcbc2af07fe9946f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0f6de86d9f4152" /><Relationship Type="http://schemas.openxmlformats.org/officeDocument/2006/relationships/chart" Target="/ppt/slides/charts/chart6.xml" Id="R206d74ec14444dde" /><Relationship Type="http://schemas.openxmlformats.org/officeDocument/2006/relationships/notesSlide" Target="/ppt/notesSlides/notesSlide24.xml" Id="R97c0bb2a2c7d45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18becd4edc4e8e" /><Relationship Type="http://schemas.openxmlformats.org/officeDocument/2006/relationships/chart" Target="/ppt/slides/charts/chart7.xml" Id="R8a89dadc731e45f1" /><Relationship Type="http://schemas.openxmlformats.org/officeDocument/2006/relationships/notesSlide" Target="/ppt/notesSlides/notesSlide25.xml" Id="R2b2ab532ac2745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014d94c6b24fdc" /><Relationship Type="http://schemas.openxmlformats.org/officeDocument/2006/relationships/notesSlide" Target="/ppt/notesSlides/notesSlide26.xml" Id="R156ba8305da541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e93482d0ab4b44" /><Relationship Type="http://schemas.openxmlformats.org/officeDocument/2006/relationships/notesSlide" Target="/ppt/notesSlides/notesSlide27.xml" Id="R4981d4ab3ec84ef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34c52b4281495a" /><Relationship Type="http://schemas.openxmlformats.org/officeDocument/2006/relationships/notesSlide" Target="/ppt/notesSlides/notesSlide28.xml" Id="R6daecc12a8404b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bcab61ba914d0f" /><Relationship Type="http://schemas.openxmlformats.org/officeDocument/2006/relationships/chart" Target="/ppt/slides/charts/chart8.xml" Id="R83de2641bef34221" /><Relationship Type="http://schemas.openxmlformats.org/officeDocument/2006/relationships/chart" Target="/ppt/slides/charts/chart9.xml" Id="Rf1e5e791bae04399" /><Relationship Type="http://schemas.openxmlformats.org/officeDocument/2006/relationships/notesSlide" Target="/ppt/notesSlides/notesSlide29.xml" Id="R697972897d294f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a0d4e2299f482f" /><Relationship Type="http://schemas.openxmlformats.org/officeDocument/2006/relationships/notesSlide" Target="/ppt/notesSlides/notesSlide30.xml" Id="R948d0de6ce9e44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x₂ = 2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234A9B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-3</c:v>
                </c:pt>
                <c:pt idx="1">
                  <c:v>3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x₁ = −1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4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-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-3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Класс A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4</c:v>
                </c:pt>
                <c:pt idx="5">
                  <c:v>5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v>Класс B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3.5</c:v>
                </c:pt>
                <c:pt idx="1">
                  <c:v>4.5</c:v>
                </c:pt>
                <c:pt idx="2">
                  <c:v>5.5</c:v>
                </c:pt>
                <c:pt idx="3">
                  <c:v>6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  <c:smooth val="0"/>
        </c:ser>
        <c:ser>
          <c:idx val="2"/>
          <c:order val="2"/>
          <c:tx>
            <c:v>Порог 3 км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5F6B7A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Заказов впереди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7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Расстояние,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Объекты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20</c:v>
                </c:pt>
                <c:pt idx="1">
                  <c:v>22</c:v>
                </c:pt>
                <c:pt idx="2">
                  <c:v>40</c:v>
                </c:pt>
                <c:pt idx="3">
                  <c:v>42</c:v>
                </c:pt>
              </c:numCache>
            </c:numRef>
          </c:yVal>
          <c:smooth val="0"/>
        </c:ser>
        <c:ser>
          <c:idx val="1"/>
          <c:order val="1"/>
          <c:tx>
            <c:v>Один прогноз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5F6B7A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31</c:v>
                </c:pt>
                <c:pt idx="1">
                  <c:v>31</c:v>
                </c:pt>
              </c:numCache>
            </c:numRef>
          </c:yVal>
          <c:smooth val="0"/>
        </c:ser>
        <c:ser>
          <c:idx val="2"/>
          <c:order val="2"/>
          <c:tx>
            <c:v>Два листа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6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21</c:v>
                </c:pt>
                <c:pt idx="1">
                  <c:v>21</c:v>
                </c:pt>
                <c:pt idx="2">
                  <c:v>41</c:v>
                </c:pt>
                <c:pt idx="3">
                  <c:v>41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Расстояние,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Джини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28575">
              <a:solidFill>
                <a:srgbClr val="102D69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0.00</c:formatCode>
                <c:ptCount val="101"/>
                <c:pt idx="0">
                  <c:v>0</c:v>
                </c:pt>
                <c:pt idx="1">
                  <c:v>0.0198</c:v>
                </c:pt>
                <c:pt idx="2">
                  <c:v>0.0392</c:v>
                </c:pt>
                <c:pt idx="3">
                  <c:v>0.0582</c:v>
                </c:pt>
                <c:pt idx="4">
                  <c:v>0.0768</c:v>
                </c:pt>
                <c:pt idx="5">
                  <c:v>0.095</c:v>
                </c:pt>
                <c:pt idx="6">
                  <c:v>0.1128</c:v>
                </c:pt>
                <c:pt idx="7">
                  <c:v>0.1302</c:v>
                </c:pt>
                <c:pt idx="8">
                  <c:v>0.1472</c:v>
                </c:pt>
                <c:pt idx="9">
                  <c:v>0.1638</c:v>
                </c:pt>
                <c:pt idx="10">
                  <c:v>0.18</c:v>
                </c:pt>
                <c:pt idx="11">
                  <c:v>0.1958</c:v>
                </c:pt>
                <c:pt idx="12">
                  <c:v>0.2112</c:v>
                </c:pt>
                <c:pt idx="13">
                  <c:v>0.2262</c:v>
                </c:pt>
                <c:pt idx="14">
                  <c:v>0.2408</c:v>
                </c:pt>
                <c:pt idx="15">
                  <c:v>0.255</c:v>
                </c:pt>
                <c:pt idx="16">
                  <c:v>0.2688</c:v>
                </c:pt>
                <c:pt idx="17">
                  <c:v>0.2822</c:v>
                </c:pt>
                <c:pt idx="18">
                  <c:v>0.2952</c:v>
                </c:pt>
                <c:pt idx="19">
                  <c:v>0.3078</c:v>
                </c:pt>
                <c:pt idx="20">
                  <c:v>0.32</c:v>
                </c:pt>
                <c:pt idx="21">
                  <c:v>0.3318</c:v>
                </c:pt>
                <c:pt idx="22">
                  <c:v>0.3432</c:v>
                </c:pt>
                <c:pt idx="23">
                  <c:v>0.3542</c:v>
                </c:pt>
                <c:pt idx="24">
                  <c:v>0.3648</c:v>
                </c:pt>
                <c:pt idx="25">
                  <c:v>0.375</c:v>
                </c:pt>
                <c:pt idx="26">
                  <c:v>0.3848</c:v>
                </c:pt>
                <c:pt idx="27">
                  <c:v>0.3942</c:v>
                </c:pt>
                <c:pt idx="28">
                  <c:v>0.4032</c:v>
                </c:pt>
                <c:pt idx="29">
                  <c:v>0.4118</c:v>
                </c:pt>
                <c:pt idx="30">
                  <c:v>0.42</c:v>
                </c:pt>
                <c:pt idx="31">
                  <c:v>0.4278</c:v>
                </c:pt>
                <c:pt idx="32">
                  <c:v>0.4352</c:v>
                </c:pt>
                <c:pt idx="33">
                  <c:v>0.4422</c:v>
                </c:pt>
                <c:pt idx="34">
                  <c:v>0.4488</c:v>
                </c:pt>
                <c:pt idx="35">
                  <c:v>0.455</c:v>
                </c:pt>
                <c:pt idx="36">
                  <c:v>0.4608</c:v>
                </c:pt>
                <c:pt idx="37">
                  <c:v>0.4662</c:v>
                </c:pt>
                <c:pt idx="38">
                  <c:v>0.4712</c:v>
                </c:pt>
                <c:pt idx="39">
                  <c:v>0.4758</c:v>
                </c:pt>
                <c:pt idx="40">
                  <c:v>0.48</c:v>
                </c:pt>
                <c:pt idx="41">
                  <c:v>0.4838</c:v>
                </c:pt>
                <c:pt idx="42">
                  <c:v>0.4872</c:v>
                </c:pt>
                <c:pt idx="43">
                  <c:v>0.4902</c:v>
                </c:pt>
                <c:pt idx="44">
                  <c:v>0.4928</c:v>
                </c:pt>
                <c:pt idx="45">
                  <c:v>0.495</c:v>
                </c:pt>
                <c:pt idx="46">
                  <c:v>0.4968</c:v>
                </c:pt>
                <c:pt idx="47">
                  <c:v>0.4982</c:v>
                </c:pt>
                <c:pt idx="48">
                  <c:v>0.4992</c:v>
                </c:pt>
                <c:pt idx="49">
                  <c:v>0.4998</c:v>
                </c:pt>
                <c:pt idx="50">
                  <c:v>0.5</c:v>
                </c:pt>
                <c:pt idx="51">
                  <c:v>0.4998</c:v>
                </c:pt>
                <c:pt idx="52">
                  <c:v>0.4992</c:v>
                </c:pt>
                <c:pt idx="53">
                  <c:v>0.4982</c:v>
                </c:pt>
                <c:pt idx="54">
                  <c:v>0.4968</c:v>
                </c:pt>
                <c:pt idx="55">
                  <c:v>0.495</c:v>
                </c:pt>
                <c:pt idx="56">
                  <c:v>0.4928</c:v>
                </c:pt>
                <c:pt idx="57">
                  <c:v>0.4902</c:v>
                </c:pt>
                <c:pt idx="58">
                  <c:v>0.4872</c:v>
                </c:pt>
                <c:pt idx="59">
                  <c:v>0.4838</c:v>
                </c:pt>
                <c:pt idx="60">
                  <c:v>0.48</c:v>
                </c:pt>
                <c:pt idx="61">
                  <c:v>0.4758</c:v>
                </c:pt>
                <c:pt idx="62">
                  <c:v>0.4712</c:v>
                </c:pt>
                <c:pt idx="63">
                  <c:v>0.4662</c:v>
                </c:pt>
                <c:pt idx="64">
                  <c:v>0.4608</c:v>
                </c:pt>
                <c:pt idx="65">
                  <c:v>0.455</c:v>
                </c:pt>
                <c:pt idx="66">
                  <c:v>0.4488</c:v>
                </c:pt>
                <c:pt idx="67">
                  <c:v>0.4422</c:v>
                </c:pt>
                <c:pt idx="68">
                  <c:v>0.4352</c:v>
                </c:pt>
                <c:pt idx="69">
                  <c:v>0.4278</c:v>
                </c:pt>
                <c:pt idx="70">
                  <c:v>0.42</c:v>
                </c:pt>
                <c:pt idx="71">
                  <c:v>0.4118</c:v>
                </c:pt>
                <c:pt idx="72">
                  <c:v>0.4032</c:v>
                </c:pt>
                <c:pt idx="73">
                  <c:v>0.3942</c:v>
                </c:pt>
                <c:pt idx="74">
                  <c:v>0.3848</c:v>
                </c:pt>
                <c:pt idx="75">
                  <c:v>0.375</c:v>
                </c:pt>
                <c:pt idx="76">
                  <c:v>0.3648</c:v>
                </c:pt>
                <c:pt idx="77">
                  <c:v>0.3542</c:v>
                </c:pt>
                <c:pt idx="78">
                  <c:v>0.3432</c:v>
                </c:pt>
                <c:pt idx="79">
                  <c:v>0.3318</c:v>
                </c:pt>
                <c:pt idx="80">
                  <c:v>0.32</c:v>
                </c:pt>
                <c:pt idx="81">
                  <c:v>0.3078</c:v>
                </c:pt>
                <c:pt idx="82">
                  <c:v>0.2952</c:v>
                </c:pt>
                <c:pt idx="83">
                  <c:v>0.2822</c:v>
                </c:pt>
                <c:pt idx="84">
                  <c:v>0.2688</c:v>
                </c:pt>
                <c:pt idx="85">
                  <c:v>0.255</c:v>
                </c:pt>
                <c:pt idx="86">
                  <c:v>0.2408</c:v>
                </c:pt>
                <c:pt idx="87">
                  <c:v>0.2262</c:v>
                </c:pt>
                <c:pt idx="88">
                  <c:v>0.2112</c:v>
                </c:pt>
                <c:pt idx="89">
                  <c:v>0.1958</c:v>
                </c:pt>
                <c:pt idx="90">
                  <c:v>0.18</c:v>
                </c:pt>
                <c:pt idx="91">
                  <c:v>0.1638</c:v>
                </c:pt>
                <c:pt idx="92">
                  <c:v>0.1472</c:v>
                </c:pt>
                <c:pt idx="93">
                  <c:v>0.1302</c:v>
                </c:pt>
                <c:pt idx="94">
                  <c:v>0.1128</c:v>
                </c:pt>
                <c:pt idx="95">
                  <c:v>0.095</c:v>
                </c:pt>
                <c:pt idx="96">
                  <c:v>0.0768</c:v>
                </c:pt>
                <c:pt idx="97">
                  <c:v>0.0582</c:v>
                </c:pt>
                <c:pt idx="98">
                  <c:v>0.0392</c:v>
                </c:pt>
                <c:pt idx="99">
                  <c:v>0.0198</c:v>
                </c:pt>
                <c:pt idx="100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Энтропия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0.00</c:formatCode>
                <c:ptCount val="101"/>
                <c:pt idx="0">
                  <c:v>0</c:v>
                </c:pt>
                <c:pt idx="1">
                  <c:v>0.08079314</c:v>
                </c:pt>
                <c:pt idx="2">
                  <c:v>0.14144054</c:v>
                </c:pt>
                <c:pt idx="3">
                  <c:v>0.19439186</c:v>
                </c:pt>
                <c:pt idx="4">
                  <c:v>0.24229219</c:v>
                </c:pt>
                <c:pt idx="5">
                  <c:v>0.28639696</c:v>
                </c:pt>
                <c:pt idx="6">
                  <c:v>0.32744492</c:v>
                </c:pt>
                <c:pt idx="7">
                  <c:v>0.36592365</c:v>
                </c:pt>
                <c:pt idx="8">
                  <c:v>0.40217919</c:v>
                </c:pt>
                <c:pt idx="9">
                  <c:v>0.43646982</c:v>
                </c:pt>
                <c:pt idx="10">
                  <c:v>0.46899559</c:v>
                </c:pt>
                <c:pt idx="11">
                  <c:v>0.49991596</c:v>
                </c:pt>
                <c:pt idx="12">
                  <c:v>0.52936087</c:v>
                </c:pt>
                <c:pt idx="13">
                  <c:v>0.55743819</c:v>
                </c:pt>
                <c:pt idx="14">
                  <c:v>0.58423881</c:v>
                </c:pt>
                <c:pt idx="15">
                  <c:v>0.6098403</c:v>
                </c:pt>
                <c:pt idx="16">
                  <c:v>0.63430955</c:v>
                </c:pt>
                <c:pt idx="17">
                  <c:v>0.65770478</c:v>
                </c:pt>
                <c:pt idx="18">
                  <c:v>0.68007705</c:v>
                </c:pt>
                <c:pt idx="19">
                  <c:v>0.70147146</c:v>
                </c:pt>
                <c:pt idx="20">
                  <c:v>0.72192809</c:v>
                </c:pt>
                <c:pt idx="21">
                  <c:v>0.74148274</c:v>
                </c:pt>
                <c:pt idx="22">
                  <c:v>0.7601675</c:v>
                </c:pt>
                <c:pt idx="23">
                  <c:v>0.7780113</c:v>
                </c:pt>
                <c:pt idx="24">
                  <c:v>0.79504028</c:v>
                </c:pt>
                <c:pt idx="25">
                  <c:v>0.81127812</c:v>
                </c:pt>
                <c:pt idx="26">
                  <c:v>0.82674637</c:v>
                </c:pt>
                <c:pt idx="27">
                  <c:v>0.84146464</c:v>
                </c:pt>
                <c:pt idx="28">
                  <c:v>0.85545081</c:v>
                </c:pt>
                <c:pt idx="29">
                  <c:v>0.86872125</c:v>
                </c:pt>
                <c:pt idx="30">
                  <c:v>0.8812909</c:v>
                </c:pt>
                <c:pt idx="31">
                  <c:v>0.89317346</c:v>
                </c:pt>
                <c:pt idx="32">
                  <c:v>0.90438146</c:v>
                </c:pt>
                <c:pt idx="33">
                  <c:v>0.91492637</c:v>
                </c:pt>
                <c:pt idx="34">
                  <c:v>0.9248187</c:v>
                </c:pt>
                <c:pt idx="35">
                  <c:v>0.93406806</c:v>
                </c:pt>
                <c:pt idx="36">
                  <c:v>0.94268319</c:v>
                </c:pt>
                <c:pt idx="37">
                  <c:v>0.95067209</c:v>
                </c:pt>
                <c:pt idx="38">
                  <c:v>0.95804202</c:v>
                </c:pt>
                <c:pt idx="39">
                  <c:v>0.96479955</c:v>
                </c:pt>
                <c:pt idx="40">
                  <c:v>0.97095059</c:v>
                </c:pt>
                <c:pt idx="41">
                  <c:v>0.97650047</c:v>
                </c:pt>
                <c:pt idx="42">
                  <c:v>0.9814539</c:v>
                </c:pt>
                <c:pt idx="43">
                  <c:v>0.98581504</c:v>
                </c:pt>
                <c:pt idx="44">
                  <c:v>0.98958752</c:v>
                </c:pt>
                <c:pt idx="45">
                  <c:v>0.99277445</c:v>
                </c:pt>
                <c:pt idx="46">
                  <c:v>0.99537844</c:v>
                </c:pt>
                <c:pt idx="47">
                  <c:v>0.99740159</c:v>
                </c:pt>
                <c:pt idx="48">
                  <c:v>0.99884554</c:v>
                </c:pt>
                <c:pt idx="49">
                  <c:v>0.99971144</c:v>
                </c:pt>
                <c:pt idx="50">
                  <c:v>1</c:v>
                </c:pt>
                <c:pt idx="51">
                  <c:v>0.99971144</c:v>
                </c:pt>
                <c:pt idx="52">
                  <c:v>0.99884554</c:v>
                </c:pt>
                <c:pt idx="53">
                  <c:v>0.99740159</c:v>
                </c:pt>
                <c:pt idx="54">
                  <c:v>0.99537844</c:v>
                </c:pt>
                <c:pt idx="55">
                  <c:v>0.99277445</c:v>
                </c:pt>
                <c:pt idx="56">
                  <c:v>0.98958752</c:v>
                </c:pt>
                <c:pt idx="57">
                  <c:v>0.98581504</c:v>
                </c:pt>
                <c:pt idx="58">
                  <c:v>0.9814539</c:v>
                </c:pt>
                <c:pt idx="59">
                  <c:v>0.97650047</c:v>
                </c:pt>
                <c:pt idx="60">
                  <c:v>0.97095059</c:v>
                </c:pt>
                <c:pt idx="61">
                  <c:v>0.96479955</c:v>
                </c:pt>
                <c:pt idx="62">
                  <c:v>0.95804202</c:v>
                </c:pt>
                <c:pt idx="63">
                  <c:v>0.95067209</c:v>
                </c:pt>
                <c:pt idx="64">
                  <c:v>0.94268319</c:v>
                </c:pt>
                <c:pt idx="65">
                  <c:v>0.93406806</c:v>
                </c:pt>
                <c:pt idx="66">
                  <c:v>0.9248187</c:v>
                </c:pt>
                <c:pt idx="67">
                  <c:v>0.91492637</c:v>
                </c:pt>
                <c:pt idx="68">
                  <c:v>0.90438146</c:v>
                </c:pt>
                <c:pt idx="69">
                  <c:v>0.89317346</c:v>
                </c:pt>
                <c:pt idx="70">
                  <c:v>0.8812909</c:v>
                </c:pt>
                <c:pt idx="71">
                  <c:v>0.86872125</c:v>
                </c:pt>
                <c:pt idx="72">
                  <c:v>0.85545081</c:v>
                </c:pt>
                <c:pt idx="73">
                  <c:v>0.84146464</c:v>
                </c:pt>
                <c:pt idx="74">
                  <c:v>0.82674637</c:v>
                </c:pt>
                <c:pt idx="75">
                  <c:v>0.81127812</c:v>
                </c:pt>
                <c:pt idx="76">
                  <c:v>0.79504028</c:v>
                </c:pt>
                <c:pt idx="77">
                  <c:v>0.7780113</c:v>
                </c:pt>
                <c:pt idx="78">
                  <c:v>0.7601675</c:v>
                </c:pt>
                <c:pt idx="79">
                  <c:v>0.74148274</c:v>
                </c:pt>
                <c:pt idx="80">
                  <c:v>0.72192809</c:v>
                </c:pt>
                <c:pt idx="81">
                  <c:v>0.70147146</c:v>
                </c:pt>
                <c:pt idx="82">
                  <c:v>0.68007705</c:v>
                </c:pt>
                <c:pt idx="83">
                  <c:v>0.65770478</c:v>
                </c:pt>
                <c:pt idx="84">
                  <c:v>0.63430955</c:v>
                </c:pt>
                <c:pt idx="85">
                  <c:v>0.6098403</c:v>
                </c:pt>
                <c:pt idx="86">
                  <c:v>0.58423881</c:v>
                </c:pt>
                <c:pt idx="87">
                  <c:v>0.55743819</c:v>
                </c:pt>
                <c:pt idx="88">
                  <c:v>0.52936087</c:v>
                </c:pt>
                <c:pt idx="89">
                  <c:v>0.49991596</c:v>
                </c:pt>
                <c:pt idx="90">
                  <c:v>0.46899559</c:v>
                </c:pt>
                <c:pt idx="91">
                  <c:v>0.43646982</c:v>
                </c:pt>
                <c:pt idx="92">
                  <c:v>0.40217919</c:v>
                </c:pt>
                <c:pt idx="93">
                  <c:v>0.36592365</c:v>
                </c:pt>
                <c:pt idx="94">
                  <c:v>0.32744492</c:v>
                </c:pt>
                <c:pt idx="95">
                  <c:v>0.28639696</c:v>
                </c:pt>
                <c:pt idx="96">
                  <c:v>0.24229219</c:v>
                </c:pt>
                <c:pt idx="97">
                  <c:v>0.19439186</c:v>
                </c:pt>
                <c:pt idx="98">
                  <c:v>0.14144054</c:v>
                </c:pt>
                <c:pt idx="99">
                  <c:v>0.08079314</c:v>
                </c:pt>
                <c:pt idx="100">
                  <c:v>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Значение критерия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Доля класса 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0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Выигрыш Джини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1.25</c:v>
                </c:pt>
                <c:pt idx="1">
                  <c:v>1.75</c:v>
                </c:pt>
                <c:pt idx="2">
                  <c:v>2.25</c:v>
                </c:pt>
                <c:pt idx="3">
                  <c:v>3</c:v>
                </c:pt>
                <c:pt idx="4">
                  <c:v>3.75</c:v>
                </c:pt>
                <c:pt idx="5">
                  <c:v>4.25</c:v>
                </c:pt>
                <c:pt idx="6">
                  <c:v>4.75</c:v>
                </c:pt>
                <c:pt idx="7">
                  <c:v>5.25</c:v>
                </c:pt>
                <c:pt idx="8">
                  <c:v>5.75</c:v>
                </c:pt>
              </c:numCache>
            </c:numRef>
          </c:xVal>
          <c:yVal>
            <c:numRef>
              <c:f>'Chart Data'!$B$2:$B$10</c:f>
              <c:numCache>
                <c:formatCode>0.00</c:formatCode>
                <c:ptCount val="9"/>
                <c:pt idx="0">
                  <c:v>0.03555556</c:v>
                </c:pt>
                <c:pt idx="1">
                  <c:v>0.08</c:v>
                </c:pt>
                <c:pt idx="2">
                  <c:v>0.13714286</c:v>
                </c:pt>
                <c:pt idx="3">
                  <c:v>0.21333333</c:v>
                </c:pt>
                <c:pt idx="4">
                  <c:v>0.08</c:v>
                </c:pt>
                <c:pt idx="5">
                  <c:v>0.16333333</c:v>
                </c:pt>
                <c:pt idx="6">
                  <c:v>0.06095238</c:v>
                </c:pt>
                <c:pt idx="7">
                  <c:v>0.18</c:v>
                </c:pt>
                <c:pt idx="8">
                  <c:v>0.08</c:v>
                </c:pt>
              </c:numCache>
            </c:numRef>
          </c:yVal>
          <c:smooth val="0"/>
        </c:ser>
        <c:ser>
          <c:idx val="1"/>
          <c:order val="1"/>
          <c:tx>
            <c:v>Лучший порог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Data'!$D$2:$D$2</c:f>
              <c:numCache>
                <c:formatCode>0.00</c:formatCode>
                <c:ptCount val="1"/>
                <c:pt idx="0">
                  <c:v>0.21333333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Выигрыш Q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0.05"/>
      </c:valAx>
      <c:valAx>
        <c:axId val="48650112"/>
        <c:scaling>
          <c:orientation val="minMax"/>
          <c:max val="6"/>
          <c:min val="1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Порог по расстоянию,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1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Обучающие объекты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5F6B7A"/>
              </a:solidFill>
            </c:spPr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1.03360818</c:v>
                </c:pt>
                <c:pt idx="1">
                  <c:v>1.04738774</c:v>
                </c:pt>
                <c:pt idx="2">
                  <c:v>1.10614623</c:v>
                </c:pt>
                <c:pt idx="3">
                  <c:v>1.32112251</c:v>
                </c:pt>
                <c:pt idx="4">
                  <c:v>1.39547807</c:v>
                </c:pt>
                <c:pt idx="5">
                  <c:v>1.82346045</c:v>
                </c:pt>
                <c:pt idx="6">
                  <c:v>2.39014973</c:v>
                </c:pt>
                <c:pt idx="7">
                  <c:v>2.4419083</c:v>
                </c:pt>
                <c:pt idx="8">
                  <c:v>2.7316193</c:v>
                </c:pt>
                <c:pt idx="9">
                  <c:v>2.80546052</c:v>
                </c:pt>
                <c:pt idx="10">
                  <c:v>2.93777828</c:v>
                </c:pt>
                <c:pt idx="11">
                  <c:v>3.02686471</c:v>
                </c:pt>
                <c:pt idx="12">
                  <c:v>3.2276343</c:v>
                </c:pt>
                <c:pt idx="13">
                  <c:v>3.29382629</c:v>
                </c:pt>
                <c:pt idx="14">
                  <c:v>3.40839374</c:v>
                </c:pt>
                <c:pt idx="15">
                  <c:v>3.50583051</c:v>
                </c:pt>
                <c:pt idx="16">
                  <c:v>3.70149656</c:v>
                </c:pt>
                <c:pt idx="17">
                  <c:v>3.72729184</c:v>
                </c:pt>
                <c:pt idx="18">
                  <c:v>4.3258268</c:v>
                </c:pt>
                <c:pt idx="19">
                  <c:v>5.00568675</c:v>
                </c:pt>
                <c:pt idx="20">
                  <c:v>5.19585423</c:v>
                </c:pt>
                <c:pt idx="21">
                  <c:v>5.21141458</c:v>
                </c:pt>
                <c:pt idx="22">
                  <c:v>5.47186092</c:v>
                </c:pt>
                <c:pt idx="23">
                  <c:v>5.54093433</c:v>
                </c:pt>
                <c:pt idx="24">
                  <c:v>5.56995013</c:v>
                </c:pt>
                <c:pt idx="25">
                  <c:v>5.58811729</c:v>
                </c:pt>
                <c:pt idx="26">
                  <c:v>5.62705882</c:v>
                </c:pt>
                <c:pt idx="27">
                  <c:v>5.63399938</c:v>
                </c:pt>
                <c:pt idx="28">
                  <c:v>5.87029439</c:v>
                </c:pt>
                <c:pt idx="29">
                  <c:v>5.98147617</c:v>
                </c:pt>
                <c:pt idx="30">
                  <c:v>6.51285644</c:v>
                </c:pt>
                <c:pt idx="31">
                  <c:v>6.59961306</c:v>
                </c:pt>
                <c:pt idx="32">
                  <c:v>6.6258592</c:v>
                </c:pt>
                <c:pt idx="33">
                  <c:v>6.66303629</c:v>
                </c:pt>
                <c:pt idx="34">
                  <c:v>6.7574545</c:v>
                </c:pt>
                <c:pt idx="35">
                  <c:v>7.22828909</c:v>
                </c:pt>
                <c:pt idx="36">
                  <c:v>7.67593853</c:v>
                </c:pt>
                <c:pt idx="37">
                  <c:v>7.98117121</c:v>
                </c:pt>
                <c:pt idx="38">
                  <c:v>8.13395727</c:v>
                </c:pt>
                <c:pt idx="39">
                  <c:v>8.17362486</c:v>
                </c:pt>
                <c:pt idx="40">
                  <c:v>8.39105577</c:v>
                </c:pt>
                <c:pt idx="41">
                  <c:v>8.47042957</c:v>
                </c:pt>
                <c:pt idx="42">
                  <c:v>8.62435222</c:v>
                </c:pt>
                <c:pt idx="43">
                  <c:v>8.84205439</c:v>
                </c:pt>
                <c:pt idx="44">
                  <c:v>8.86198101</c:v>
                </c:pt>
                <c:pt idx="45">
                  <c:v>8.92298939</c:v>
                </c:pt>
                <c:pt idx="46">
                  <c:v>9.07492421</c:v>
                </c:pt>
                <c:pt idx="47">
                  <c:v>9.25450996</c:v>
                </c:pt>
                <c:pt idx="48">
                  <c:v>9.90064133</c:v>
                </c:pt>
                <c:pt idx="49">
                  <c:v>9.95950255</c:v>
                </c:pt>
              </c:numCache>
            </c:numRef>
          </c:xVal>
          <c:yVal>
            <c:numRef>
              <c:f>'Chart Data'!$B$2:$B$51</c:f>
              <c:numCache>
                <c:formatCode>0</c:formatCode>
                <c:ptCount val="50"/>
                <c:pt idx="0">
                  <c:v>26.13651545</c:v>
                </c:pt>
                <c:pt idx="1">
                  <c:v>20.00084952</c:v>
                </c:pt>
                <c:pt idx="2">
                  <c:v>10.42814041</c:v>
                </c:pt>
                <c:pt idx="3">
                  <c:v>17.65707118</c:v>
                </c:pt>
                <c:pt idx="4">
                  <c:v>20.4653602</c:v>
                </c:pt>
                <c:pt idx="5">
                  <c:v>18.34993116</c:v>
                </c:pt>
                <c:pt idx="6">
                  <c:v>24.97515025</c:v>
                </c:pt>
                <c:pt idx="7">
                  <c:v>21.43504662</c:v>
                </c:pt>
                <c:pt idx="8">
                  <c:v>26.26271499</c:v>
                </c:pt>
                <c:pt idx="9">
                  <c:v>30.41445502</c:v>
                </c:pt>
                <c:pt idx="10">
                  <c:v>20.37280188</c:v>
                </c:pt>
                <c:pt idx="11">
                  <c:v>25.12315189</c:v>
                </c:pt>
                <c:pt idx="12">
                  <c:v>22.59399931</c:v>
                </c:pt>
                <c:pt idx="13">
                  <c:v>25.81164721</c:v>
                </c:pt>
                <c:pt idx="14">
                  <c:v>19.69760233</c:v>
                </c:pt>
                <c:pt idx="15">
                  <c:v>23.12681405</c:v>
                </c:pt>
                <c:pt idx="16">
                  <c:v>25.82500639</c:v>
                </c:pt>
                <c:pt idx="17">
                  <c:v>31.40298673</c:v>
                </c:pt>
                <c:pt idx="18">
                  <c:v>35.02941722</c:v>
                </c:pt>
                <c:pt idx="19">
                  <c:v>25.40510805</c:v>
                </c:pt>
                <c:pt idx="20">
                  <c:v>28.81020508</c:v>
                </c:pt>
                <c:pt idx="21">
                  <c:v>36.08017542</c:v>
                </c:pt>
                <c:pt idx="22">
                  <c:v>23.92534475</c:v>
                </c:pt>
                <c:pt idx="23">
                  <c:v>31.847888</c:v>
                </c:pt>
                <c:pt idx="24">
                  <c:v>33.79336588</c:v>
                </c:pt>
                <c:pt idx="25">
                  <c:v>40.63754404</c:v>
                </c:pt>
                <c:pt idx="26">
                  <c:v>37.95525478</c:v>
                </c:pt>
                <c:pt idx="27">
                  <c:v>32.89993043</c:v>
                </c:pt>
                <c:pt idx="28">
                  <c:v>33.6382981</c:v>
                </c:pt>
                <c:pt idx="29">
                  <c:v>34.67492767</c:v>
                </c:pt>
                <c:pt idx="30">
                  <c:v>53.66907276</c:v>
                </c:pt>
                <c:pt idx="31">
                  <c:v>44.25832755</c:v>
                </c:pt>
                <c:pt idx="32">
                  <c:v>44.98503486</c:v>
                </c:pt>
                <c:pt idx="33">
                  <c:v>48.4150905</c:v>
                </c:pt>
                <c:pt idx="34">
                  <c:v>46.42596578</c:v>
                </c:pt>
                <c:pt idx="35">
                  <c:v>47.92673521</c:v>
                </c:pt>
                <c:pt idx="36">
                  <c:v>45.13341839</c:v>
                </c:pt>
                <c:pt idx="37">
                  <c:v>51.86707751</c:v>
                </c:pt>
                <c:pt idx="38">
                  <c:v>50.31792298</c:v>
                </c:pt>
                <c:pt idx="39">
                  <c:v>58.52513832</c:v>
                </c:pt>
                <c:pt idx="40">
                  <c:v>56.82966558</c:v>
                </c:pt>
                <c:pt idx="41">
                  <c:v>53.76100021</c:v>
                </c:pt>
                <c:pt idx="42">
                  <c:v>57.83931399</c:v>
                </c:pt>
                <c:pt idx="43">
                  <c:v>53.6688698</c:v>
                </c:pt>
                <c:pt idx="44">
                  <c:v>60.70855583</c:v>
                </c:pt>
                <c:pt idx="45">
                  <c:v>55.66495974</c:v>
                </c:pt>
                <c:pt idx="46">
                  <c:v>59.21660861</c:v>
                </c:pt>
                <c:pt idx="47">
                  <c:v>50.56357361</c:v>
                </c:pt>
                <c:pt idx="48">
                  <c:v>61.33596556</c:v>
                </c:pt>
                <c:pt idx="49">
                  <c:v>51.39698962</c:v>
                </c:pt>
              </c:numCache>
            </c:numRef>
          </c:yVal>
          <c:smooth val="0"/>
        </c:ser>
        <c:ser>
          <c:idx val="1"/>
          <c:order val="1"/>
          <c:tx>
            <c:v>Глубина 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28575">
              <a:solidFill>
                <a:srgbClr val="102D69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6.2471664</c:v>
                </c:pt>
                <c:pt idx="2">
                  <c:v>6.2471664</c:v>
                </c:pt>
                <c:pt idx="3">
                  <c:v>12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26.82589013</c:v>
                </c:pt>
                <c:pt idx="1">
                  <c:v>26.82589013</c:v>
                </c:pt>
                <c:pt idx="2">
                  <c:v>52.62546432</c:v>
                </c:pt>
                <c:pt idx="3">
                  <c:v>52.62546432</c:v>
                </c:pt>
              </c:numCache>
            </c:numRef>
          </c:yVal>
          <c:smooth val="0"/>
        </c:ser>
        <c:ser>
          <c:idx val="2"/>
          <c:order val="2"/>
          <c:tx>
            <c:v>Глубина 10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0</c:v>
                </c:pt>
                <c:pt idx="1">
                  <c:v>1.04049796</c:v>
                </c:pt>
                <c:pt idx="2">
                  <c:v>1.04049796</c:v>
                </c:pt>
                <c:pt idx="3">
                  <c:v>1.07676697</c:v>
                </c:pt>
                <c:pt idx="4">
                  <c:v>1.07676697</c:v>
                </c:pt>
                <c:pt idx="5">
                  <c:v>1.21363437</c:v>
                </c:pt>
                <c:pt idx="6">
                  <c:v>1.21363437</c:v>
                </c:pt>
                <c:pt idx="7">
                  <c:v>1.35830033</c:v>
                </c:pt>
                <c:pt idx="8">
                  <c:v>1.35830033</c:v>
                </c:pt>
                <c:pt idx="9">
                  <c:v>1.60946929</c:v>
                </c:pt>
                <c:pt idx="10">
                  <c:v>1.60946929</c:v>
                </c:pt>
                <c:pt idx="11">
                  <c:v>2.10680515</c:v>
                </c:pt>
                <c:pt idx="12">
                  <c:v>2.10680515</c:v>
                </c:pt>
                <c:pt idx="13">
                  <c:v>2.4160291</c:v>
                </c:pt>
                <c:pt idx="14">
                  <c:v>2.4160291</c:v>
                </c:pt>
                <c:pt idx="15">
                  <c:v>2.58676386</c:v>
                </c:pt>
                <c:pt idx="16">
                  <c:v>2.58676386</c:v>
                </c:pt>
                <c:pt idx="17">
                  <c:v>2.76853991</c:v>
                </c:pt>
                <c:pt idx="18">
                  <c:v>2.76853991</c:v>
                </c:pt>
                <c:pt idx="19">
                  <c:v>2.87161934</c:v>
                </c:pt>
                <c:pt idx="20">
                  <c:v>2.87161934</c:v>
                </c:pt>
                <c:pt idx="21">
                  <c:v>2.9823215</c:v>
                </c:pt>
                <c:pt idx="22">
                  <c:v>2.9823215</c:v>
                </c:pt>
                <c:pt idx="23">
                  <c:v>3.12724948</c:v>
                </c:pt>
                <c:pt idx="24">
                  <c:v>3.12724948</c:v>
                </c:pt>
                <c:pt idx="25">
                  <c:v>3.26073027</c:v>
                </c:pt>
                <c:pt idx="26">
                  <c:v>3.26073027</c:v>
                </c:pt>
                <c:pt idx="27">
                  <c:v>3.3511101</c:v>
                </c:pt>
                <c:pt idx="28">
                  <c:v>3.3511101</c:v>
                </c:pt>
                <c:pt idx="29">
                  <c:v>3.45711219</c:v>
                </c:pt>
                <c:pt idx="30">
                  <c:v>3.45711219</c:v>
                </c:pt>
                <c:pt idx="31">
                  <c:v>3.60366356</c:v>
                </c:pt>
                <c:pt idx="32">
                  <c:v>3.60366356</c:v>
                </c:pt>
                <c:pt idx="33">
                  <c:v>3.71439421</c:v>
                </c:pt>
                <c:pt idx="34">
                  <c:v>3.71439421</c:v>
                </c:pt>
                <c:pt idx="35">
                  <c:v>4.02655923</c:v>
                </c:pt>
                <c:pt idx="36">
                  <c:v>4.02655923</c:v>
                </c:pt>
                <c:pt idx="37">
                  <c:v>4.6657567</c:v>
                </c:pt>
                <c:pt idx="38">
                  <c:v>4.6657567</c:v>
                </c:pt>
                <c:pt idx="39">
                  <c:v>5.10077047</c:v>
                </c:pt>
                <c:pt idx="40">
                  <c:v>5.10077047</c:v>
                </c:pt>
                <c:pt idx="41">
                  <c:v>5.2036345</c:v>
                </c:pt>
                <c:pt idx="42">
                  <c:v>5.2036345</c:v>
                </c:pt>
                <c:pt idx="43">
                  <c:v>5.34163785</c:v>
                </c:pt>
                <c:pt idx="44">
                  <c:v>5.34163785</c:v>
                </c:pt>
                <c:pt idx="45">
                  <c:v>5.50639772</c:v>
                </c:pt>
                <c:pt idx="46">
                  <c:v>5.50639772</c:v>
                </c:pt>
                <c:pt idx="47">
                  <c:v>5.55544233</c:v>
                </c:pt>
                <c:pt idx="48">
                  <c:v>5.55544233</c:v>
                </c:pt>
                <c:pt idx="49">
                  <c:v>5.57903361</c:v>
                </c:pt>
                <c:pt idx="50">
                  <c:v>5.57903361</c:v>
                </c:pt>
                <c:pt idx="51">
                  <c:v>5.60758805</c:v>
                </c:pt>
                <c:pt idx="52">
                  <c:v>5.60758805</c:v>
                </c:pt>
                <c:pt idx="53">
                  <c:v>5.63052917</c:v>
                </c:pt>
                <c:pt idx="54">
                  <c:v>5.63052917</c:v>
                </c:pt>
                <c:pt idx="55">
                  <c:v>5.75214696</c:v>
                </c:pt>
                <c:pt idx="56">
                  <c:v>5.75214696</c:v>
                </c:pt>
                <c:pt idx="57">
                  <c:v>5.92588544</c:v>
                </c:pt>
                <c:pt idx="58">
                  <c:v>5.92588544</c:v>
                </c:pt>
                <c:pt idx="59">
                  <c:v>6.2471664</c:v>
                </c:pt>
                <c:pt idx="60">
                  <c:v>6.2471664</c:v>
                </c:pt>
                <c:pt idx="61">
                  <c:v>6.55623484</c:v>
                </c:pt>
                <c:pt idx="62">
                  <c:v>6.55623484</c:v>
                </c:pt>
                <c:pt idx="63">
                  <c:v>6.61273623</c:v>
                </c:pt>
                <c:pt idx="64">
                  <c:v>6.61273623</c:v>
                </c:pt>
                <c:pt idx="65">
                  <c:v>6.6444478</c:v>
                </c:pt>
                <c:pt idx="66">
                  <c:v>6.6444478</c:v>
                </c:pt>
                <c:pt idx="67">
                  <c:v>6.71024537</c:v>
                </c:pt>
                <c:pt idx="68">
                  <c:v>6.71024537</c:v>
                </c:pt>
                <c:pt idx="69">
                  <c:v>6.99287176</c:v>
                </c:pt>
                <c:pt idx="70">
                  <c:v>6.99287176</c:v>
                </c:pt>
                <c:pt idx="71">
                  <c:v>7.45211387</c:v>
                </c:pt>
                <c:pt idx="72">
                  <c:v>7.45211387</c:v>
                </c:pt>
                <c:pt idx="73">
                  <c:v>7.82855487</c:v>
                </c:pt>
                <c:pt idx="74">
                  <c:v>7.82855487</c:v>
                </c:pt>
                <c:pt idx="75">
                  <c:v>8.05756402</c:v>
                </c:pt>
                <c:pt idx="76">
                  <c:v>8.05756402</c:v>
                </c:pt>
                <c:pt idx="77">
                  <c:v>8.15379095</c:v>
                </c:pt>
                <c:pt idx="78">
                  <c:v>8.15379095</c:v>
                </c:pt>
                <c:pt idx="79">
                  <c:v>8.28234053</c:v>
                </c:pt>
                <c:pt idx="80">
                  <c:v>8.28234053</c:v>
                </c:pt>
                <c:pt idx="81">
                  <c:v>8.43074274</c:v>
                </c:pt>
                <c:pt idx="82">
                  <c:v>8.43074274</c:v>
                </c:pt>
                <c:pt idx="83">
                  <c:v>8.54739094</c:v>
                </c:pt>
                <c:pt idx="84">
                  <c:v>8.54739094</c:v>
                </c:pt>
                <c:pt idx="85">
                  <c:v>8.73320341</c:v>
                </c:pt>
                <c:pt idx="86">
                  <c:v>8.73320341</c:v>
                </c:pt>
                <c:pt idx="87">
                  <c:v>8.85201788</c:v>
                </c:pt>
                <c:pt idx="88">
                  <c:v>8.85201788</c:v>
                </c:pt>
                <c:pt idx="89">
                  <c:v>8.89248562</c:v>
                </c:pt>
                <c:pt idx="90">
                  <c:v>8.89248562</c:v>
                </c:pt>
                <c:pt idx="91">
                  <c:v>8.99895716</c:v>
                </c:pt>
                <c:pt idx="92">
                  <c:v>8.99895716</c:v>
                </c:pt>
                <c:pt idx="93">
                  <c:v>9.1647172</c:v>
                </c:pt>
                <c:pt idx="94">
                  <c:v>9.1647172</c:v>
                </c:pt>
                <c:pt idx="95">
                  <c:v>9.57757568</c:v>
                </c:pt>
                <c:pt idx="96">
                  <c:v>9.57757568</c:v>
                </c:pt>
                <c:pt idx="97">
                  <c:v>9.93007183</c:v>
                </c:pt>
                <c:pt idx="98">
                  <c:v>9.93007183</c:v>
                </c:pt>
                <c:pt idx="99">
                  <c:v>12</c:v>
                </c:pt>
              </c:numCache>
            </c:numRef>
          </c:xVal>
          <c:yVal>
            <c:numRef>
              <c:f>'Chart Data'!$F$2:$F$101</c:f>
              <c:numCache>
                <c:formatCode>0</c:formatCode>
                <c:ptCount val="100"/>
                <c:pt idx="0">
                  <c:v>26.13651545</c:v>
                </c:pt>
                <c:pt idx="1">
                  <c:v>26.13651545</c:v>
                </c:pt>
                <c:pt idx="2">
                  <c:v>20.00084952</c:v>
                </c:pt>
                <c:pt idx="3">
                  <c:v>20.00084952</c:v>
                </c:pt>
                <c:pt idx="4">
                  <c:v>10.42814041</c:v>
                </c:pt>
                <c:pt idx="5">
                  <c:v>10.42814041</c:v>
                </c:pt>
                <c:pt idx="6">
                  <c:v>17.65707118</c:v>
                </c:pt>
                <c:pt idx="7">
                  <c:v>17.65707118</c:v>
                </c:pt>
                <c:pt idx="8">
                  <c:v>20.4653602</c:v>
                </c:pt>
                <c:pt idx="9">
                  <c:v>20.4653602</c:v>
                </c:pt>
                <c:pt idx="10">
                  <c:v>18.34993116</c:v>
                </c:pt>
                <c:pt idx="11">
                  <c:v>18.34993116</c:v>
                </c:pt>
                <c:pt idx="12">
                  <c:v>24.97515025</c:v>
                </c:pt>
                <c:pt idx="13">
                  <c:v>24.97515025</c:v>
                </c:pt>
                <c:pt idx="14">
                  <c:v>21.43504662</c:v>
                </c:pt>
                <c:pt idx="15">
                  <c:v>21.43504662</c:v>
                </c:pt>
                <c:pt idx="16">
                  <c:v>26.26271499</c:v>
                </c:pt>
                <c:pt idx="17">
                  <c:v>26.26271499</c:v>
                </c:pt>
                <c:pt idx="18">
                  <c:v>30.41445502</c:v>
                </c:pt>
                <c:pt idx="19">
                  <c:v>30.41445502</c:v>
                </c:pt>
                <c:pt idx="20">
                  <c:v>20.37280188</c:v>
                </c:pt>
                <c:pt idx="21">
                  <c:v>20.37280188</c:v>
                </c:pt>
                <c:pt idx="22">
                  <c:v>25.12315189</c:v>
                </c:pt>
                <c:pt idx="23">
                  <c:v>25.12315189</c:v>
                </c:pt>
                <c:pt idx="24">
                  <c:v>22.59399931</c:v>
                </c:pt>
                <c:pt idx="25">
                  <c:v>22.59399931</c:v>
                </c:pt>
                <c:pt idx="26">
                  <c:v>25.81164721</c:v>
                </c:pt>
                <c:pt idx="27">
                  <c:v>25.81164721</c:v>
                </c:pt>
                <c:pt idx="28">
                  <c:v>19.69760233</c:v>
                </c:pt>
                <c:pt idx="29">
                  <c:v>19.69760233</c:v>
                </c:pt>
                <c:pt idx="30">
                  <c:v>23.12681405</c:v>
                </c:pt>
                <c:pt idx="31">
                  <c:v>23.12681405</c:v>
                </c:pt>
                <c:pt idx="32">
                  <c:v>25.82500639</c:v>
                </c:pt>
                <c:pt idx="33">
                  <c:v>25.82500639</c:v>
                </c:pt>
                <c:pt idx="34">
                  <c:v>31.40298673</c:v>
                </c:pt>
                <c:pt idx="35">
                  <c:v>31.40298673</c:v>
                </c:pt>
                <c:pt idx="36">
                  <c:v>35.02941722</c:v>
                </c:pt>
                <c:pt idx="37">
                  <c:v>35.02941722</c:v>
                </c:pt>
                <c:pt idx="38">
                  <c:v>25.40510805</c:v>
                </c:pt>
                <c:pt idx="39">
                  <c:v>25.40510805</c:v>
                </c:pt>
                <c:pt idx="40">
                  <c:v>28.81020508</c:v>
                </c:pt>
                <c:pt idx="41">
                  <c:v>28.81020508</c:v>
                </c:pt>
                <c:pt idx="42">
                  <c:v>36.08017542</c:v>
                </c:pt>
                <c:pt idx="43">
                  <c:v>36.08017542</c:v>
                </c:pt>
                <c:pt idx="44">
                  <c:v>23.92534475</c:v>
                </c:pt>
                <c:pt idx="45">
                  <c:v>23.92534475</c:v>
                </c:pt>
                <c:pt idx="46">
                  <c:v>31.847888</c:v>
                </c:pt>
                <c:pt idx="47">
                  <c:v>31.847888</c:v>
                </c:pt>
                <c:pt idx="48">
                  <c:v>33.79336588</c:v>
                </c:pt>
                <c:pt idx="49">
                  <c:v>33.79336588</c:v>
                </c:pt>
                <c:pt idx="50">
                  <c:v>40.63754404</c:v>
                </c:pt>
                <c:pt idx="51">
                  <c:v>40.63754404</c:v>
                </c:pt>
                <c:pt idx="52">
                  <c:v>37.95525478</c:v>
                </c:pt>
                <c:pt idx="53">
                  <c:v>37.95525478</c:v>
                </c:pt>
                <c:pt idx="54">
                  <c:v>32.89993043</c:v>
                </c:pt>
                <c:pt idx="55">
                  <c:v>32.89993043</c:v>
                </c:pt>
                <c:pt idx="56">
                  <c:v>33.6382981</c:v>
                </c:pt>
                <c:pt idx="57">
                  <c:v>33.6382981</c:v>
                </c:pt>
                <c:pt idx="58">
                  <c:v>34.67492767</c:v>
                </c:pt>
                <c:pt idx="59">
                  <c:v>34.67492767</c:v>
                </c:pt>
                <c:pt idx="60">
                  <c:v>53.66907276</c:v>
                </c:pt>
                <c:pt idx="61">
                  <c:v>53.66907276</c:v>
                </c:pt>
                <c:pt idx="62">
                  <c:v>44.25832755</c:v>
                </c:pt>
                <c:pt idx="63">
                  <c:v>44.25832755</c:v>
                </c:pt>
                <c:pt idx="64">
                  <c:v>44.98503486</c:v>
                </c:pt>
                <c:pt idx="65">
                  <c:v>44.98503486</c:v>
                </c:pt>
                <c:pt idx="66">
                  <c:v>48.4150905</c:v>
                </c:pt>
                <c:pt idx="67">
                  <c:v>48.4150905</c:v>
                </c:pt>
                <c:pt idx="68">
                  <c:v>46.42596578</c:v>
                </c:pt>
                <c:pt idx="69">
                  <c:v>46.42596578</c:v>
                </c:pt>
                <c:pt idx="70">
                  <c:v>47.92673521</c:v>
                </c:pt>
                <c:pt idx="71">
                  <c:v>47.92673521</c:v>
                </c:pt>
                <c:pt idx="72">
                  <c:v>45.13341839</c:v>
                </c:pt>
                <c:pt idx="73">
                  <c:v>45.13341839</c:v>
                </c:pt>
                <c:pt idx="74">
                  <c:v>51.86707751</c:v>
                </c:pt>
                <c:pt idx="75">
                  <c:v>51.86707751</c:v>
                </c:pt>
                <c:pt idx="76">
                  <c:v>50.31792298</c:v>
                </c:pt>
                <c:pt idx="77">
                  <c:v>50.31792298</c:v>
                </c:pt>
                <c:pt idx="78">
                  <c:v>58.52513832</c:v>
                </c:pt>
                <c:pt idx="79">
                  <c:v>58.52513832</c:v>
                </c:pt>
                <c:pt idx="80">
                  <c:v>56.82966558</c:v>
                </c:pt>
                <c:pt idx="81">
                  <c:v>56.82966558</c:v>
                </c:pt>
                <c:pt idx="82">
                  <c:v>53.76100021</c:v>
                </c:pt>
                <c:pt idx="83">
                  <c:v>53.76100021</c:v>
                </c:pt>
                <c:pt idx="84">
                  <c:v>57.83931399</c:v>
                </c:pt>
                <c:pt idx="85">
                  <c:v>57.83931399</c:v>
                </c:pt>
                <c:pt idx="86">
                  <c:v>53.6688698</c:v>
                </c:pt>
                <c:pt idx="87">
                  <c:v>53.6688698</c:v>
                </c:pt>
                <c:pt idx="88">
                  <c:v>60.70855583</c:v>
                </c:pt>
                <c:pt idx="89">
                  <c:v>60.70855583</c:v>
                </c:pt>
                <c:pt idx="90">
                  <c:v>55.66495974</c:v>
                </c:pt>
                <c:pt idx="91">
                  <c:v>55.66495974</c:v>
                </c:pt>
                <c:pt idx="92">
                  <c:v>59.21660861</c:v>
                </c:pt>
                <c:pt idx="93">
                  <c:v>59.21660861</c:v>
                </c:pt>
                <c:pt idx="94">
                  <c:v>50.56357361</c:v>
                </c:pt>
                <c:pt idx="95">
                  <c:v>50.56357361</c:v>
                </c:pt>
                <c:pt idx="96">
                  <c:v>61.33596556</c:v>
                </c:pt>
                <c:pt idx="97">
                  <c:v>61.33596556</c:v>
                </c:pt>
                <c:pt idx="98">
                  <c:v>51.39698962</c:v>
                </c:pt>
                <c:pt idx="99">
                  <c:v>51.39698962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Расстояние,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0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Обучение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28575">
              <a:solidFill>
                <a:srgbClr val="102D69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10</c:v>
                </c:pt>
              </c:numCache>
            </c:numRef>
          </c:xVal>
          <c:yVal>
            <c:numRef>
              <c:f>'Chart Data'!$B$2:$B$10</c:f>
              <c:numCache>
                <c:formatCode>0</c:formatCode>
                <c:ptCount val="9"/>
                <c:pt idx="0">
                  <c:v>6.26093469</c:v>
                </c:pt>
                <c:pt idx="1">
                  <c:v>4.03483753</c:v>
                </c:pt>
                <c:pt idx="2">
                  <c:v>3.32973298</c:v>
                </c:pt>
                <c:pt idx="3">
                  <c:v>2.72554259</c:v>
                </c:pt>
                <c:pt idx="4">
                  <c:v>2.12440951</c:v>
                </c:pt>
                <c:pt idx="5">
                  <c:v>1.58643754</c:v>
                </c:pt>
                <c:pt idx="6">
                  <c:v>0.79794984</c:v>
                </c:pt>
                <c:pt idx="7">
                  <c:v>0.47988807</c:v>
                </c:pt>
                <c:pt idx="8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Валидация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diamond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10</c:v>
                </c:pt>
              </c:numCache>
            </c:numRef>
          </c:xVal>
          <c:yVal>
            <c:numRef>
              <c:f>'Chart Data'!$D$2:$D$10</c:f>
              <c:numCache>
                <c:formatCode>0</c:formatCode>
                <c:ptCount val="9"/>
                <c:pt idx="0">
                  <c:v>7.59652747</c:v>
                </c:pt>
                <c:pt idx="1">
                  <c:v>6.11394473</c:v>
                </c:pt>
                <c:pt idx="2">
                  <c:v>5.71678851</c:v>
                </c:pt>
                <c:pt idx="3">
                  <c:v>6.17018031</c:v>
                </c:pt>
                <c:pt idx="4">
                  <c:v>6.25444651</c:v>
                </c:pt>
                <c:pt idx="5">
                  <c:v>6.29842289</c:v>
                </c:pt>
                <c:pt idx="6">
                  <c:v>6.36759553</c:v>
                </c:pt>
                <c:pt idx="7">
                  <c:v>6.47973076</c:v>
                </c:pt>
                <c:pt idx="8">
                  <c:v>6.48914592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RMSE,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2"/>
      </c:valAx>
      <c:valAx>
        <c:axId val="48650112"/>
        <c:scaling>
          <c:orientation val="minMax"/>
          <c:max val="10"/>
          <c:min val="1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Глубина дерева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1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Совпадение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5F6B7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v>Доставки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Data'!$C$2:$C$201</c:f>
              <c:numCache>
                <c:formatCode>General</c:formatCode>
                <c:ptCount val="200"/>
                <c:pt idx="0">
                  <c:v>59.89478117</c:v>
                </c:pt>
                <c:pt idx="1">
                  <c:v>46.41935333</c:v>
                </c:pt>
                <c:pt idx="2">
                  <c:v>30.39792674</c:v>
                </c:pt>
                <c:pt idx="3">
                  <c:v>35.12616194</c:v>
                </c:pt>
                <c:pt idx="4">
                  <c:v>62.98027907</c:v>
                </c:pt>
                <c:pt idx="5">
                  <c:v>31.17002352</c:v>
                </c:pt>
                <c:pt idx="6">
                  <c:v>44.95817473</c:v>
                </c:pt>
                <c:pt idx="7">
                  <c:v>45.71567719</c:v>
                </c:pt>
                <c:pt idx="8">
                  <c:v>25.61990354</c:v>
                </c:pt>
                <c:pt idx="9">
                  <c:v>42.70107057</c:v>
                </c:pt>
                <c:pt idx="10">
                  <c:v>54.08234232</c:v>
                </c:pt>
                <c:pt idx="11">
                  <c:v>57.0682081</c:v>
                </c:pt>
                <c:pt idx="12">
                  <c:v>19.7073328</c:v>
                </c:pt>
                <c:pt idx="13">
                  <c:v>52.05783106</c:v>
                </c:pt>
                <c:pt idx="14">
                  <c:v>15.85213138</c:v>
                </c:pt>
                <c:pt idx="15">
                  <c:v>55.4754803</c:v>
                </c:pt>
                <c:pt idx="16">
                  <c:v>51.21627966</c:v>
                </c:pt>
                <c:pt idx="17">
                  <c:v>19.78729294</c:v>
                </c:pt>
                <c:pt idx="18">
                  <c:v>29.97535968</c:v>
                </c:pt>
                <c:pt idx="19">
                  <c:v>53.89719785</c:v>
                </c:pt>
                <c:pt idx="20">
                  <c:v>8.54870843</c:v>
                </c:pt>
                <c:pt idx="21">
                  <c:v>45.44763836</c:v>
                </c:pt>
                <c:pt idx="22">
                  <c:v>48.2768741</c:v>
                </c:pt>
                <c:pt idx="23">
                  <c:v>38.89105414</c:v>
                </c:pt>
                <c:pt idx="24">
                  <c:v>46.27758576</c:v>
                </c:pt>
                <c:pt idx="25">
                  <c:v>27.03647911</c:v>
                </c:pt>
                <c:pt idx="26">
                  <c:v>30.76894859</c:v>
                </c:pt>
                <c:pt idx="27">
                  <c:v>27.50458891</c:v>
                </c:pt>
                <c:pt idx="28">
                  <c:v>19.45073573</c:v>
                </c:pt>
                <c:pt idx="29">
                  <c:v>29.4153731</c:v>
                </c:pt>
                <c:pt idx="30">
                  <c:v>58.12232107</c:v>
                </c:pt>
                <c:pt idx="31">
                  <c:v>39.6718961</c:v>
                </c:pt>
                <c:pt idx="32">
                  <c:v>30.54704751</c:v>
                </c:pt>
                <c:pt idx="33">
                  <c:v>35.85246658</c:v>
                </c:pt>
                <c:pt idx="34">
                  <c:v>56.98286169</c:v>
                </c:pt>
                <c:pt idx="35">
                  <c:v>30.98683457</c:v>
                </c:pt>
                <c:pt idx="36">
                  <c:v>54.06955091</c:v>
                </c:pt>
                <c:pt idx="37">
                  <c:v>36.15425835</c:v>
                </c:pt>
                <c:pt idx="38">
                  <c:v>28.52709952</c:v>
                </c:pt>
                <c:pt idx="39">
                  <c:v>50.74080373</c:v>
                </c:pt>
                <c:pt idx="40">
                  <c:v>57.13796341</c:v>
                </c:pt>
                <c:pt idx="41">
                  <c:v>40.3762378</c:v>
                </c:pt>
                <c:pt idx="42">
                  <c:v>36.76616998</c:v>
                </c:pt>
                <c:pt idx="43">
                  <c:v>63.23655296</c:v>
                </c:pt>
                <c:pt idx="44">
                  <c:v>32.11589368</c:v>
                </c:pt>
                <c:pt idx="45">
                  <c:v>59.98630176</c:v>
                </c:pt>
                <c:pt idx="46">
                  <c:v>28.23500739</c:v>
                </c:pt>
                <c:pt idx="47">
                  <c:v>30.49624502</c:v>
                </c:pt>
                <c:pt idx="48">
                  <c:v>31.73750453</c:v>
                </c:pt>
                <c:pt idx="49">
                  <c:v>51.46761972</c:v>
                </c:pt>
                <c:pt idx="50">
                  <c:v>25.24450828</c:v>
                </c:pt>
                <c:pt idx="51">
                  <c:v>60.41313036</c:v>
                </c:pt>
                <c:pt idx="52">
                  <c:v>53.15094011</c:v>
                </c:pt>
                <c:pt idx="53">
                  <c:v>45.10463635</c:v>
                </c:pt>
                <c:pt idx="54">
                  <c:v>42.38952166</c:v>
                </c:pt>
                <c:pt idx="55">
                  <c:v>56.45532936</c:v>
                </c:pt>
                <c:pt idx="56">
                  <c:v>29.43787294</c:v>
                </c:pt>
                <c:pt idx="57">
                  <c:v>29.31136301</c:v>
                </c:pt>
                <c:pt idx="58">
                  <c:v>24.37709281</c:v>
                </c:pt>
                <c:pt idx="59">
                  <c:v>19.30904288</c:v>
                </c:pt>
                <c:pt idx="60">
                  <c:v>22.17082709</c:v>
                </c:pt>
                <c:pt idx="61">
                  <c:v>56.75584859</c:v>
                </c:pt>
                <c:pt idx="62">
                  <c:v>55.2790393</c:v>
                </c:pt>
                <c:pt idx="63">
                  <c:v>19.62675818</c:v>
                </c:pt>
                <c:pt idx="64">
                  <c:v>48.25364924</c:v>
                </c:pt>
                <c:pt idx="65">
                  <c:v>42.60545268</c:v>
                </c:pt>
                <c:pt idx="66">
                  <c:v>48.36851676</c:v>
                </c:pt>
                <c:pt idx="67">
                  <c:v>48.01295297</c:v>
                </c:pt>
                <c:pt idx="68">
                  <c:v>18.60914856</c:v>
                </c:pt>
                <c:pt idx="69">
                  <c:v>60.54841584</c:v>
                </c:pt>
                <c:pt idx="70">
                  <c:v>23.0368492</c:v>
                </c:pt>
                <c:pt idx="71">
                  <c:v>39.56646034</c:v>
                </c:pt>
                <c:pt idx="72">
                  <c:v>51.14133888</c:v>
                </c:pt>
                <c:pt idx="73">
                  <c:v>26.15119358</c:v>
                </c:pt>
                <c:pt idx="74">
                  <c:v>17.47746006</c:v>
                </c:pt>
                <c:pt idx="75">
                  <c:v>22.26455012</c:v>
                </c:pt>
                <c:pt idx="76">
                  <c:v>49.6483406</c:v>
                </c:pt>
                <c:pt idx="77">
                  <c:v>49.95429279</c:v>
                </c:pt>
                <c:pt idx="78">
                  <c:v>53.46381669</c:v>
                </c:pt>
                <c:pt idx="79">
                  <c:v>31.36403095</c:v>
                </c:pt>
                <c:pt idx="80">
                  <c:v>57.96542745</c:v>
                </c:pt>
                <c:pt idx="81">
                  <c:v>48.97676117</c:v>
                </c:pt>
                <c:pt idx="82">
                  <c:v>49.74413155</c:v>
                </c:pt>
                <c:pt idx="83">
                  <c:v>34.5584781</c:v>
                </c:pt>
                <c:pt idx="84">
                  <c:v>56.0789097</c:v>
                </c:pt>
                <c:pt idx="85">
                  <c:v>11.92188477</c:v>
                </c:pt>
                <c:pt idx="86">
                  <c:v>17.6721742</c:v>
                </c:pt>
                <c:pt idx="87">
                  <c:v>10.97319303</c:v>
                </c:pt>
                <c:pt idx="88">
                  <c:v>30.66020876</c:v>
                </c:pt>
                <c:pt idx="89">
                  <c:v>30.26176486</c:v>
                </c:pt>
                <c:pt idx="90">
                  <c:v>28.17387636</c:v>
                </c:pt>
                <c:pt idx="91">
                  <c:v>42.04375711</c:v>
                </c:pt>
                <c:pt idx="92">
                  <c:v>19.97609309</c:v>
                </c:pt>
                <c:pt idx="93">
                  <c:v>44.59361572</c:v>
                </c:pt>
                <c:pt idx="94">
                  <c:v>20.0323412</c:v>
                </c:pt>
                <c:pt idx="95">
                  <c:v>46.70772522</c:v>
                </c:pt>
                <c:pt idx="96">
                  <c:v>10.26013639</c:v>
                </c:pt>
                <c:pt idx="97">
                  <c:v>19.96120861</c:v>
                </c:pt>
                <c:pt idx="98">
                  <c:v>61.75186028</c:v>
                </c:pt>
                <c:pt idx="99">
                  <c:v>34.42609266</c:v>
                </c:pt>
                <c:pt idx="100">
                  <c:v>54.29927075</c:v>
                </c:pt>
                <c:pt idx="101">
                  <c:v>52.69749088</c:v>
                </c:pt>
                <c:pt idx="102">
                  <c:v>37.32136581</c:v>
                </c:pt>
                <c:pt idx="103">
                  <c:v>18.96444611</c:v>
                </c:pt>
                <c:pt idx="104">
                  <c:v>45.55488515</c:v>
                </c:pt>
                <c:pt idx="105">
                  <c:v>19.389185</c:v>
                </c:pt>
                <c:pt idx="106">
                  <c:v>50.97454633</c:v>
                </c:pt>
                <c:pt idx="107">
                  <c:v>63.70844918</c:v>
                </c:pt>
                <c:pt idx="108">
                  <c:v>55.79630126</c:v>
                </c:pt>
                <c:pt idx="109">
                  <c:v>11.75863656</c:v>
                </c:pt>
                <c:pt idx="110">
                  <c:v>23.53794412</c:v>
                </c:pt>
                <c:pt idx="111">
                  <c:v>31.47547043</c:v>
                </c:pt>
                <c:pt idx="112">
                  <c:v>22.37696898</c:v>
                </c:pt>
                <c:pt idx="113">
                  <c:v>37.0627193</c:v>
                </c:pt>
                <c:pt idx="114">
                  <c:v>59.44705583</c:v>
                </c:pt>
                <c:pt idx="115">
                  <c:v>30.28410815</c:v>
                </c:pt>
                <c:pt idx="116">
                  <c:v>61.7778474</c:v>
                </c:pt>
                <c:pt idx="117">
                  <c:v>50.77806446</c:v>
                </c:pt>
                <c:pt idx="118">
                  <c:v>19.17043479</c:v>
                </c:pt>
                <c:pt idx="119">
                  <c:v>45.97464422</c:v>
                </c:pt>
                <c:pt idx="120">
                  <c:v>68.45899377</c:v>
                </c:pt>
                <c:pt idx="121">
                  <c:v>22.22490139</c:v>
                </c:pt>
                <c:pt idx="122">
                  <c:v>52.58874842</c:v>
                </c:pt>
                <c:pt idx="123">
                  <c:v>43.75853652</c:v>
                </c:pt>
                <c:pt idx="124">
                  <c:v>46.75523923</c:v>
                </c:pt>
                <c:pt idx="125">
                  <c:v>11.10808196</c:v>
                </c:pt>
                <c:pt idx="126">
                  <c:v>45.88855685</c:v>
                </c:pt>
                <c:pt idx="127">
                  <c:v>51.66914463</c:v>
                </c:pt>
                <c:pt idx="128">
                  <c:v>47.40115853</c:v>
                </c:pt>
                <c:pt idx="129">
                  <c:v>58.28759489</c:v>
                </c:pt>
                <c:pt idx="130">
                  <c:v>29.46424456</c:v>
                </c:pt>
                <c:pt idx="131">
                  <c:v>44.77394936</c:v>
                </c:pt>
                <c:pt idx="132">
                  <c:v>52.7138556</c:v>
                </c:pt>
                <c:pt idx="133">
                  <c:v>53.85079091</c:v>
                </c:pt>
                <c:pt idx="134">
                  <c:v>21.56684708</c:v>
                </c:pt>
                <c:pt idx="135">
                  <c:v>14.28056477</c:v>
                </c:pt>
                <c:pt idx="136">
                  <c:v>43.29262846</c:v>
                </c:pt>
                <c:pt idx="137">
                  <c:v>22.20540731</c:v>
                </c:pt>
                <c:pt idx="138">
                  <c:v>39.15910138</c:v>
                </c:pt>
                <c:pt idx="139">
                  <c:v>51.56533021</c:v>
                </c:pt>
                <c:pt idx="140">
                  <c:v>29.41462406</c:v>
                </c:pt>
                <c:pt idx="141">
                  <c:v>29.51425494</c:v>
                </c:pt>
                <c:pt idx="142">
                  <c:v>24.78750327</c:v>
                </c:pt>
                <c:pt idx="143">
                  <c:v>47.67832164</c:v>
                </c:pt>
                <c:pt idx="144">
                  <c:v>16.38978187</c:v>
                </c:pt>
                <c:pt idx="145">
                  <c:v>24.8153243</c:v>
                </c:pt>
                <c:pt idx="146">
                  <c:v>25.08115106</c:v>
                </c:pt>
                <c:pt idx="147">
                  <c:v>45.25721553</c:v>
                </c:pt>
                <c:pt idx="148">
                  <c:v>61.39139958</c:v>
                </c:pt>
                <c:pt idx="149">
                  <c:v>25.66753931</c:v>
                </c:pt>
                <c:pt idx="150">
                  <c:v>31.31457227</c:v>
                </c:pt>
                <c:pt idx="151">
                  <c:v>34.28636469</c:v>
                </c:pt>
                <c:pt idx="152">
                  <c:v>19.97197102</c:v>
                </c:pt>
                <c:pt idx="153">
                  <c:v>27.84512051</c:v>
                </c:pt>
                <c:pt idx="154">
                  <c:v>27.09976933</c:v>
                </c:pt>
                <c:pt idx="155">
                  <c:v>35.48337804</c:v>
                </c:pt>
                <c:pt idx="156">
                  <c:v>18.69867503</c:v>
                </c:pt>
                <c:pt idx="157">
                  <c:v>45.66927563</c:v>
                </c:pt>
                <c:pt idx="158">
                  <c:v>44.33561846</c:v>
                </c:pt>
                <c:pt idx="159">
                  <c:v>27.04875527</c:v>
                </c:pt>
                <c:pt idx="160">
                  <c:v>23.58399137</c:v>
                </c:pt>
                <c:pt idx="161">
                  <c:v>46.94316921</c:v>
                </c:pt>
                <c:pt idx="162">
                  <c:v>20.52219431</c:v>
                </c:pt>
                <c:pt idx="163">
                  <c:v>12.18604547</c:v>
                </c:pt>
                <c:pt idx="164">
                  <c:v>23.96209815</c:v>
                </c:pt>
                <c:pt idx="165">
                  <c:v>13.51802833</c:v>
                </c:pt>
                <c:pt idx="166">
                  <c:v>47.59832755</c:v>
                </c:pt>
                <c:pt idx="167">
                  <c:v>25.39671062</c:v>
                </c:pt>
                <c:pt idx="168">
                  <c:v>32.55920564</c:v>
                </c:pt>
                <c:pt idx="169">
                  <c:v>46.35836042</c:v>
                </c:pt>
                <c:pt idx="170">
                  <c:v>40.87706662</c:v>
                </c:pt>
                <c:pt idx="171">
                  <c:v>19.02078746</c:v>
                </c:pt>
                <c:pt idx="172">
                  <c:v>26.00579961</c:v>
                </c:pt>
                <c:pt idx="173">
                  <c:v>57.71834817</c:v>
                </c:pt>
                <c:pt idx="174">
                  <c:v>25.47662739</c:v>
                </c:pt>
                <c:pt idx="175">
                  <c:v>45.98416223</c:v>
                </c:pt>
                <c:pt idx="176">
                  <c:v>22.40160451</c:v>
                </c:pt>
                <c:pt idx="177">
                  <c:v>46.40611881</c:v>
                </c:pt>
                <c:pt idx="178">
                  <c:v>54.11694736</c:v>
                </c:pt>
                <c:pt idx="179">
                  <c:v>48.87067828</c:v>
                </c:pt>
                <c:pt idx="180">
                  <c:v>42.21054308</c:v>
                </c:pt>
                <c:pt idx="181">
                  <c:v>20.16913417</c:v>
                </c:pt>
                <c:pt idx="182">
                  <c:v>27.61764594</c:v>
                </c:pt>
                <c:pt idx="183">
                  <c:v>33.07464927</c:v>
                </c:pt>
                <c:pt idx="184">
                  <c:v>52.48822347</c:v>
                </c:pt>
                <c:pt idx="185">
                  <c:v>22.71492778</c:v>
                </c:pt>
                <c:pt idx="186">
                  <c:v>26.38434894</c:v>
                </c:pt>
                <c:pt idx="187">
                  <c:v>35.54875392</c:v>
                </c:pt>
                <c:pt idx="188">
                  <c:v>60.48102146</c:v>
                </c:pt>
                <c:pt idx="189">
                  <c:v>51.08248935</c:v>
                </c:pt>
                <c:pt idx="190">
                  <c:v>12.7393841</c:v>
                </c:pt>
                <c:pt idx="191">
                  <c:v>17.57392932</c:v>
                </c:pt>
                <c:pt idx="192">
                  <c:v>46.10978592</c:v>
                </c:pt>
                <c:pt idx="193">
                  <c:v>50.93758869</c:v>
                </c:pt>
                <c:pt idx="194">
                  <c:v>54.05691155</c:v>
                </c:pt>
                <c:pt idx="195">
                  <c:v>55.07718422</c:v>
                </c:pt>
                <c:pt idx="196">
                  <c:v>50.85829963</c:v>
                </c:pt>
                <c:pt idx="197">
                  <c:v>52.57491914</c:v>
                </c:pt>
                <c:pt idx="198">
                  <c:v>58.93178852</c:v>
                </c:pt>
                <c:pt idx="199">
                  <c:v>16.12284466</c:v>
                </c:pt>
              </c:numCache>
            </c:numRef>
          </c:xVal>
          <c:yVal>
            <c:numRef>
              <c:f>'Chart Data'!$D$2:$D$201</c:f>
              <c:numCache>
                <c:formatCode>0</c:formatCode>
                <c:ptCount val="200"/>
                <c:pt idx="0">
                  <c:v>56.81136512</c:v>
                </c:pt>
                <c:pt idx="1">
                  <c:v>47.4161966</c:v>
                </c:pt>
                <c:pt idx="2">
                  <c:v>30.35730361</c:v>
                </c:pt>
                <c:pt idx="3">
                  <c:v>35.59988682</c:v>
                </c:pt>
                <c:pt idx="4">
                  <c:v>56.81136512</c:v>
                </c:pt>
                <c:pt idx="5">
                  <c:v>30.35730361</c:v>
                </c:pt>
                <c:pt idx="6">
                  <c:v>53.66907276</c:v>
                </c:pt>
                <c:pt idx="7">
                  <c:v>47.4161966</c:v>
                </c:pt>
                <c:pt idx="8">
                  <c:v>30.35730361</c:v>
                </c:pt>
                <c:pt idx="9">
                  <c:v>35.59988682</c:v>
                </c:pt>
                <c:pt idx="10">
                  <c:v>47.4161966</c:v>
                </c:pt>
                <c:pt idx="11">
                  <c:v>56.81136512</c:v>
                </c:pt>
                <c:pt idx="12">
                  <c:v>24.14894454</c:v>
                </c:pt>
                <c:pt idx="13">
                  <c:v>56.81136512</c:v>
                </c:pt>
                <c:pt idx="14">
                  <c:v>18.83964465</c:v>
                </c:pt>
                <c:pt idx="15">
                  <c:v>47.4161966</c:v>
                </c:pt>
                <c:pt idx="16">
                  <c:v>56.81136512</c:v>
                </c:pt>
                <c:pt idx="17">
                  <c:v>24.14894454</c:v>
                </c:pt>
                <c:pt idx="18">
                  <c:v>30.35730361</c:v>
                </c:pt>
                <c:pt idx="19">
                  <c:v>56.81136512</c:v>
                </c:pt>
                <c:pt idx="20">
                  <c:v>18.83964465</c:v>
                </c:pt>
                <c:pt idx="21">
                  <c:v>47.4161966</c:v>
                </c:pt>
                <c:pt idx="22">
                  <c:v>47.4161966</c:v>
                </c:pt>
                <c:pt idx="23">
                  <c:v>35.59988682</c:v>
                </c:pt>
                <c:pt idx="24">
                  <c:v>47.4161966</c:v>
                </c:pt>
                <c:pt idx="25">
                  <c:v>24.14894454</c:v>
                </c:pt>
                <c:pt idx="26">
                  <c:v>24.14894454</c:v>
                </c:pt>
                <c:pt idx="27">
                  <c:v>30.35730361</c:v>
                </c:pt>
                <c:pt idx="28">
                  <c:v>24.14894454</c:v>
                </c:pt>
                <c:pt idx="29">
                  <c:v>30.35730361</c:v>
                </c:pt>
                <c:pt idx="30">
                  <c:v>56.81136512</c:v>
                </c:pt>
                <c:pt idx="31">
                  <c:v>35.59988682</c:v>
                </c:pt>
                <c:pt idx="32">
                  <c:v>30.35730361</c:v>
                </c:pt>
                <c:pt idx="33">
                  <c:v>24.14894454</c:v>
                </c:pt>
                <c:pt idx="34">
                  <c:v>56.81136512</c:v>
                </c:pt>
                <c:pt idx="35">
                  <c:v>30.35730361</c:v>
                </c:pt>
                <c:pt idx="36">
                  <c:v>56.81136512</c:v>
                </c:pt>
                <c:pt idx="37">
                  <c:v>35.59988682</c:v>
                </c:pt>
                <c:pt idx="38">
                  <c:v>35.59988682</c:v>
                </c:pt>
                <c:pt idx="39">
                  <c:v>56.81136512</c:v>
                </c:pt>
                <c:pt idx="40">
                  <c:v>47.4161966</c:v>
                </c:pt>
                <c:pt idx="41">
                  <c:v>35.59988682</c:v>
                </c:pt>
                <c:pt idx="42">
                  <c:v>30.35730361</c:v>
                </c:pt>
                <c:pt idx="43">
                  <c:v>56.81136512</c:v>
                </c:pt>
                <c:pt idx="44">
                  <c:v>30.35730361</c:v>
                </c:pt>
                <c:pt idx="45">
                  <c:v>56.81136512</c:v>
                </c:pt>
                <c:pt idx="46">
                  <c:v>18.83964465</c:v>
                </c:pt>
                <c:pt idx="47">
                  <c:v>30.35730361</c:v>
                </c:pt>
                <c:pt idx="48">
                  <c:v>35.59988682</c:v>
                </c:pt>
                <c:pt idx="49">
                  <c:v>56.81136512</c:v>
                </c:pt>
                <c:pt idx="50">
                  <c:v>24.14894454</c:v>
                </c:pt>
                <c:pt idx="51">
                  <c:v>56.81136512</c:v>
                </c:pt>
                <c:pt idx="52">
                  <c:v>47.4161966</c:v>
                </c:pt>
                <c:pt idx="53">
                  <c:v>47.4161966</c:v>
                </c:pt>
                <c:pt idx="54">
                  <c:v>47.4161966</c:v>
                </c:pt>
                <c:pt idx="55">
                  <c:v>56.81136512</c:v>
                </c:pt>
                <c:pt idx="56">
                  <c:v>30.35730361</c:v>
                </c:pt>
                <c:pt idx="57">
                  <c:v>30.35730361</c:v>
                </c:pt>
                <c:pt idx="58">
                  <c:v>24.14894454</c:v>
                </c:pt>
                <c:pt idx="59">
                  <c:v>18.83964465</c:v>
                </c:pt>
                <c:pt idx="60">
                  <c:v>24.14894454</c:v>
                </c:pt>
                <c:pt idx="61">
                  <c:v>56.81136512</c:v>
                </c:pt>
                <c:pt idx="62">
                  <c:v>56.81136512</c:v>
                </c:pt>
                <c:pt idx="63">
                  <c:v>18.83964465</c:v>
                </c:pt>
                <c:pt idx="64">
                  <c:v>53.66907276</c:v>
                </c:pt>
                <c:pt idx="65">
                  <c:v>30.35730361</c:v>
                </c:pt>
                <c:pt idx="66">
                  <c:v>53.66907276</c:v>
                </c:pt>
                <c:pt idx="67">
                  <c:v>47.4161966</c:v>
                </c:pt>
                <c:pt idx="68">
                  <c:v>30.35730361</c:v>
                </c:pt>
                <c:pt idx="69">
                  <c:v>56.81136512</c:v>
                </c:pt>
                <c:pt idx="70">
                  <c:v>30.35730361</c:v>
                </c:pt>
                <c:pt idx="71">
                  <c:v>47.4161966</c:v>
                </c:pt>
                <c:pt idx="72">
                  <c:v>47.4161966</c:v>
                </c:pt>
                <c:pt idx="73">
                  <c:v>24.14894454</c:v>
                </c:pt>
                <c:pt idx="74">
                  <c:v>18.83964465</c:v>
                </c:pt>
                <c:pt idx="75">
                  <c:v>30.35730361</c:v>
                </c:pt>
                <c:pt idx="76">
                  <c:v>47.4161966</c:v>
                </c:pt>
                <c:pt idx="77">
                  <c:v>56.81136512</c:v>
                </c:pt>
                <c:pt idx="78">
                  <c:v>47.4161966</c:v>
                </c:pt>
                <c:pt idx="79">
                  <c:v>18.83964465</c:v>
                </c:pt>
                <c:pt idx="80">
                  <c:v>56.81136512</c:v>
                </c:pt>
                <c:pt idx="81">
                  <c:v>56.81136512</c:v>
                </c:pt>
                <c:pt idx="82">
                  <c:v>56.81136512</c:v>
                </c:pt>
                <c:pt idx="83">
                  <c:v>35.59988682</c:v>
                </c:pt>
                <c:pt idx="84">
                  <c:v>56.81136512</c:v>
                </c:pt>
                <c:pt idx="85">
                  <c:v>18.83964465</c:v>
                </c:pt>
                <c:pt idx="86">
                  <c:v>18.83964465</c:v>
                </c:pt>
                <c:pt idx="87">
                  <c:v>18.83964465</c:v>
                </c:pt>
                <c:pt idx="88">
                  <c:v>24.14894454</c:v>
                </c:pt>
                <c:pt idx="89">
                  <c:v>24.14894454</c:v>
                </c:pt>
                <c:pt idx="90">
                  <c:v>24.14894454</c:v>
                </c:pt>
                <c:pt idx="91">
                  <c:v>35.59988682</c:v>
                </c:pt>
                <c:pt idx="92">
                  <c:v>18.83964465</c:v>
                </c:pt>
                <c:pt idx="93">
                  <c:v>53.66907276</c:v>
                </c:pt>
                <c:pt idx="94">
                  <c:v>24.14894454</c:v>
                </c:pt>
                <c:pt idx="95">
                  <c:v>47.4161966</c:v>
                </c:pt>
                <c:pt idx="96">
                  <c:v>18.83964465</c:v>
                </c:pt>
                <c:pt idx="97">
                  <c:v>30.35730361</c:v>
                </c:pt>
                <c:pt idx="98">
                  <c:v>56.81136512</c:v>
                </c:pt>
                <c:pt idx="99">
                  <c:v>35.59988682</c:v>
                </c:pt>
                <c:pt idx="100">
                  <c:v>56.81136512</c:v>
                </c:pt>
                <c:pt idx="101">
                  <c:v>47.4161966</c:v>
                </c:pt>
                <c:pt idx="102">
                  <c:v>53.66907276</c:v>
                </c:pt>
                <c:pt idx="103">
                  <c:v>24.14894454</c:v>
                </c:pt>
                <c:pt idx="104">
                  <c:v>35.59988682</c:v>
                </c:pt>
                <c:pt idx="105">
                  <c:v>18.83964465</c:v>
                </c:pt>
                <c:pt idx="106">
                  <c:v>56.81136512</c:v>
                </c:pt>
                <c:pt idx="107">
                  <c:v>56.81136512</c:v>
                </c:pt>
                <c:pt idx="108">
                  <c:v>56.81136512</c:v>
                </c:pt>
                <c:pt idx="109">
                  <c:v>18.83964465</c:v>
                </c:pt>
                <c:pt idx="110">
                  <c:v>30.35730361</c:v>
                </c:pt>
                <c:pt idx="111">
                  <c:v>30.35730361</c:v>
                </c:pt>
                <c:pt idx="112">
                  <c:v>18.83964465</c:v>
                </c:pt>
                <c:pt idx="113">
                  <c:v>47.4161966</c:v>
                </c:pt>
                <c:pt idx="114">
                  <c:v>56.81136512</c:v>
                </c:pt>
                <c:pt idx="115">
                  <c:v>30.35730361</c:v>
                </c:pt>
                <c:pt idx="116">
                  <c:v>56.81136512</c:v>
                </c:pt>
                <c:pt idx="117">
                  <c:v>56.81136512</c:v>
                </c:pt>
                <c:pt idx="118">
                  <c:v>24.14894454</c:v>
                </c:pt>
                <c:pt idx="119">
                  <c:v>47.4161966</c:v>
                </c:pt>
                <c:pt idx="120">
                  <c:v>56.81136512</c:v>
                </c:pt>
                <c:pt idx="121">
                  <c:v>24.14894454</c:v>
                </c:pt>
                <c:pt idx="122">
                  <c:v>35.59988682</c:v>
                </c:pt>
                <c:pt idx="123">
                  <c:v>47.4161966</c:v>
                </c:pt>
                <c:pt idx="124">
                  <c:v>53.66907276</c:v>
                </c:pt>
                <c:pt idx="125">
                  <c:v>18.83964465</c:v>
                </c:pt>
                <c:pt idx="126">
                  <c:v>47.4161966</c:v>
                </c:pt>
                <c:pt idx="127">
                  <c:v>47.4161966</c:v>
                </c:pt>
                <c:pt idx="128">
                  <c:v>56.81136512</c:v>
                </c:pt>
                <c:pt idx="129">
                  <c:v>56.81136512</c:v>
                </c:pt>
                <c:pt idx="130">
                  <c:v>30.35730361</c:v>
                </c:pt>
                <c:pt idx="131">
                  <c:v>47.4161966</c:v>
                </c:pt>
                <c:pt idx="132">
                  <c:v>56.81136512</c:v>
                </c:pt>
                <c:pt idx="133">
                  <c:v>56.81136512</c:v>
                </c:pt>
                <c:pt idx="134">
                  <c:v>24.14894454</c:v>
                </c:pt>
                <c:pt idx="135">
                  <c:v>18.83964465</c:v>
                </c:pt>
                <c:pt idx="136">
                  <c:v>47.4161966</c:v>
                </c:pt>
                <c:pt idx="137">
                  <c:v>24.14894454</c:v>
                </c:pt>
                <c:pt idx="138">
                  <c:v>35.59988682</c:v>
                </c:pt>
                <c:pt idx="139">
                  <c:v>56.81136512</c:v>
                </c:pt>
                <c:pt idx="140">
                  <c:v>30.35730361</c:v>
                </c:pt>
                <c:pt idx="141">
                  <c:v>24.14894454</c:v>
                </c:pt>
                <c:pt idx="142">
                  <c:v>30.35730361</c:v>
                </c:pt>
                <c:pt idx="143">
                  <c:v>47.4161966</c:v>
                </c:pt>
                <c:pt idx="144">
                  <c:v>18.83964465</c:v>
                </c:pt>
                <c:pt idx="145">
                  <c:v>30.35730361</c:v>
                </c:pt>
                <c:pt idx="146">
                  <c:v>24.14894454</c:v>
                </c:pt>
                <c:pt idx="147">
                  <c:v>47.4161966</c:v>
                </c:pt>
                <c:pt idx="148">
                  <c:v>56.81136512</c:v>
                </c:pt>
                <c:pt idx="149">
                  <c:v>30.35730361</c:v>
                </c:pt>
                <c:pt idx="150">
                  <c:v>30.35730361</c:v>
                </c:pt>
                <c:pt idx="151">
                  <c:v>35.59988682</c:v>
                </c:pt>
                <c:pt idx="152">
                  <c:v>24.14894454</c:v>
                </c:pt>
                <c:pt idx="153">
                  <c:v>24.14894454</c:v>
                </c:pt>
                <c:pt idx="154">
                  <c:v>30.35730361</c:v>
                </c:pt>
                <c:pt idx="155">
                  <c:v>30.35730361</c:v>
                </c:pt>
                <c:pt idx="156">
                  <c:v>18.83964465</c:v>
                </c:pt>
                <c:pt idx="157">
                  <c:v>47.4161966</c:v>
                </c:pt>
                <c:pt idx="158">
                  <c:v>35.59988682</c:v>
                </c:pt>
                <c:pt idx="159">
                  <c:v>24.14894454</c:v>
                </c:pt>
                <c:pt idx="160">
                  <c:v>18.83964465</c:v>
                </c:pt>
                <c:pt idx="161">
                  <c:v>47.4161966</c:v>
                </c:pt>
                <c:pt idx="162">
                  <c:v>24.14894454</c:v>
                </c:pt>
                <c:pt idx="163">
                  <c:v>24.14894454</c:v>
                </c:pt>
                <c:pt idx="164">
                  <c:v>24.14894454</c:v>
                </c:pt>
                <c:pt idx="165">
                  <c:v>18.83964465</c:v>
                </c:pt>
                <c:pt idx="166">
                  <c:v>56.81136512</c:v>
                </c:pt>
                <c:pt idx="167">
                  <c:v>24.14894454</c:v>
                </c:pt>
                <c:pt idx="168">
                  <c:v>30.35730361</c:v>
                </c:pt>
                <c:pt idx="169">
                  <c:v>56.81136512</c:v>
                </c:pt>
                <c:pt idx="170">
                  <c:v>47.4161966</c:v>
                </c:pt>
                <c:pt idx="171">
                  <c:v>24.14894454</c:v>
                </c:pt>
                <c:pt idx="172">
                  <c:v>30.35730361</c:v>
                </c:pt>
                <c:pt idx="173">
                  <c:v>56.81136512</c:v>
                </c:pt>
                <c:pt idx="174">
                  <c:v>30.35730361</c:v>
                </c:pt>
                <c:pt idx="175">
                  <c:v>47.4161966</c:v>
                </c:pt>
                <c:pt idx="176">
                  <c:v>18.83964465</c:v>
                </c:pt>
                <c:pt idx="177">
                  <c:v>47.4161966</c:v>
                </c:pt>
                <c:pt idx="178">
                  <c:v>47.4161966</c:v>
                </c:pt>
                <c:pt idx="179">
                  <c:v>56.81136512</c:v>
                </c:pt>
                <c:pt idx="180">
                  <c:v>47.4161966</c:v>
                </c:pt>
                <c:pt idx="181">
                  <c:v>30.35730361</c:v>
                </c:pt>
                <c:pt idx="182">
                  <c:v>18.83964465</c:v>
                </c:pt>
                <c:pt idx="183">
                  <c:v>35.59988682</c:v>
                </c:pt>
                <c:pt idx="184">
                  <c:v>47.4161966</c:v>
                </c:pt>
                <c:pt idx="185">
                  <c:v>24.14894454</c:v>
                </c:pt>
                <c:pt idx="186">
                  <c:v>24.14894454</c:v>
                </c:pt>
                <c:pt idx="187">
                  <c:v>35.59988682</c:v>
                </c:pt>
                <c:pt idx="188">
                  <c:v>47.4161966</c:v>
                </c:pt>
                <c:pt idx="189">
                  <c:v>56.81136512</c:v>
                </c:pt>
                <c:pt idx="190">
                  <c:v>24.14894454</c:v>
                </c:pt>
                <c:pt idx="191">
                  <c:v>24.14894454</c:v>
                </c:pt>
                <c:pt idx="192">
                  <c:v>56.81136512</c:v>
                </c:pt>
                <c:pt idx="193">
                  <c:v>47.4161966</c:v>
                </c:pt>
                <c:pt idx="194">
                  <c:v>47.4161966</c:v>
                </c:pt>
                <c:pt idx="195">
                  <c:v>51.39698962</c:v>
                </c:pt>
                <c:pt idx="196">
                  <c:v>56.81136512</c:v>
                </c:pt>
                <c:pt idx="197">
                  <c:v>56.81136512</c:v>
                </c:pt>
                <c:pt idx="198">
                  <c:v>47.4161966</c:v>
                </c:pt>
                <c:pt idx="199">
                  <c:v>30.35730361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Прогноз,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Истинное 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Совпадение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9"/>
            <c:spPr>
              <a:solidFill xmlns:a="http://schemas.openxmlformats.org/drawingml/2006/main">
                <a:srgbClr val="5F6B7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v>Доставки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Data'!$C$2:$C$201</c:f>
              <c:numCache>
                <c:formatCode>General</c:formatCode>
                <c:ptCount val="200"/>
                <c:pt idx="0">
                  <c:v>59.89478117</c:v>
                </c:pt>
                <c:pt idx="1">
                  <c:v>46.41935333</c:v>
                </c:pt>
                <c:pt idx="2">
                  <c:v>30.39792674</c:v>
                </c:pt>
                <c:pt idx="3">
                  <c:v>35.12616194</c:v>
                </c:pt>
                <c:pt idx="4">
                  <c:v>62.98027907</c:v>
                </c:pt>
                <c:pt idx="5">
                  <c:v>31.17002352</c:v>
                </c:pt>
                <c:pt idx="6">
                  <c:v>44.95817473</c:v>
                </c:pt>
                <c:pt idx="7">
                  <c:v>45.71567719</c:v>
                </c:pt>
                <c:pt idx="8">
                  <c:v>25.61990354</c:v>
                </c:pt>
                <c:pt idx="9">
                  <c:v>42.70107057</c:v>
                </c:pt>
                <c:pt idx="10">
                  <c:v>54.08234232</c:v>
                </c:pt>
                <c:pt idx="11">
                  <c:v>57.0682081</c:v>
                </c:pt>
                <c:pt idx="12">
                  <c:v>19.7073328</c:v>
                </c:pt>
                <c:pt idx="13">
                  <c:v>52.05783106</c:v>
                </c:pt>
                <c:pt idx="14">
                  <c:v>15.85213138</c:v>
                </c:pt>
                <c:pt idx="15">
                  <c:v>55.4754803</c:v>
                </c:pt>
                <c:pt idx="16">
                  <c:v>51.21627966</c:v>
                </c:pt>
                <c:pt idx="17">
                  <c:v>19.78729294</c:v>
                </c:pt>
                <c:pt idx="18">
                  <c:v>29.97535968</c:v>
                </c:pt>
                <c:pt idx="19">
                  <c:v>53.89719785</c:v>
                </c:pt>
                <c:pt idx="20">
                  <c:v>8.54870843</c:v>
                </c:pt>
                <c:pt idx="21">
                  <c:v>45.44763836</c:v>
                </c:pt>
                <c:pt idx="22">
                  <c:v>48.2768741</c:v>
                </c:pt>
                <c:pt idx="23">
                  <c:v>38.89105414</c:v>
                </c:pt>
                <c:pt idx="24">
                  <c:v>46.27758576</c:v>
                </c:pt>
                <c:pt idx="25">
                  <c:v>27.03647911</c:v>
                </c:pt>
                <c:pt idx="26">
                  <c:v>30.76894859</c:v>
                </c:pt>
                <c:pt idx="27">
                  <c:v>27.50458891</c:v>
                </c:pt>
                <c:pt idx="28">
                  <c:v>19.45073573</c:v>
                </c:pt>
                <c:pt idx="29">
                  <c:v>29.4153731</c:v>
                </c:pt>
                <c:pt idx="30">
                  <c:v>58.12232107</c:v>
                </c:pt>
                <c:pt idx="31">
                  <c:v>39.6718961</c:v>
                </c:pt>
                <c:pt idx="32">
                  <c:v>30.54704751</c:v>
                </c:pt>
                <c:pt idx="33">
                  <c:v>35.85246658</c:v>
                </c:pt>
                <c:pt idx="34">
                  <c:v>56.98286169</c:v>
                </c:pt>
                <c:pt idx="35">
                  <c:v>30.98683457</c:v>
                </c:pt>
                <c:pt idx="36">
                  <c:v>54.06955091</c:v>
                </c:pt>
                <c:pt idx="37">
                  <c:v>36.15425835</c:v>
                </c:pt>
                <c:pt idx="38">
                  <c:v>28.52709952</c:v>
                </c:pt>
                <c:pt idx="39">
                  <c:v>50.74080373</c:v>
                </c:pt>
                <c:pt idx="40">
                  <c:v>57.13796341</c:v>
                </c:pt>
                <c:pt idx="41">
                  <c:v>40.3762378</c:v>
                </c:pt>
                <c:pt idx="42">
                  <c:v>36.76616998</c:v>
                </c:pt>
                <c:pt idx="43">
                  <c:v>63.23655296</c:v>
                </c:pt>
                <c:pt idx="44">
                  <c:v>32.11589368</c:v>
                </c:pt>
                <c:pt idx="45">
                  <c:v>59.98630176</c:v>
                </c:pt>
                <c:pt idx="46">
                  <c:v>28.23500739</c:v>
                </c:pt>
                <c:pt idx="47">
                  <c:v>30.49624502</c:v>
                </c:pt>
                <c:pt idx="48">
                  <c:v>31.73750453</c:v>
                </c:pt>
                <c:pt idx="49">
                  <c:v>51.46761972</c:v>
                </c:pt>
                <c:pt idx="50">
                  <c:v>25.24450828</c:v>
                </c:pt>
                <c:pt idx="51">
                  <c:v>60.41313036</c:v>
                </c:pt>
                <c:pt idx="52">
                  <c:v>53.15094011</c:v>
                </c:pt>
                <c:pt idx="53">
                  <c:v>45.10463635</c:v>
                </c:pt>
                <c:pt idx="54">
                  <c:v>42.38952166</c:v>
                </c:pt>
                <c:pt idx="55">
                  <c:v>56.45532936</c:v>
                </c:pt>
                <c:pt idx="56">
                  <c:v>29.43787294</c:v>
                </c:pt>
                <c:pt idx="57">
                  <c:v>29.31136301</c:v>
                </c:pt>
                <c:pt idx="58">
                  <c:v>24.37709281</c:v>
                </c:pt>
                <c:pt idx="59">
                  <c:v>19.30904288</c:v>
                </c:pt>
                <c:pt idx="60">
                  <c:v>22.17082709</c:v>
                </c:pt>
                <c:pt idx="61">
                  <c:v>56.75584859</c:v>
                </c:pt>
                <c:pt idx="62">
                  <c:v>55.2790393</c:v>
                </c:pt>
                <c:pt idx="63">
                  <c:v>19.62675818</c:v>
                </c:pt>
                <c:pt idx="64">
                  <c:v>48.25364924</c:v>
                </c:pt>
                <c:pt idx="65">
                  <c:v>42.60545268</c:v>
                </c:pt>
                <c:pt idx="66">
                  <c:v>48.36851676</c:v>
                </c:pt>
                <c:pt idx="67">
                  <c:v>48.01295297</c:v>
                </c:pt>
                <c:pt idx="68">
                  <c:v>18.60914856</c:v>
                </c:pt>
                <c:pt idx="69">
                  <c:v>60.54841584</c:v>
                </c:pt>
                <c:pt idx="70">
                  <c:v>23.0368492</c:v>
                </c:pt>
                <c:pt idx="71">
                  <c:v>39.56646034</c:v>
                </c:pt>
                <c:pt idx="72">
                  <c:v>51.14133888</c:v>
                </c:pt>
                <c:pt idx="73">
                  <c:v>26.15119358</c:v>
                </c:pt>
                <c:pt idx="74">
                  <c:v>17.47746006</c:v>
                </c:pt>
                <c:pt idx="75">
                  <c:v>22.26455012</c:v>
                </c:pt>
                <c:pt idx="76">
                  <c:v>49.6483406</c:v>
                </c:pt>
                <c:pt idx="77">
                  <c:v>49.95429279</c:v>
                </c:pt>
                <c:pt idx="78">
                  <c:v>53.46381669</c:v>
                </c:pt>
                <c:pt idx="79">
                  <c:v>31.36403095</c:v>
                </c:pt>
                <c:pt idx="80">
                  <c:v>57.96542745</c:v>
                </c:pt>
                <c:pt idx="81">
                  <c:v>48.97676117</c:v>
                </c:pt>
                <c:pt idx="82">
                  <c:v>49.74413155</c:v>
                </c:pt>
                <c:pt idx="83">
                  <c:v>34.5584781</c:v>
                </c:pt>
                <c:pt idx="84">
                  <c:v>56.0789097</c:v>
                </c:pt>
                <c:pt idx="85">
                  <c:v>11.92188477</c:v>
                </c:pt>
                <c:pt idx="86">
                  <c:v>17.6721742</c:v>
                </c:pt>
                <c:pt idx="87">
                  <c:v>10.97319303</c:v>
                </c:pt>
                <c:pt idx="88">
                  <c:v>30.66020876</c:v>
                </c:pt>
                <c:pt idx="89">
                  <c:v>30.26176486</c:v>
                </c:pt>
                <c:pt idx="90">
                  <c:v>28.17387636</c:v>
                </c:pt>
                <c:pt idx="91">
                  <c:v>42.04375711</c:v>
                </c:pt>
                <c:pt idx="92">
                  <c:v>19.97609309</c:v>
                </c:pt>
                <c:pt idx="93">
                  <c:v>44.59361572</c:v>
                </c:pt>
                <c:pt idx="94">
                  <c:v>20.0323412</c:v>
                </c:pt>
                <c:pt idx="95">
                  <c:v>46.70772522</c:v>
                </c:pt>
                <c:pt idx="96">
                  <c:v>10.26013639</c:v>
                </c:pt>
                <c:pt idx="97">
                  <c:v>19.96120861</c:v>
                </c:pt>
                <c:pt idx="98">
                  <c:v>61.75186028</c:v>
                </c:pt>
                <c:pt idx="99">
                  <c:v>34.42609266</c:v>
                </c:pt>
                <c:pt idx="100">
                  <c:v>54.29927075</c:v>
                </c:pt>
                <c:pt idx="101">
                  <c:v>52.69749088</c:v>
                </c:pt>
                <c:pt idx="102">
                  <c:v>37.32136581</c:v>
                </c:pt>
                <c:pt idx="103">
                  <c:v>18.96444611</c:v>
                </c:pt>
                <c:pt idx="104">
                  <c:v>45.55488515</c:v>
                </c:pt>
                <c:pt idx="105">
                  <c:v>19.389185</c:v>
                </c:pt>
                <c:pt idx="106">
                  <c:v>50.97454633</c:v>
                </c:pt>
                <c:pt idx="107">
                  <c:v>63.70844918</c:v>
                </c:pt>
                <c:pt idx="108">
                  <c:v>55.79630126</c:v>
                </c:pt>
                <c:pt idx="109">
                  <c:v>11.75863656</c:v>
                </c:pt>
                <c:pt idx="110">
                  <c:v>23.53794412</c:v>
                </c:pt>
                <c:pt idx="111">
                  <c:v>31.47547043</c:v>
                </c:pt>
                <c:pt idx="112">
                  <c:v>22.37696898</c:v>
                </c:pt>
                <c:pt idx="113">
                  <c:v>37.0627193</c:v>
                </c:pt>
                <c:pt idx="114">
                  <c:v>59.44705583</c:v>
                </c:pt>
                <c:pt idx="115">
                  <c:v>30.28410815</c:v>
                </c:pt>
                <c:pt idx="116">
                  <c:v>61.7778474</c:v>
                </c:pt>
                <c:pt idx="117">
                  <c:v>50.77806446</c:v>
                </c:pt>
                <c:pt idx="118">
                  <c:v>19.17043479</c:v>
                </c:pt>
                <c:pt idx="119">
                  <c:v>45.97464422</c:v>
                </c:pt>
                <c:pt idx="120">
                  <c:v>68.45899377</c:v>
                </c:pt>
                <c:pt idx="121">
                  <c:v>22.22490139</c:v>
                </c:pt>
                <c:pt idx="122">
                  <c:v>52.58874842</c:v>
                </c:pt>
                <c:pt idx="123">
                  <c:v>43.75853652</c:v>
                </c:pt>
                <c:pt idx="124">
                  <c:v>46.75523923</c:v>
                </c:pt>
                <c:pt idx="125">
                  <c:v>11.10808196</c:v>
                </c:pt>
                <c:pt idx="126">
                  <c:v>45.88855685</c:v>
                </c:pt>
                <c:pt idx="127">
                  <c:v>51.66914463</c:v>
                </c:pt>
                <c:pt idx="128">
                  <c:v>47.40115853</c:v>
                </c:pt>
                <c:pt idx="129">
                  <c:v>58.28759489</c:v>
                </c:pt>
                <c:pt idx="130">
                  <c:v>29.46424456</c:v>
                </c:pt>
                <c:pt idx="131">
                  <c:v>44.77394936</c:v>
                </c:pt>
                <c:pt idx="132">
                  <c:v>52.7138556</c:v>
                </c:pt>
                <c:pt idx="133">
                  <c:v>53.85079091</c:v>
                </c:pt>
                <c:pt idx="134">
                  <c:v>21.56684708</c:v>
                </c:pt>
                <c:pt idx="135">
                  <c:v>14.28056477</c:v>
                </c:pt>
                <c:pt idx="136">
                  <c:v>43.29262846</c:v>
                </c:pt>
                <c:pt idx="137">
                  <c:v>22.20540731</c:v>
                </c:pt>
                <c:pt idx="138">
                  <c:v>39.15910138</c:v>
                </c:pt>
                <c:pt idx="139">
                  <c:v>51.56533021</c:v>
                </c:pt>
                <c:pt idx="140">
                  <c:v>29.41462406</c:v>
                </c:pt>
                <c:pt idx="141">
                  <c:v>29.51425494</c:v>
                </c:pt>
                <c:pt idx="142">
                  <c:v>24.78750327</c:v>
                </c:pt>
                <c:pt idx="143">
                  <c:v>47.67832164</c:v>
                </c:pt>
                <c:pt idx="144">
                  <c:v>16.38978187</c:v>
                </c:pt>
                <c:pt idx="145">
                  <c:v>24.8153243</c:v>
                </c:pt>
                <c:pt idx="146">
                  <c:v>25.08115106</c:v>
                </c:pt>
                <c:pt idx="147">
                  <c:v>45.25721553</c:v>
                </c:pt>
                <c:pt idx="148">
                  <c:v>61.39139958</c:v>
                </c:pt>
                <c:pt idx="149">
                  <c:v>25.66753931</c:v>
                </c:pt>
                <c:pt idx="150">
                  <c:v>31.31457227</c:v>
                </c:pt>
                <c:pt idx="151">
                  <c:v>34.28636469</c:v>
                </c:pt>
                <c:pt idx="152">
                  <c:v>19.97197102</c:v>
                </c:pt>
                <c:pt idx="153">
                  <c:v>27.84512051</c:v>
                </c:pt>
                <c:pt idx="154">
                  <c:v>27.09976933</c:v>
                </c:pt>
                <c:pt idx="155">
                  <c:v>35.48337804</c:v>
                </c:pt>
                <c:pt idx="156">
                  <c:v>18.69867503</c:v>
                </c:pt>
                <c:pt idx="157">
                  <c:v>45.66927563</c:v>
                </c:pt>
                <c:pt idx="158">
                  <c:v>44.33561846</c:v>
                </c:pt>
                <c:pt idx="159">
                  <c:v>27.04875527</c:v>
                </c:pt>
                <c:pt idx="160">
                  <c:v>23.58399137</c:v>
                </c:pt>
                <c:pt idx="161">
                  <c:v>46.94316921</c:v>
                </c:pt>
                <c:pt idx="162">
                  <c:v>20.52219431</c:v>
                </c:pt>
                <c:pt idx="163">
                  <c:v>12.18604547</c:v>
                </c:pt>
                <c:pt idx="164">
                  <c:v>23.96209815</c:v>
                </c:pt>
                <c:pt idx="165">
                  <c:v>13.51802833</c:v>
                </c:pt>
                <c:pt idx="166">
                  <c:v>47.59832755</c:v>
                </c:pt>
                <c:pt idx="167">
                  <c:v>25.39671062</c:v>
                </c:pt>
                <c:pt idx="168">
                  <c:v>32.55920564</c:v>
                </c:pt>
                <c:pt idx="169">
                  <c:v>46.35836042</c:v>
                </c:pt>
                <c:pt idx="170">
                  <c:v>40.87706662</c:v>
                </c:pt>
                <c:pt idx="171">
                  <c:v>19.02078746</c:v>
                </c:pt>
                <c:pt idx="172">
                  <c:v>26.00579961</c:v>
                </c:pt>
                <c:pt idx="173">
                  <c:v>57.71834817</c:v>
                </c:pt>
                <c:pt idx="174">
                  <c:v>25.47662739</c:v>
                </c:pt>
                <c:pt idx="175">
                  <c:v>45.98416223</c:v>
                </c:pt>
                <c:pt idx="176">
                  <c:v>22.40160451</c:v>
                </c:pt>
                <c:pt idx="177">
                  <c:v>46.40611881</c:v>
                </c:pt>
                <c:pt idx="178">
                  <c:v>54.11694736</c:v>
                </c:pt>
                <c:pt idx="179">
                  <c:v>48.87067828</c:v>
                </c:pt>
                <c:pt idx="180">
                  <c:v>42.21054308</c:v>
                </c:pt>
                <c:pt idx="181">
                  <c:v>20.16913417</c:v>
                </c:pt>
                <c:pt idx="182">
                  <c:v>27.61764594</c:v>
                </c:pt>
                <c:pt idx="183">
                  <c:v>33.07464927</c:v>
                </c:pt>
                <c:pt idx="184">
                  <c:v>52.48822347</c:v>
                </c:pt>
                <c:pt idx="185">
                  <c:v>22.71492778</c:v>
                </c:pt>
                <c:pt idx="186">
                  <c:v>26.38434894</c:v>
                </c:pt>
                <c:pt idx="187">
                  <c:v>35.54875392</c:v>
                </c:pt>
                <c:pt idx="188">
                  <c:v>60.48102146</c:v>
                </c:pt>
                <c:pt idx="189">
                  <c:v>51.08248935</c:v>
                </c:pt>
                <c:pt idx="190">
                  <c:v>12.7393841</c:v>
                </c:pt>
                <c:pt idx="191">
                  <c:v>17.57392932</c:v>
                </c:pt>
                <c:pt idx="192">
                  <c:v>46.10978592</c:v>
                </c:pt>
                <c:pt idx="193">
                  <c:v>50.93758869</c:v>
                </c:pt>
                <c:pt idx="194">
                  <c:v>54.05691155</c:v>
                </c:pt>
                <c:pt idx="195">
                  <c:v>55.07718422</c:v>
                </c:pt>
                <c:pt idx="196">
                  <c:v>50.85829963</c:v>
                </c:pt>
                <c:pt idx="197">
                  <c:v>52.57491914</c:v>
                </c:pt>
                <c:pt idx="198">
                  <c:v>58.93178852</c:v>
                </c:pt>
                <c:pt idx="199">
                  <c:v>16.12284466</c:v>
                </c:pt>
              </c:numCache>
            </c:numRef>
          </c:xVal>
          <c:yVal>
            <c:numRef>
              <c:f>'Chart Data'!$D$2:$D$201</c:f>
              <c:numCache>
                <c:formatCode>0</c:formatCode>
                <c:ptCount val="200"/>
                <c:pt idx="0">
                  <c:v>47.4161966</c:v>
                </c:pt>
                <c:pt idx="1">
                  <c:v>53.66907276</c:v>
                </c:pt>
                <c:pt idx="2">
                  <c:v>47.4161966</c:v>
                </c:pt>
                <c:pt idx="3">
                  <c:v>30.35730361</c:v>
                </c:pt>
                <c:pt idx="4">
                  <c:v>47.4161966</c:v>
                </c:pt>
                <c:pt idx="5">
                  <c:v>24.14894454</c:v>
                </c:pt>
                <c:pt idx="6">
                  <c:v>30.35730361</c:v>
                </c:pt>
                <c:pt idx="7">
                  <c:v>18.83964465</c:v>
                </c:pt>
                <c:pt idx="8">
                  <c:v>56.81136512</c:v>
                </c:pt>
                <c:pt idx="9">
                  <c:v>30.35730361</c:v>
                </c:pt>
                <c:pt idx="10">
                  <c:v>56.81136512</c:v>
                </c:pt>
                <c:pt idx="11">
                  <c:v>56.81136512</c:v>
                </c:pt>
                <c:pt idx="12">
                  <c:v>24.14894454</c:v>
                </c:pt>
                <c:pt idx="13">
                  <c:v>47.4161966</c:v>
                </c:pt>
                <c:pt idx="14">
                  <c:v>18.83964465</c:v>
                </c:pt>
                <c:pt idx="15">
                  <c:v>18.83964465</c:v>
                </c:pt>
                <c:pt idx="16">
                  <c:v>18.83964465</c:v>
                </c:pt>
                <c:pt idx="17">
                  <c:v>24.14894454</c:v>
                </c:pt>
                <c:pt idx="18">
                  <c:v>47.4161966</c:v>
                </c:pt>
                <c:pt idx="19">
                  <c:v>24.14894454</c:v>
                </c:pt>
                <c:pt idx="20">
                  <c:v>35.59988682</c:v>
                </c:pt>
                <c:pt idx="21">
                  <c:v>56.81136512</c:v>
                </c:pt>
                <c:pt idx="22">
                  <c:v>56.81136512</c:v>
                </c:pt>
                <c:pt idx="23">
                  <c:v>24.14894454</c:v>
                </c:pt>
                <c:pt idx="24">
                  <c:v>35.59988682</c:v>
                </c:pt>
                <c:pt idx="25">
                  <c:v>30.35730361</c:v>
                </c:pt>
                <c:pt idx="26">
                  <c:v>24.14894454</c:v>
                </c:pt>
                <c:pt idx="27">
                  <c:v>35.59988682</c:v>
                </c:pt>
                <c:pt idx="28">
                  <c:v>56.81136512</c:v>
                </c:pt>
                <c:pt idx="29">
                  <c:v>24.14894454</c:v>
                </c:pt>
                <c:pt idx="30">
                  <c:v>18.83964465</c:v>
                </c:pt>
                <c:pt idx="31">
                  <c:v>56.81136512</c:v>
                </c:pt>
                <c:pt idx="32">
                  <c:v>24.14894454</c:v>
                </c:pt>
                <c:pt idx="33">
                  <c:v>30.35730361</c:v>
                </c:pt>
                <c:pt idx="34">
                  <c:v>24.14894454</c:v>
                </c:pt>
                <c:pt idx="35">
                  <c:v>30.35730361</c:v>
                </c:pt>
                <c:pt idx="36">
                  <c:v>56.81136512</c:v>
                </c:pt>
                <c:pt idx="37">
                  <c:v>24.14894454</c:v>
                </c:pt>
                <c:pt idx="38">
                  <c:v>18.83964465</c:v>
                </c:pt>
                <c:pt idx="39">
                  <c:v>56.81136512</c:v>
                </c:pt>
                <c:pt idx="40">
                  <c:v>18.83964465</c:v>
                </c:pt>
                <c:pt idx="41">
                  <c:v>56.81136512</c:v>
                </c:pt>
                <c:pt idx="42">
                  <c:v>56.81136512</c:v>
                </c:pt>
                <c:pt idx="43">
                  <c:v>56.81136512</c:v>
                </c:pt>
                <c:pt idx="44">
                  <c:v>35.59988682</c:v>
                </c:pt>
                <c:pt idx="45">
                  <c:v>56.81136512</c:v>
                </c:pt>
                <c:pt idx="46">
                  <c:v>35.59988682</c:v>
                </c:pt>
                <c:pt idx="47">
                  <c:v>53.66907276</c:v>
                </c:pt>
                <c:pt idx="48">
                  <c:v>24.14894454</c:v>
                </c:pt>
                <c:pt idx="49">
                  <c:v>30.35730361</c:v>
                </c:pt>
                <c:pt idx="50">
                  <c:v>56.81136512</c:v>
                </c:pt>
                <c:pt idx="51">
                  <c:v>56.81136512</c:v>
                </c:pt>
                <c:pt idx="52">
                  <c:v>30.35730361</c:v>
                </c:pt>
                <c:pt idx="53">
                  <c:v>56.81136512</c:v>
                </c:pt>
                <c:pt idx="54">
                  <c:v>56.81136512</c:v>
                </c:pt>
                <c:pt idx="55">
                  <c:v>35.59988682</c:v>
                </c:pt>
                <c:pt idx="56">
                  <c:v>18.83964465</c:v>
                </c:pt>
                <c:pt idx="57">
                  <c:v>18.83964465</c:v>
                </c:pt>
                <c:pt idx="58">
                  <c:v>30.35730361</c:v>
                </c:pt>
                <c:pt idx="59">
                  <c:v>30.35730361</c:v>
                </c:pt>
                <c:pt idx="60">
                  <c:v>35.59988682</c:v>
                </c:pt>
                <c:pt idx="61">
                  <c:v>47.4161966</c:v>
                </c:pt>
                <c:pt idx="62">
                  <c:v>24.14894454</c:v>
                </c:pt>
                <c:pt idx="63">
                  <c:v>18.83964465</c:v>
                </c:pt>
                <c:pt idx="64">
                  <c:v>30.35730361</c:v>
                </c:pt>
                <c:pt idx="65">
                  <c:v>30.35730361</c:v>
                </c:pt>
                <c:pt idx="66">
                  <c:v>47.4161966</c:v>
                </c:pt>
                <c:pt idx="67">
                  <c:v>47.4161966</c:v>
                </c:pt>
                <c:pt idx="68">
                  <c:v>30.35730361</c:v>
                </c:pt>
                <c:pt idx="69">
                  <c:v>30.35730361</c:v>
                </c:pt>
                <c:pt idx="70">
                  <c:v>56.81136512</c:v>
                </c:pt>
                <c:pt idx="71">
                  <c:v>47.4161966</c:v>
                </c:pt>
                <c:pt idx="72">
                  <c:v>47.4161966</c:v>
                </c:pt>
                <c:pt idx="73">
                  <c:v>18.83964465</c:v>
                </c:pt>
                <c:pt idx="74">
                  <c:v>47.4161966</c:v>
                </c:pt>
                <c:pt idx="75">
                  <c:v>47.4161966</c:v>
                </c:pt>
                <c:pt idx="76">
                  <c:v>47.4161966</c:v>
                </c:pt>
                <c:pt idx="77">
                  <c:v>18.83964465</c:v>
                </c:pt>
                <c:pt idx="78">
                  <c:v>47.4161966</c:v>
                </c:pt>
                <c:pt idx="79">
                  <c:v>24.14894454</c:v>
                </c:pt>
                <c:pt idx="80">
                  <c:v>56.81136512</c:v>
                </c:pt>
                <c:pt idx="81">
                  <c:v>56.81136512</c:v>
                </c:pt>
                <c:pt idx="82">
                  <c:v>35.59988682</c:v>
                </c:pt>
                <c:pt idx="83">
                  <c:v>47.4161966</c:v>
                </c:pt>
                <c:pt idx="84">
                  <c:v>30.35730361</c:v>
                </c:pt>
                <c:pt idx="85">
                  <c:v>47.4161966</c:v>
                </c:pt>
                <c:pt idx="86">
                  <c:v>47.4161966</c:v>
                </c:pt>
                <c:pt idx="87">
                  <c:v>47.4161966</c:v>
                </c:pt>
                <c:pt idx="88">
                  <c:v>56.81136512</c:v>
                </c:pt>
                <c:pt idx="89">
                  <c:v>30.35730361</c:v>
                </c:pt>
                <c:pt idx="90">
                  <c:v>24.14894454</c:v>
                </c:pt>
                <c:pt idx="91">
                  <c:v>47.4161966</c:v>
                </c:pt>
                <c:pt idx="92">
                  <c:v>35.59988682</c:v>
                </c:pt>
                <c:pt idx="93">
                  <c:v>47.4161966</c:v>
                </c:pt>
                <c:pt idx="94">
                  <c:v>30.35730361</c:v>
                </c:pt>
                <c:pt idx="95">
                  <c:v>47.4161966</c:v>
                </c:pt>
                <c:pt idx="96">
                  <c:v>56.81136512</c:v>
                </c:pt>
                <c:pt idx="97">
                  <c:v>56.81136512</c:v>
                </c:pt>
                <c:pt idx="98">
                  <c:v>24.14894454</c:v>
                </c:pt>
                <c:pt idx="99">
                  <c:v>56.81136512</c:v>
                </c:pt>
                <c:pt idx="100">
                  <c:v>35.59988682</c:v>
                </c:pt>
                <c:pt idx="101">
                  <c:v>30.35730361</c:v>
                </c:pt>
                <c:pt idx="102">
                  <c:v>47.4161966</c:v>
                </c:pt>
                <c:pt idx="103">
                  <c:v>56.81136512</c:v>
                </c:pt>
                <c:pt idx="104">
                  <c:v>47.4161966</c:v>
                </c:pt>
                <c:pt idx="105">
                  <c:v>56.81136512</c:v>
                </c:pt>
                <c:pt idx="106">
                  <c:v>30.35730361</c:v>
                </c:pt>
                <c:pt idx="107">
                  <c:v>30.35730361</c:v>
                </c:pt>
                <c:pt idx="108">
                  <c:v>30.35730361</c:v>
                </c:pt>
                <c:pt idx="109">
                  <c:v>18.83964465</c:v>
                </c:pt>
                <c:pt idx="110">
                  <c:v>24.14894454</c:v>
                </c:pt>
                <c:pt idx="111">
                  <c:v>24.14894454</c:v>
                </c:pt>
                <c:pt idx="112">
                  <c:v>56.81136512</c:v>
                </c:pt>
                <c:pt idx="113">
                  <c:v>47.4161966</c:v>
                </c:pt>
                <c:pt idx="114">
                  <c:v>24.14894454</c:v>
                </c:pt>
                <c:pt idx="115">
                  <c:v>24.14894454</c:v>
                </c:pt>
                <c:pt idx="116">
                  <c:v>24.14894454</c:v>
                </c:pt>
                <c:pt idx="117">
                  <c:v>35.59988682</c:v>
                </c:pt>
                <c:pt idx="118">
                  <c:v>18.83964465</c:v>
                </c:pt>
                <c:pt idx="119">
                  <c:v>30.35730361</c:v>
                </c:pt>
                <c:pt idx="120">
                  <c:v>47.4161966</c:v>
                </c:pt>
                <c:pt idx="121">
                  <c:v>47.4161966</c:v>
                </c:pt>
                <c:pt idx="122">
                  <c:v>35.59988682</c:v>
                </c:pt>
                <c:pt idx="123">
                  <c:v>56.81136512</c:v>
                </c:pt>
                <c:pt idx="124">
                  <c:v>24.14894454</c:v>
                </c:pt>
                <c:pt idx="125">
                  <c:v>24.14894454</c:v>
                </c:pt>
                <c:pt idx="126">
                  <c:v>47.4161966</c:v>
                </c:pt>
                <c:pt idx="127">
                  <c:v>18.83964465</c:v>
                </c:pt>
                <c:pt idx="128">
                  <c:v>24.14894454</c:v>
                </c:pt>
                <c:pt idx="129">
                  <c:v>18.83964465</c:v>
                </c:pt>
                <c:pt idx="130">
                  <c:v>30.35730361</c:v>
                </c:pt>
                <c:pt idx="131">
                  <c:v>18.83964465</c:v>
                </c:pt>
                <c:pt idx="132">
                  <c:v>35.59988682</c:v>
                </c:pt>
                <c:pt idx="133">
                  <c:v>47.4161966</c:v>
                </c:pt>
                <c:pt idx="134">
                  <c:v>30.35730361</c:v>
                </c:pt>
                <c:pt idx="135">
                  <c:v>24.14894454</c:v>
                </c:pt>
                <c:pt idx="136">
                  <c:v>18.83964465</c:v>
                </c:pt>
                <c:pt idx="137">
                  <c:v>56.81136512</c:v>
                </c:pt>
                <c:pt idx="138">
                  <c:v>53.66907276</c:v>
                </c:pt>
                <c:pt idx="139">
                  <c:v>47.4161966</c:v>
                </c:pt>
                <c:pt idx="140">
                  <c:v>47.4161966</c:v>
                </c:pt>
                <c:pt idx="141">
                  <c:v>30.35730361</c:v>
                </c:pt>
                <c:pt idx="142">
                  <c:v>56.81136512</c:v>
                </c:pt>
                <c:pt idx="143">
                  <c:v>56.81136512</c:v>
                </c:pt>
                <c:pt idx="144">
                  <c:v>56.81136512</c:v>
                </c:pt>
                <c:pt idx="145">
                  <c:v>56.81136512</c:v>
                </c:pt>
                <c:pt idx="146">
                  <c:v>30.35730361</c:v>
                </c:pt>
                <c:pt idx="147">
                  <c:v>56.81136512</c:v>
                </c:pt>
                <c:pt idx="148">
                  <c:v>56.81136512</c:v>
                </c:pt>
                <c:pt idx="149">
                  <c:v>35.59988682</c:v>
                </c:pt>
                <c:pt idx="150">
                  <c:v>53.66907276</c:v>
                </c:pt>
                <c:pt idx="151">
                  <c:v>30.35730361</c:v>
                </c:pt>
                <c:pt idx="152">
                  <c:v>18.83964465</c:v>
                </c:pt>
                <c:pt idx="153">
                  <c:v>24.14894454</c:v>
                </c:pt>
                <c:pt idx="154">
                  <c:v>56.81136512</c:v>
                </c:pt>
                <c:pt idx="155">
                  <c:v>35.59988682</c:v>
                </c:pt>
                <c:pt idx="156">
                  <c:v>47.4161966</c:v>
                </c:pt>
                <c:pt idx="157">
                  <c:v>18.83964465</c:v>
                </c:pt>
                <c:pt idx="158">
                  <c:v>24.14894454</c:v>
                </c:pt>
                <c:pt idx="159">
                  <c:v>53.66907276</c:v>
                </c:pt>
                <c:pt idx="160">
                  <c:v>35.59988682</c:v>
                </c:pt>
                <c:pt idx="161">
                  <c:v>24.14894454</c:v>
                </c:pt>
                <c:pt idx="162">
                  <c:v>56.81136512</c:v>
                </c:pt>
                <c:pt idx="163">
                  <c:v>56.81136512</c:v>
                </c:pt>
                <c:pt idx="164">
                  <c:v>30.35730361</c:v>
                </c:pt>
                <c:pt idx="165">
                  <c:v>56.81136512</c:v>
                </c:pt>
                <c:pt idx="166">
                  <c:v>51.39698962</c:v>
                </c:pt>
                <c:pt idx="167">
                  <c:v>56.81136512</c:v>
                </c:pt>
                <c:pt idx="168">
                  <c:v>47.4161966</c:v>
                </c:pt>
                <c:pt idx="169">
                  <c:v>24.14894454</c:v>
                </c:pt>
                <c:pt idx="170">
                  <c:v>30.35730361</c:v>
                </c:pt>
                <c:pt idx="171">
                  <c:v>35.59988682</c:v>
                </c:pt>
                <c:pt idx="172">
                  <c:v>30.35730361</c:v>
                </c:pt>
                <c:pt idx="173">
                  <c:v>24.14894454</c:v>
                </c:pt>
                <c:pt idx="174">
                  <c:v>30.35730361</c:v>
                </c:pt>
                <c:pt idx="175">
                  <c:v>53.66907276</c:v>
                </c:pt>
                <c:pt idx="176">
                  <c:v>18.83964465</c:v>
                </c:pt>
                <c:pt idx="177">
                  <c:v>56.81136512</c:v>
                </c:pt>
                <c:pt idx="178">
                  <c:v>47.4161966</c:v>
                </c:pt>
                <c:pt idx="179">
                  <c:v>30.35730361</c:v>
                </c:pt>
                <c:pt idx="180">
                  <c:v>56.81136512</c:v>
                </c:pt>
                <c:pt idx="181">
                  <c:v>47.4161966</c:v>
                </c:pt>
                <c:pt idx="182">
                  <c:v>47.4161966</c:v>
                </c:pt>
                <c:pt idx="183">
                  <c:v>47.4161966</c:v>
                </c:pt>
                <c:pt idx="184">
                  <c:v>56.81136512</c:v>
                </c:pt>
                <c:pt idx="185">
                  <c:v>56.81136512</c:v>
                </c:pt>
                <c:pt idx="186">
                  <c:v>24.14894454</c:v>
                </c:pt>
                <c:pt idx="187">
                  <c:v>18.83964465</c:v>
                </c:pt>
                <c:pt idx="188">
                  <c:v>35.59988682</c:v>
                </c:pt>
                <c:pt idx="189">
                  <c:v>30.35730361</c:v>
                </c:pt>
                <c:pt idx="190">
                  <c:v>56.81136512</c:v>
                </c:pt>
                <c:pt idx="191">
                  <c:v>18.83964465</c:v>
                </c:pt>
                <c:pt idx="192">
                  <c:v>47.4161966</c:v>
                </c:pt>
                <c:pt idx="193">
                  <c:v>24.14894454</c:v>
                </c:pt>
                <c:pt idx="194">
                  <c:v>47.4161966</c:v>
                </c:pt>
                <c:pt idx="195">
                  <c:v>30.35730361</c:v>
                </c:pt>
                <c:pt idx="196">
                  <c:v>24.14894454</c:v>
                </c:pt>
                <c:pt idx="197">
                  <c:v>24.14894454</c:v>
                </c:pt>
                <c:pt idx="198">
                  <c:v>56.81136512</c:v>
                </c:pt>
                <c:pt idx="199">
                  <c:v>47.4161966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Прогноз,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Истинное 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Исследовательский Университет </a:t>
            </a:r>
            <a:r>
              <a:t>«Высшая Школа Экономики»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Содержание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</a:t>
            </a:r>
          </a:p>
        </p:txBody>
      </p:sp>
      <p:sp>
        <p:nvSpPr>
          <p:cNvPr id="7" name="l07-1">
            <a:extLst xmlns:a="http://schemas.openxmlformats.org/drawingml/2006/main">
              <a:ext uri="{FF2B5EF4-FFF2-40B4-BE49-F238E27FC236}">
                <a16:creationId xmlns:a16="http://schemas.microsoft.com/office/drawing/2014/main" id="{ADA3A2F7-79BF-47EF-803E-5C4B795D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01</a:t>
            </a:r>
          </a:p>
        </p:txBody>
      </p:sp>
      <p:sp>
        <p:nvSpPr>
          <p:cNvPr id="8" name="l07-2">
            <a:extLst xmlns:a="http://schemas.openxmlformats.org/drawingml/2006/main">
              <a:ext uri="{FF2B5EF4-FFF2-40B4-BE49-F238E27FC236}">
                <a16:creationId xmlns:a16="http://schemas.microsoft.com/office/drawing/2014/main" id="{9AAF3CBD-CBBC-42C6-8F57-47C642B5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Устройство дерева</a:t>
            </a:r>
          </a:p>
        </p:txBody>
      </p:sp>
      <p:sp>
        <p:nvSpPr>
          <p:cNvPr id="9" name="l07-3">
            <a:extLst xmlns:a="http://schemas.openxmlformats.org/drawingml/2006/main">
              <a:ext uri="{FF2B5EF4-FFF2-40B4-BE49-F238E27FC236}">
                <a16:creationId xmlns:a16="http://schemas.microsoft.com/office/drawing/2014/main" id="{133BFFB2-914D-42AE-AC0C-C8A7150D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02</a:t>
            </a:r>
          </a:p>
        </p:txBody>
      </p:sp>
      <p:sp>
        <p:nvSpPr>
          <p:cNvPr id="10" name="l07-4">
            <a:extLst xmlns:a="http://schemas.openxmlformats.org/drawingml/2006/main">
              <a:ext uri="{FF2B5EF4-FFF2-40B4-BE49-F238E27FC236}">
                <a16:creationId xmlns:a16="http://schemas.microsoft.com/office/drawing/2014/main" id="{0E97759C-7C06-46E8-889E-BD2B2310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дерева</a:t>
            </a:r>
          </a:p>
        </p:txBody>
      </p:sp>
      <p:sp>
        <p:nvSpPr>
          <p:cNvPr id="11" name="l07-5">
            <a:extLst xmlns:a="http://schemas.openxmlformats.org/drawingml/2006/main">
              <a:ext uri="{FF2B5EF4-FFF2-40B4-BE49-F238E27FC236}">
                <a16:creationId xmlns:a16="http://schemas.microsoft.com/office/drawing/2014/main" id="{5BC03C43-C065-4EB5-AA40-5D4F917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03</a:t>
            </a:r>
          </a:p>
        </p:txBody>
      </p:sp>
      <p:sp>
        <p:nvSpPr>
          <p:cNvPr id="12" name="l07-6">
            <a:extLst xmlns:a="http://schemas.openxmlformats.org/drawingml/2006/main">
              <a:ext uri="{FF2B5EF4-FFF2-40B4-BE49-F238E27FC236}">
                <a16:creationId xmlns:a16="http://schemas.microsoft.com/office/drawing/2014/main" id="{7CFF3738-1EB7-41E4-8DCA-9B96D3D1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Критерии и выбор разбиения</a:t>
            </a:r>
          </a:p>
        </p:txBody>
      </p:sp>
      <p:sp>
        <p:nvSpPr>
          <p:cNvPr id="13" name="l07-7">
            <a:extLst xmlns:a="http://schemas.openxmlformats.org/drawingml/2006/main">
              <a:ext uri="{FF2B5EF4-FFF2-40B4-BE49-F238E27FC236}">
                <a16:creationId xmlns:a16="http://schemas.microsoft.com/office/drawing/2014/main" id="{50B822BE-275B-4876-A4BA-5013761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04</a:t>
            </a:r>
          </a:p>
        </p:txBody>
      </p:sp>
      <p:sp>
        <p:nvSpPr>
          <p:cNvPr id="14" name="l07-8">
            <a:extLst xmlns:a="http://schemas.openxmlformats.org/drawingml/2006/main">
              <a:ext uri="{FF2B5EF4-FFF2-40B4-BE49-F238E27FC236}">
                <a16:creationId xmlns:a16="http://schemas.microsoft.com/office/drawing/2014/main" id="{6F9A09D0-4322-4BCB-A012-29AB447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Глубина и переобучение</a:t>
            </a:r>
          </a:p>
        </p:txBody>
      </p:sp>
      <p:sp>
        <p:nvSpPr>
          <p:cNvPr id="15" name="l07-9">
            <a:extLst xmlns:a="http://schemas.openxmlformats.org/drawingml/2006/main">
              <a:ext uri="{FF2B5EF4-FFF2-40B4-BE49-F238E27FC236}">
                <a16:creationId xmlns:a16="http://schemas.microsoft.com/office/drawing/2014/main" id="{E40E3123-F77B-4C28-B66E-D04ABC7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05</a:t>
            </a:r>
          </a:p>
        </p:txBody>
      </p:sp>
      <p:sp>
        <p:nvSpPr>
          <p:cNvPr id="16" name="l07-10">
            <a:extLst xmlns:a="http://schemas.openxmlformats.org/drawingml/2006/main">
              <a:ext uri="{FF2B5EF4-FFF2-40B4-BE49-F238E27FC236}">
                <a16:creationId xmlns:a16="http://schemas.microsoft.com/office/drawing/2014/main" id="{7893028A-0110-4010-8BC9-5E0CD73C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Практические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33625" y="2838450"/>
            <a:ext cx="9286875" cy="8096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4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Устройство дерева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Устройство дерева</a:t>
            </a:r>
          </a:p>
        </p:txBody>
      </p:sp>
      <p:sp>
        <p:nvSpPr>
          <p:cNvPr id="7" name="l07-11">
            <a:extLst xmlns:a="http://schemas.openxmlformats.org/drawingml/2006/main">
              <a:ext uri="{FF2B5EF4-FFF2-40B4-BE49-F238E27FC236}">
                <a16:creationId xmlns:a16="http://schemas.microsoft.com/office/drawing/2014/main" id="{7AE2D1FF-E6BE-46B7-BD93-F31E34B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60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01</a:t>
            </a:r>
          </a:p>
        </p:txBody>
      </p:sp>
      <p:sp>
        <p:nvSpPr>
          <p:cNvPr id="8" name="l07-12">
            <a:extLst xmlns:a="http://schemas.openxmlformats.org/drawingml/2006/main">
              <a:ext uri="{FF2B5EF4-FFF2-40B4-BE49-F238E27FC236}">
                <a16:creationId xmlns:a16="http://schemas.microsoft.com/office/drawing/2014/main" id="{D98D7CDB-B6C4-4EAC-BD7D-D89F089E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0025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Предикаты, прогнозы в листьях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разбиение пространства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Решающее дерево на экзамене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Устройство дерева</a:t>
            </a:r>
          </a:p>
        </p:txBody>
      </p:sp>
      <p:sp>
        <p:nvSpPr>
          <p:cNvPr id="7" name="l07-13">
            <a:extLst xmlns:a="http://schemas.openxmlformats.org/drawingml/2006/main">
              <a:ext uri="{FF2B5EF4-FFF2-40B4-BE49-F238E27FC236}">
                <a16:creationId xmlns:a16="http://schemas.microsoft.com/office/drawing/2014/main" id="{FFC2EA9A-77A5-43BB-B392-5636BE28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Внутренние вершины содержат вопросы. Листья содержат прогнозы.</a:t>
            </a:r>
          </a:p>
        </p:txBody>
      </p:sp>
      <p:sp>
        <p:nvSpPr>
          <p:cNvPr id="8" name="l07-node-14">
            <a:extLst xmlns:a="http://schemas.openxmlformats.org/drawingml/2006/main">
              <a:ext uri="{FF2B5EF4-FFF2-40B4-BE49-F238E27FC236}">
                <a16:creationId xmlns:a16="http://schemas.microsoft.com/office/drawing/2014/main" id="{FE30DF30-4454-4AC5-92E0-FD55E96E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523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 линейного классификатора?</a:t>
            </a:r>
          </a:p>
        </p:txBody>
      </p:sp>
      <p:sp>
        <p:nvSpPr>
          <p:cNvPr id="9" name="l07-edge-15">
            <a:extLst xmlns:a="http://schemas.openxmlformats.org/drawingml/2006/main">
              <a:ext uri="{FF2B5EF4-FFF2-40B4-BE49-F238E27FC236}">
                <a16:creationId xmlns:a16="http://schemas.microsoft.com/office/drawing/2014/main" id="{CC094FFF-5E9E-4FB8-AB97-E310270D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57600"/>
            <a:ext cx="2886075" cy="514350"/>
          </a:xfrm>
          <a:custGeom xmlns:a="http://schemas.openxmlformats.org/drawingml/2006/main">
            <a:pathLst>
              <a:path w="2886075" h="514350">
                <a:moveTo>
                  <a:pt x="2886075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0" name="l07-edge-16">
            <a:extLst xmlns:a="http://schemas.openxmlformats.org/drawingml/2006/main">
              <a:ext uri="{FF2B5EF4-FFF2-40B4-BE49-F238E27FC236}">
                <a16:creationId xmlns:a16="http://schemas.microsoft.com/office/drawing/2014/main" id="{870D8946-3132-4B30-8918-6CF4CB6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2714625" cy="514350"/>
          </a:xfrm>
          <a:custGeom xmlns:a="http://schemas.openxmlformats.org/drawingml/2006/main">
            <a:pathLst>
              <a:path w="2714625" h="514350">
                <a:moveTo>
                  <a:pt x="0" y="0"/>
                </a:moveTo>
                <a:lnTo>
                  <a:pt x="27146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1" name="l07-17">
            <a:extLst xmlns:a="http://schemas.openxmlformats.org/drawingml/2006/main">
              <a:ext uri="{FF2B5EF4-FFF2-40B4-BE49-F238E27FC236}">
                <a16:creationId xmlns:a16="http://schemas.microsoft.com/office/drawing/2014/main" id="{2D506291-CDAF-4CBC-9B05-092E88CF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 ответил</a:t>
            </a:r>
          </a:p>
        </p:txBody>
      </p:sp>
      <p:sp>
        <p:nvSpPr>
          <p:cNvPr id="12" name="l07-18">
            <a:extLst xmlns:a="http://schemas.openxmlformats.org/drawingml/2006/main">
              <a:ext uri="{FF2B5EF4-FFF2-40B4-BE49-F238E27FC236}">
                <a16:creationId xmlns:a16="http://schemas.microsoft.com/office/drawing/2014/main" id="{AB949B85-73BE-4B83-A417-A685C7FD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Ответил</a:t>
            </a:r>
          </a:p>
        </p:txBody>
      </p:sp>
      <p:sp>
        <p:nvSpPr>
          <p:cNvPr id="13" name="l07-node-19">
            <a:extLst xmlns:a="http://schemas.openxmlformats.org/drawingml/2006/main">
              <a:ext uri="{FF2B5EF4-FFF2-40B4-BE49-F238E27FC236}">
                <a16:creationId xmlns:a16="http://schemas.microsoft.com/office/drawing/2014/main" id="{02906BFA-26E6-4A6B-ACE1-66EA1A2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719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Что такое F-мера?</a:t>
            </a:r>
          </a:p>
        </p:txBody>
      </p:sp>
      <p:sp>
        <p:nvSpPr>
          <p:cNvPr id="14" name="l07-node-20">
            <a:extLst xmlns:a="http://schemas.openxmlformats.org/drawingml/2006/main">
              <a:ext uri="{FF2B5EF4-FFF2-40B4-BE49-F238E27FC236}">
                <a16:creationId xmlns:a16="http://schemas.microsoft.com/office/drawing/2014/main" id="{49AF6484-59CA-4C39-932E-C5CB6C7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719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работает RMSProp?</a:t>
            </a:r>
          </a:p>
        </p:txBody>
      </p:sp>
      <p:sp>
        <p:nvSpPr>
          <p:cNvPr id="15" name="l07-edge-21">
            <a:extLst xmlns:a="http://schemas.openxmlformats.org/drawingml/2006/main">
              <a:ext uri="{FF2B5EF4-FFF2-40B4-BE49-F238E27FC236}">
                <a16:creationId xmlns:a16="http://schemas.microsoft.com/office/drawing/2014/main" id="{49766B4B-F54A-4321-8AE4-51ECB6F0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62500"/>
            <a:ext cx="1323975" cy="676275"/>
          </a:xfrm>
          <a:custGeom xmlns:a="http://schemas.openxmlformats.org/drawingml/2006/main">
            <a:pathLst>
              <a:path w="1323975" h="676275">
                <a:moveTo>
                  <a:pt x="1323975" y="0"/>
                </a:moveTo>
                <a:lnTo>
                  <a:pt x="0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6" name="l07-edge-22">
            <a:extLst xmlns:a="http://schemas.openxmlformats.org/drawingml/2006/main">
              <a:ext uri="{FF2B5EF4-FFF2-40B4-BE49-F238E27FC236}">
                <a16:creationId xmlns:a16="http://schemas.microsoft.com/office/drawing/2014/main" id="{A5961CBC-3DFD-4A9F-B06D-17761CA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62500"/>
            <a:ext cx="1362075" cy="676275"/>
          </a:xfrm>
          <a:custGeom xmlns:a="http://schemas.openxmlformats.org/drawingml/2006/main">
            <a:pathLst>
              <a:path w="1362075" h="676275">
                <a:moveTo>
                  <a:pt x="0" y="0"/>
                </a:moveTo>
                <a:lnTo>
                  <a:pt x="1362075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7" name="l07-23">
            <a:extLst xmlns:a="http://schemas.openxmlformats.org/drawingml/2006/main">
              <a:ext uri="{FF2B5EF4-FFF2-40B4-BE49-F238E27FC236}">
                <a16:creationId xmlns:a16="http://schemas.microsoft.com/office/drawing/2014/main" id="{D49D2EE5-CAF9-4CCD-8629-AC9F5D5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8291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18" name="l07-24">
            <a:extLst xmlns:a="http://schemas.openxmlformats.org/drawingml/2006/main">
              <a:ext uri="{FF2B5EF4-FFF2-40B4-BE49-F238E27FC236}">
                <a16:creationId xmlns:a16="http://schemas.microsoft.com/office/drawing/2014/main" id="{B9DCA2B6-39A6-4916-AAB5-E58AFD8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29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9" name="l07-edge-25">
            <a:extLst xmlns:a="http://schemas.openxmlformats.org/drawingml/2006/main">
              <a:ext uri="{FF2B5EF4-FFF2-40B4-BE49-F238E27FC236}">
                <a16:creationId xmlns:a16="http://schemas.microsoft.com/office/drawing/2014/main" id="{34875435-53B9-4A22-9F4D-00A1E33C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1343025" cy="676275"/>
          </a:xfrm>
          <a:custGeom xmlns:a="http://schemas.openxmlformats.org/drawingml/2006/main">
            <a:pathLst>
              <a:path w="1343025" h="676275">
                <a:moveTo>
                  <a:pt x="1343025" y="0"/>
                </a:moveTo>
                <a:lnTo>
                  <a:pt x="0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20" name="l07-edge-26">
            <a:extLst xmlns:a="http://schemas.openxmlformats.org/drawingml/2006/main">
              <a:ext uri="{FF2B5EF4-FFF2-40B4-BE49-F238E27FC236}">
                <a16:creationId xmlns:a16="http://schemas.microsoft.com/office/drawing/2014/main" id="{6183F999-AFF9-4FEF-B8D8-ED74480F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1343025" cy="676275"/>
          </a:xfrm>
          <a:custGeom xmlns:a="http://schemas.openxmlformats.org/drawingml/2006/main">
            <a:pathLst>
              <a:path w="1343025" h="676275">
                <a:moveTo>
                  <a:pt x="0" y="0"/>
                </a:moveTo>
                <a:lnTo>
                  <a:pt x="1343025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21" name="l07-27">
            <a:extLst xmlns:a="http://schemas.openxmlformats.org/drawingml/2006/main">
              <a:ext uri="{FF2B5EF4-FFF2-40B4-BE49-F238E27FC236}">
                <a16:creationId xmlns:a16="http://schemas.microsoft.com/office/drawing/2014/main" id="{84EC1A89-7386-47A5-95EB-F960833F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291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22" name="l07-28">
            <a:extLst xmlns:a="http://schemas.openxmlformats.org/drawingml/2006/main">
              <a:ext uri="{FF2B5EF4-FFF2-40B4-BE49-F238E27FC236}">
                <a16:creationId xmlns:a16="http://schemas.microsoft.com/office/drawing/2014/main" id="{3804E23E-2A66-4FBD-9866-8A467A31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29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23" name="l07-node-29">
            <a:extLst xmlns:a="http://schemas.openxmlformats.org/drawingml/2006/main">
              <a:ext uri="{FF2B5EF4-FFF2-40B4-BE49-F238E27FC236}">
                <a16:creationId xmlns:a16="http://schemas.microsoft.com/office/drawing/2014/main" id="{9D2AD78F-6C92-4133-8557-C15B6372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 балл</a:t>
            </a:r>
          </a:p>
        </p:txBody>
      </p:sp>
      <p:sp>
        <p:nvSpPr>
          <p:cNvPr id="24" name="l07-node-30">
            <a:extLst xmlns:a="http://schemas.openxmlformats.org/drawingml/2006/main">
              <a:ext uri="{FF2B5EF4-FFF2-40B4-BE49-F238E27FC236}">
                <a16:creationId xmlns:a16="http://schemas.microsoft.com/office/drawing/2014/main" id="{33B7EAD4-2B36-4027-A357-F7185A5A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387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 балла</a:t>
            </a:r>
          </a:p>
        </p:txBody>
      </p:sp>
      <p:sp>
        <p:nvSpPr>
          <p:cNvPr id="25" name="l07-node-31">
            <a:extLst xmlns:a="http://schemas.openxmlformats.org/drawingml/2006/main">
              <a:ext uri="{FF2B5EF4-FFF2-40B4-BE49-F238E27FC236}">
                <a16:creationId xmlns:a16="http://schemas.microsoft.com/office/drawing/2014/main" id="{0B8ADEBA-FED6-4AFC-9562-771C9DCF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387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6 баллов</a:t>
            </a:r>
          </a:p>
        </p:txBody>
      </p:sp>
      <p:sp>
        <p:nvSpPr>
          <p:cNvPr id="26" name="l07-node-32">
            <a:extLst xmlns:a="http://schemas.openxmlformats.org/drawingml/2006/main">
              <a:ext uri="{FF2B5EF4-FFF2-40B4-BE49-F238E27FC236}">
                <a16:creationId xmlns:a16="http://schemas.microsoft.com/office/drawing/2014/main" id="{BE60E108-5C16-454E-A631-33465071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4387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10 баллов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Какие бывают предикаты?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Устройство дерева</a:t>
            </a:r>
          </a:p>
        </p:txBody>
      </p:sp>
      <p:sp>
        <p:nvSpPr>
          <p:cNvPr id="7" name="l07-33">
            <a:extLst xmlns:a="http://schemas.openxmlformats.org/drawingml/2006/main">
              <a:ext uri="{FF2B5EF4-FFF2-40B4-BE49-F238E27FC236}">
                <a16:creationId xmlns:a16="http://schemas.microsoft.com/office/drawing/2014/main" id="{E7D5AB40-DCE5-4B00-91EA-45C2C09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Чаще всего сравниваем один признак с порогом: xⱼ &lt; t.</a:t>
            </a:r>
          </a:p>
        </p:txBody>
      </p:sp>
      <p:sp>
        <p:nvSpPr>
          <p:cNvPr id="8" name="l07-node-34">
            <a:extLst xmlns:a="http://schemas.openxmlformats.org/drawingml/2006/main">
              <a:ext uri="{FF2B5EF4-FFF2-40B4-BE49-F238E27FC236}">
                <a16:creationId xmlns:a16="http://schemas.microsoft.com/office/drawing/2014/main" id="{6C9A3B12-0A01-491F-8BD9-FDBC4470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x₂ &lt; 2?</a:t>
            </a:r>
          </a:p>
        </p:txBody>
      </p:sp>
      <p:sp>
        <p:nvSpPr>
          <p:cNvPr id="9" name="l07-edge-35">
            <a:extLst xmlns:a="http://schemas.openxmlformats.org/drawingml/2006/main">
              <a:ext uri="{FF2B5EF4-FFF2-40B4-BE49-F238E27FC236}">
                <a16:creationId xmlns:a16="http://schemas.microsoft.com/office/drawing/2014/main" id="{6C5836E7-E4A2-4D0F-B162-CE5C555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90950"/>
            <a:ext cx="1038225" cy="552450"/>
          </a:xfrm>
          <a:custGeom xmlns:a="http://schemas.openxmlformats.org/drawingml/2006/main">
            <a:pathLst>
              <a:path w="1038225" h="552450">
                <a:moveTo>
                  <a:pt x="1038225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0" name="l07-edge-36">
            <a:extLst xmlns:a="http://schemas.openxmlformats.org/drawingml/2006/main">
              <a:ext uri="{FF2B5EF4-FFF2-40B4-BE49-F238E27FC236}">
                <a16:creationId xmlns:a16="http://schemas.microsoft.com/office/drawing/2014/main" id="{DE2CA161-EC3D-48B8-9CCE-6F05D8C5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1447800" cy="552450"/>
          </a:xfrm>
          <a:custGeom xmlns:a="http://schemas.openxmlformats.org/drawingml/2006/main">
            <a:pathLst>
              <a:path w="1447800" h="552450">
                <a:moveTo>
                  <a:pt x="0" y="0"/>
                </a:moveTo>
                <a:lnTo>
                  <a:pt x="144780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1" name="l07-37">
            <a:extLst xmlns:a="http://schemas.openxmlformats.org/drawingml/2006/main">
              <a:ext uri="{FF2B5EF4-FFF2-40B4-BE49-F238E27FC236}">
                <a16:creationId xmlns:a16="http://schemas.microsoft.com/office/drawing/2014/main" id="{B75BCCE5-CFB5-4FFC-B30D-5051F9F8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2" name="l07-38">
            <a:extLst xmlns:a="http://schemas.openxmlformats.org/drawingml/2006/main">
              <a:ext uri="{FF2B5EF4-FFF2-40B4-BE49-F238E27FC236}">
                <a16:creationId xmlns:a16="http://schemas.microsoft.com/office/drawing/2014/main" id="{F5C731DE-974A-49FE-93DB-E6984CD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004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13" name="l07-node-39">
            <a:extLst xmlns:a="http://schemas.openxmlformats.org/drawingml/2006/main">
              <a:ext uri="{FF2B5EF4-FFF2-40B4-BE49-F238E27FC236}">
                <a16:creationId xmlns:a16="http://schemas.microsoft.com/office/drawing/2014/main" id="{3F77FEC8-12ED-4C82-8D82-56FCC799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x₁ &lt; −1?</a:t>
            </a:r>
          </a:p>
        </p:txBody>
      </p:sp>
      <p:sp>
        <p:nvSpPr>
          <p:cNvPr id="14" name="l07-node-40">
            <a:extLst xmlns:a="http://schemas.openxmlformats.org/drawingml/2006/main">
              <a:ext uri="{FF2B5EF4-FFF2-40B4-BE49-F238E27FC236}">
                <a16:creationId xmlns:a16="http://schemas.microsoft.com/office/drawing/2014/main" id="{EF4C185E-B03F-4693-9427-181D2C1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434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Лист A</a:t>
            </a:r>
          </a:p>
        </p:txBody>
      </p:sp>
      <p:sp>
        <p:nvSpPr>
          <p:cNvPr id="15" name="l07-edge-41">
            <a:extLst xmlns:a="http://schemas.openxmlformats.org/drawingml/2006/main">
              <a:ext uri="{FF2B5EF4-FFF2-40B4-BE49-F238E27FC236}">
                <a16:creationId xmlns:a16="http://schemas.microsoft.com/office/drawing/2014/main" id="{48670114-759E-4337-870B-8B47E52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571500" cy="542925"/>
          </a:xfrm>
          <a:custGeom xmlns:a="http://schemas.openxmlformats.org/drawingml/2006/main">
            <a:pathLst>
              <a:path w="571500" h="542925">
                <a:moveTo>
                  <a:pt x="571500" y="0"/>
                </a:moveTo>
                <a:lnTo>
                  <a:pt x="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6" name="l07-edge-42">
            <a:extLst xmlns:a="http://schemas.openxmlformats.org/drawingml/2006/main">
              <a:ext uri="{FF2B5EF4-FFF2-40B4-BE49-F238E27FC236}">
                <a16:creationId xmlns:a16="http://schemas.microsoft.com/office/drawing/2014/main" id="{A90590CB-75E7-4F3A-B6B8-A9C0CC9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33950"/>
            <a:ext cx="1066800" cy="542925"/>
          </a:xfrm>
          <a:custGeom xmlns:a="http://schemas.openxmlformats.org/drawingml/2006/main">
            <a:pathLst>
              <a:path w="1066800" h="542925">
                <a:moveTo>
                  <a:pt x="0" y="0"/>
                </a:moveTo>
                <a:lnTo>
                  <a:pt x="106680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7" name="l07-43">
            <a:extLst xmlns:a="http://schemas.openxmlformats.org/drawingml/2006/main">
              <a:ext uri="{FF2B5EF4-FFF2-40B4-BE49-F238E27FC236}">
                <a16:creationId xmlns:a16="http://schemas.microsoft.com/office/drawing/2014/main" id="{434F4155-C7C6-41BF-8044-2051947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91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8" name="l07-44">
            <a:extLst xmlns:a="http://schemas.openxmlformats.org/drawingml/2006/main">
              <a:ext uri="{FF2B5EF4-FFF2-40B4-BE49-F238E27FC236}">
                <a16:creationId xmlns:a16="http://schemas.microsoft.com/office/drawing/2014/main" id="{650220F9-FC4C-4CF2-81DD-956E11B0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9110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19" name="l07-node-45">
            <a:extLst xmlns:a="http://schemas.openxmlformats.org/drawingml/2006/main">
              <a:ext uri="{FF2B5EF4-FFF2-40B4-BE49-F238E27FC236}">
                <a16:creationId xmlns:a16="http://schemas.microsoft.com/office/drawing/2014/main" id="{F9BD5890-B4D6-4B68-A8C8-B70B206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Лист B</a:t>
            </a:r>
          </a:p>
        </p:txBody>
      </p:sp>
      <p:sp>
        <p:nvSpPr>
          <p:cNvPr id="20" name="l07-node-46">
            <a:extLst xmlns:a="http://schemas.openxmlformats.org/drawingml/2006/main">
              <a:ext uri="{FF2B5EF4-FFF2-40B4-BE49-F238E27FC236}">
                <a16:creationId xmlns:a16="http://schemas.microsoft.com/office/drawing/2014/main" id="{19E1B768-69BD-4DF4-B003-0E054E9A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76875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Лист C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07B22291-FB2D-48DC-9BF5-5AF755FAFB6A}"/>
              </a:ext>
            </a:extLst>
          </p:cNvPr>
          <p:cNvGraphicFramePr/>
          <p:nvPr/>
        </p:nvGraphicFramePr>
        <p:xfrm>
          <a:off xmlns:a="http://schemas.openxmlformats.org/drawingml/2006/main" x="6096000" y="2838450"/>
          <a:ext xmlns:a="http://schemas.openxmlformats.org/drawingml/2006/main" cx="5334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59a773777b4a4b"/>
          </a:graphicData>
        </a:graphic>
      </p:graphicFrame>
      <p:sp>
        <p:nvSpPr>
          <p:cNvPr id="22" name="l07-47">
            <a:extLst xmlns:a="http://schemas.openxmlformats.org/drawingml/2006/main">
              <a:ext uri="{FF2B5EF4-FFF2-40B4-BE49-F238E27FC236}">
                <a16:creationId xmlns:a16="http://schemas.microsoft.com/office/drawing/2014/main" id="{A5CEB1B5-D0E7-4021-A77C-9A00E71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3" name="l07-48">
            <a:extLst xmlns:a="http://schemas.openxmlformats.org/drawingml/2006/main">
              <a:ext uri="{FF2B5EF4-FFF2-40B4-BE49-F238E27FC236}">
                <a16:creationId xmlns:a16="http://schemas.microsoft.com/office/drawing/2014/main" id="{DD7FF20A-657E-4FD3-8451-D4B4D95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529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24" name="l07-49">
            <a:extLst xmlns:a="http://schemas.openxmlformats.org/drawingml/2006/main">
              <a:ext uri="{FF2B5EF4-FFF2-40B4-BE49-F238E27FC236}">
                <a16:creationId xmlns:a16="http://schemas.microsoft.com/office/drawing/2014/main" id="{ECAF12C1-2DB8-466E-A2F8-72A7188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529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C</a:t>
            </a:r>
          </a:p>
        </p:txBody>
      </p:sp>
      <p:sp>
        <p:nvSpPr>
          <p:cNvPr id="25" name="l07-50">
            <a:extLst xmlns:a="http://schemas.openxmlformats.org/drawingml/2006/main">
              <a:ext uri="{FF2B5EF4-FFF2-40B4-BE49-F238E27FC236}">
                <a16:creationId xmlns:a16="http://schemas.microsoft.com/office/drawing/2014/main" id="{55540516-55C6-4022-B9D5-67A96F10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Возможны и другие условия: линейная комбинация признаков, расстояние до точки.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33625" y="2838450"/>
            <a:ext cx="9286875" cy="8096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4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дерева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Обучение дерева</a:t>
            </a:r>
          </a:p>
        </p:txBody>
      </p:sp>
      <p:sp>
        <p:nvSpPr>
          <p:cNvPr id="7" name="l07-51">
            <a:extLst xmlns:a="http://schemas.openxmlformats.org/drawingml/2006/main">
              <a:ext uri="{FF2B5EF4-FFF2-40B4-BE49-F238E27FC236}">
                <a16:creationId xmlns:a16="http://schemas.microsoft.com/office/drawing/2014/main" id="{7C78EAE8-2327-4828-A5D1-C3244A55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60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02</a:t>
            </a:r>
          </a:p>
        </p:txBody>
      </p:sp>
      <p:sp>
        <p:nvSpPr>
          <p:cNvPr id="8" name="l07-52">
            <a:extLst xmlns:a="http://schemas.openxmlformats.org/drawingml/2006/main">
              <a:ext uri="{FF2B5EF4-FFF2-40B4-BE49-F238E27FC236}">
                <a16:creationId xmlns:a16="http://schemas.microsoft.com/office/drawing/2014/main" id="{436EBCD9-DDFE-42B7-A4F5-58F7085F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0025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Жадное построение, условия остановки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выбор прогноза в листе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строится дерево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Обучение дерева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93899F2-514B-40EE-B132-2127CB8EF3C4}"/>
              </a:ext>
            </a:extLst>
          </p:cNvPr>
          <p:cNvGraphicFramePr/>
          <p:nvPr/>
        </p:nvGraphicFramePr>
        <p:xfrm>
          <a:off xmlns:a="http://schemas.openxmlformats.org/drawingml/2006/main" x="590550" y="2695575"/>
          <a:ext xmlns:a="http://schemas.openxmlformats.org/drawingml/2006/main" cx="6429375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3205ace0644ba2"/>
          </a:graphicData>
        </a:graphic>
      </p:graphicFrame>
      <p:sp>
        <p:nvSpPr>
          <p:cNvPr id="8" name="l07-53">
            <a:extLst xmlns:a="http://schemas.openxmlformats.org/drawingml/2006/main">
              <a:ext uri="{FF2B5EF4-FFF2-40B4-BE49-F238E27FC236}">
                <a16:creationId xmlns:a16="http://schemas.microsoft.com/office/drawing/2014/main" id="{E5490420-589A-497C-9753-4B0FD590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642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Учебная выборка: 10 объектов</a:t>
            </a:r>
          </a:p>
        </p:txBody>
      </p:sp>
      <p:sp>
        <p:nvSpPr>
          <p:cNvPr id="9" name="l07-54">
            <a:extLst xmlns:a="http://schemas.openxmlformats.org/drawingml/2006/main">
              <a:ext uri="{FF2B5EF4-FFF2-40B4-BE49-F238E27FC236}">
                <a16:creationId xmlns:a16="http://schemas.microsoft.com/office/drawing/2014/main" id="{5B55F8A7-A389-4AB2-910D-AE644EF7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00300"/>
            <a:ext cx="4124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1. Перебираем условия</a:t>
            </a:r>
          </a:p>
        </p:txBody>
      </p:sp>
      <p:sp>
        <p:nvSpPr>
          <p:cNvPr id="10" name="l07-55">
            <a:extLst xmlns:a="http://schemas.openxmlformats.org/drawingml/2006/main">
              <a:ext uri="{FF2B5EF4-FFF2-40B4-BE49-F238E27FC236}">
                <a16:creationId xmlns:a16="http://schemas.microsoft.com/office/drawing/2014/main" id="{B06F9B6F-1B69-4265-B389-2583FBA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43225"/>
            <a:ext cx="41243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Оцениваем, как каждое условие разделяет классы.</a:t>
            </a:r>
          </a:p>
        </p:txBody>
      </p:sp>
      <p:sp>
        <p:nvSpPr>
          <p:cNvPr id="11" name="l07-56">
            <a:extLst xmlns:a="http://schemas.openxmlformats.org/drawingml/2006/main">
              <a:ext uri="{FF2B5EF4-FFF2-40B4-BE49-F238E27FC236}">
                <a16:creationId xmlns:a16="http://schemas.microsoft.com/office/drawing/2014/main" id="{EEEDE02C-304A-436A-B621-3EE91122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048125"/>
            <a:ext cx="4124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2. Выбираем лучшее</a:t>
            </a:r>
          </a:p>
        </p:txBody>
      </p:sp>
      <p:sp>
        <p:nvSpPr>
          <p:cNvPr id="12" name="l07-57">
            <a:extLst xmlns:a="http://schemas.openxmlformats.org/drawingml/2006/main">
              <a:ext uri="{FF2B5EF4-FFF2-40B4-BE49-F238E27FC236}">
                <a16:creationId xmlns:a16="http://schemas.microsoft.com/office/drawing/2014/main" id="{4F40636F-258B-43D0-92CE-866EBFB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91050"/>
            <a:ext cx="41243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Фиксируем разбиение и повторяем поиск в потомках.</a:t>
            </a:r>
          </a:p>
        </p:txBody>
      </p:sp>
      <p:sp>
        <p:nvSpPr>
          <p:cNvPr id="13" name="l07-58">
            <a:extLst xmlns:a="http://schemas.openxmlformats.org/drawingml/2006/main">
              <a:ext uri="{FF2B5EF4-FFF2-40B4-BE49-F238E27FC236}">
                <a16:creationId xmlns:a16="http://schemas.microsoft.com/office/drawing/2014/main" id="{0A65CD80-E65A-43C4-BC4E-D84214C7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743575"/>
            <a:ext cx="41243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Алгоритм жадный: готовые верхние разбиения не пересматриваем.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Когда останавливать дерево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Обучение дерева</a:t>
            </a:r>
          </a:p>
        </p:txBody>
      </p:sp>
      <p:sp>
        <p:nvSpPr>
          <p:cNvPr id="7" name="l07-node-59">
            <a:extLst xmlns:a="http://schemas.openxmlformats.org/drawingml/2006/main">
              <a:ext uri="{FF2B5EF4-FFF2-40B4-BE49-F238E27FC236}">
                <a16:creationId xmlns:a16="http://schemas.microsoft.com/office/drawing/2014/main" id="{F5236814-059B-4C2C-B420-7298C387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&lt; 3 км?</a:t>
            </a:r>
          </a:p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6 A, 4 B</a:t>
            </a:r>
          </a:p>
        </p:txBody>
      </p:sp>
      <p:sp>
        <p:nvSpPr>
          <p:cNvPr id="8" name="l07-edge-60">
            <a:extLst xmlns:a="http://schemas.openxmlformats.org/drawingml/2006/main">
              <a:ext uri="{FF2B5EF4-FFF2-40B4-BE49-F238E27FC236}">
                <a16:creationId xmlns:a16="http://schemas.microsoft.com/office/drawing/2014/main" id="{62ACC28A-1E9F-4A0F-9368-C9533FC8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09925"/>
            <a:ext cx="2247900" cy="733425"/>
          </a:xfrm>
          <a:custGeom xmlns:a="http://schemas.openxmlformats.org/drawingml/2006/main">
            <a:pathLst>
              <a:path w="2247900" h="733425">
                <a:moveTo>
                  <a:pt x="224790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9" name="l07-edge-61">
            <a:extLst xmlns:a="http://schemas.openxmlformats.org/drawingml/2006/main">
              <a:ext uri="{FF2B5EF4-FFF2-40B4-BE49-F238E27FC236}">
                <a16:creationId xmlns:a16="http://schemas.microsoft.com/office/drawing/2014/main" id="{328210BD-1FD8-4DDF-B091-6BCBAD5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09925"/>
            <a:ext cx="800100" cy="733425"/>
          </a:xfrm>
          <a:custGeom xmlns:a="http://schemas.openxmlformats.org/drawingml/2006/main">
            <a:pathLst>
              <a:path w="800100" h="733425">
                <a:moveTo>
                  <a:pt x="0" y="0"/>
                </a:moveTo>
                <a:lnTo>
                  <a:pt x="80010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0" name="l07-62">
            <a:extLst xmlns:a="http://schemas.openxmlformats.org/drawingml/2006/main">
              <a:ext uri="{FF2B5EF4-FFF2-40B4-BE49-F238E27FC236}">
                <a16:creationId xmlns:a16="http://schemas.microsoft.com/office/drawing/2014/main" id="{F687B933-01AB-434B-8335-4FCF8882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48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1" name="l07-63">
            <a:extLst xmlns:a="http://schemas.openxmlformats.org/drawingml/2006/main">
              <a:ext uri="{FF2B5EF4-FFF2-40B4-BE49-F238E27FC236}">
                <a16:creationId xmlns:a16="http://schemas.microsoft.com/office/drawing/2014/main" id="{FE746F4A-B312-4409-BD68-41C13E5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48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12" name="l07-node-64">
            <a:extLst xmlns:a="http://schemas.openxmlformats.org/drawingml/2006/main">
              <a:ext uri="{FF2B5EF4-FFF2-40B4-BE49-F238E27FC236}">
                <a16:creationId xmlns:a16="http://schemas.microsoft.com/office/drawing/2014/main" id="{7C76A2CA-CBD5-451A-8CE1-AD996031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 A</a:t>
            </a:r>
          </a:p>
        </p:txBody>
      </p:sp>
      <p:sp>
        <p:nvSpPr>
          <p:cNvPr id="13" name="l07-node-65">
            <a:extLst xmlns:a="http://schemas.openxmlformats.org/drawingml/2006/main">
              <a:ext uri="{FF2B5EF4-FFF2-40B4-BE49-F238E27FC236}">
                <a16:creationId xmlns:a16="http://schemas.microsoft.com/office/drawing/2014/main" id="{F539756B-5AEA-4B5B-BCB2-3BE1F70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Заказов &lt; 2?</a:t>
            </a:r>
          </a:p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 A, 4 B</a:t>
            </a:r>
          </a:p>
        </p:txBody>
      </p:sp>
      <p:sp>
        <p:nvSpPr>
          <p:cNvPr id="14" name="l07-edge-66">
            <a:extLst xmlns:a="http://schemas.openxmlformats.org/drawingml/2006/main">
              <a:ext uri="{FF2B5EF4-FFF2-40B4-BE49-F238E27FC236}">
                <a16:creationId xmlns:a16="http://schemas.microsoft.com/office/drawing/2014/main" id="{E305E03C-B395-413F-917D-A535C119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904875" cy="704850"/>
          </a:xfrm>
          <a:custGeom xmlns:a="http://schemas.openxmlformats.org/drawingml/2006/main">
            <a:pathLst>
              <a:path w="904875" h="704850">
                <a:moveTo>
                  <a:pt x="904875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A"/>
            </a:solidFill>
          </a:ln>
        </p:spPr>
      </p:sp>
      <p:sp>
        <p:nvSpPr>
          <p:cNvPr id="15" name="l07-edge-67">
            <a:extLst xmlns:a="http://schemas.openxmlformats.org/drawingml/2006/main">
              <a:ext uri="{FF2B5EF4-FFF2-40B4-BE49-F238E27FC236}">
                <a16:creationId xmlns:a16="http://schemas.microsoft.com/office/drawing/2014/main" id="{169619BB-B747-4845-8797-17812D7C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24400"/>
            <a:ext cx="1571625" cy="704850"/>
          </a:xfrm>
          <a:custGeom xmlns:a="http://schemas.openxmlformats.org/drawingml/2006/main">
            <a:pathLst>
              <a:path w="1571625" h="704850">
                <a:moveTo>
                  <a:pt x="0" y="0"/>
                </a:moveTo>
                <a:lnTo>
                  <a:pt x="1571625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A"/>
            </a:solidFill>
          </a:ln>
        </p:spPr>
      </p:sp>
      <p:sp>
        <p:nvSpPr>
          <p:cNvPr id="16" name="l07-node-68">
            <a:extLst xmlns:a="http://schemas.openxmlformats.org/drawingml/2006/main">
              <a:ext uri="{FF2B5EF4-FFF2-40B4-BE49-F238E27FC236}">
                <a16:creationId xmlns:a16="http://schemas.microsoft.com/office/drawing/2014/main" id="{9CD71DE8-EF35-49AF-ADA8-3A18C55D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28575">
            <a:solidFill>
              <a:srgbClr val="EB681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 A</a:t>
            </a:r>
          </a:p>
        </p:txBody>
      </p:sp>
      <p:sp>
        <p:nvSpPr>
          <p:cNvPr id="17" name="l07-node-69">
            <a:extLst xmlns:a="http://schemas.openxmlformats.org/drawingml/2006/main">
              <a:ext uri="{FF2B5EF4-FFF2-40B4-BE49-F238E27FC236}">
                <a16:creationId xmlns:a16="http://schemas.microsoft.com/office/drawing/2014/main" id="{D6FBBD03-7517-47DF-B39C-593F0A9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 B</a:t>
            </a:r>
          </a:p>
        </p:txBody>
      </p:sp>
      <p:sp>
        <p:nvSpPr>
          <p:cNvPr id="18" name="l07-70">
            <a:extLst xmlns:a="http://schemas.openxmlformats.org/drawingml/2006/main">
              <a:ext uri="{FF2B5EF4-FFF2-40B4-BE49-F238E27FC236}">
                <a16:creationId xmlns:a16="http://schemas.microsoft.com/office/drawing/2014/main" id="{B8476C0D-9C16-4843-9DD8-789DB007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9" name="l07-71">
            <a:extLst xmlns:a="http://schemas.openxmlformats.org/drawingml/2006/main">
              <a:ext uri="{FF2B5EF4-FFF2-40B4-BE49-F238E27FC236}">
                <a16:creationId xmlns:a16="http://schemas.microsoft.com/office/drawing/2014/main" id="{53CB99A1-F27E-4089-AA87-50C4548F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20" name="l07-72">
            <a:extLst xmlns:a="http://schemas.openxmlformats.org/drawingml/2006/main">
              <a:ext uri="{FF2B5EF4-FFF2-40B4-BE49-F238E27FC236}">
                <a16:creationId xmlns:a16="http://schemas.microsoft.com/office/drawing/2014/main" id="{AD0463AF-F551-4EAF-8566-8D895B57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24125"/>
            <a:ext cx="4114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max_depth = 1</a:t>
            </a:r>
          </a:p>
        </p:txBody>
      </p:sp>
      <p:sp>
        <p:nvSpPr>
          <p:cNvPr id="21" name="l07-73">
            <a:extLst xmlns:a="http://schemas.openxmlformats.org/drawingml/2006/main">
              <a:ext uri="{FF2B5EF4-FFF2-40B4-BE49-F238E27FC236}">
                <a16:creationId xmlns:a16="http://schemas.microsoft.com/office/drawing/2014/main" id="{2BE92EF0-4DF2-42C0-96D6-64A534BC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33725"/>
            <a:ext cx="4114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Останавливаемся после первого разбиения. Оба потомка становятся листьями.</a:t>
            </a:r>
          </a:p>
        </p:txBody>
      </p:sp>
      <p:sp>
        <p:nvSpPr>
          <p:cNvPr id="22" name="l07-74">
            <a:extLst xmlns:a="http://schemas.openxmlformats.org/drawingml/2006/main">
              <a:ext uri="{FF2B5EF4-FFF2-40B4-BE49-F238E27FC236}">
                <a16:creationId xmlns:a16="http://schemas.microsoft.com/office/drawing/2014/main" id="{EFFC20A8-EAC4-4747-8003-DECDDAD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48200"/>
            <a:ext cx="4114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min_samples_leaf = 3</a:t>
            </a:r>
          </a:p>
        </p:txBody>
      </p:sp>
      <p:sp>
        <p:nvSpPr>
          <p:cNvPr id="23" name="l07-75">
            <a:extLst xmlns:a="http://schemas.openxmlformats.org/drawingml/2006/main">
              <a:ext uri="{FF2B5EF4-FFF2-40B4-BE49-F238E27FC236}">
                <a16:creationId xmlns:a16="http://schemas.microsoft.com/office/drawing/2014/main" id="{B7DAD088-05C6-4898-BAB7-11FEEB4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57800"/>
            <a:ext cx="4114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Разбиение 4 / 6 допустимо.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Разбиение 2 / 4 запрещено: один лист слишком мал.</a:t>
            </a:r>
          </a:p>
        </p:txBody>
      </p:sp>
      <p:sp>
        <p:nvSpPr>
          <p:cNvPr id="24" name="l07-76">
            <a:extLst xmlns:a="http://schemas.openxmlformats.org/drawingml/2006/main">
              <a:ext uri="{FF2B5EF4-FFF2-40B4-BE49-F238E27FC236}">
                <a16:creationId xmlns:a16="http://schemas.microsoft.com/office/drawing/2014/main" id="{1F3482A0-2D1E-4BE8-BC1F-55E94D1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Значения ограничений подбираем по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Какой прогноз записать в листе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Обучение дерева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0B266-4B53-4CFD-9EFC-3AFD447EAEAF}"/>
              </a:ext>
            </a:extLst>
          </p:cNvPr>
          <p:cNvGraphicFramePr/>
          <p:nvPr/>
        </p:nvGraphicFramePr>
        <p:xfrm>
          <a:off xmlns:a="http://schemas.openxmlformats.org/drawingml/2006/main" x="590550" y="2552700"/>
          <a:ext xmlns:a="http://schemas.openxmlformats.org/drawingml/2006/main" cx="1102995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05125"/>
                <a:gridCol w="2667000"/>
                <a:gridCol w="5457825"/>
              </a:tblGrid>
              <a:tr h="738188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 ответов в листе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</a:tr>
              <a:tr h="738188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Регрессия с MSE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Среднее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20, 22, 24 → прогноз 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  <a:tr h="738188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Классификация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Самый частый класс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 из 7 объектов класса A → класс 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Вероятности классов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Доли классов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 из 7 объектов класса A → 4/7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l07-77">
            <a:extLst xmlns:a="http://schemas.openxmlformats.org/drawingml/2006/main">
              <a:ext uri="{FF2B5EF4-FFF2-40B4-BE49-F238E27FC236}">
                <a16:creationId xmlns:a16="http://schemas.microsoft.com/office/drawing/2014/main" id="{8113F834-7810-4742-8D71-7764C751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29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 зависит от функции потерь. Для MAE в регрессии берём медиану.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33625" y="2838450"/>
            <a:ext cx="9286875" cy="8096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4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Критерии и выбор разбиения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78">
            <a:extLst xmlns:a="http://schemas.openxmlformats.org/drawingml/2006/main">
              <a:ext uri="{FF2B5EF4-FFF2-40B4-BE49-F238E27FC236}">
                <a16:creationId xmlns:a16="http://schemas.microsoft.com/office/drawing/2014/main" id="{1798DB8E-845A-4BAE-B815-7F270162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60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03</a:t>
            </a:r>
          </a:p>
        </p:txBody>
      </p:sp>
      <p:sp>
        <p:nvSpPr>
          <p:cNvPr id="8" name="l07-79">
            <a:extLst xmlns:a="http://schemas.openxmlformats.org/drawingml/2006/main">
              <a:ext uri="{FF2B5EF4-FFF2-40B4-BE49-F238E27FC236}">
                <a16:creationId xmlns:a16="http://schemas.microsoft.com/office/drawing/2014/main" id="{52F4BB29-5AA9-4AB8-BA3A-A092897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0025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MSE, доля ошибок, Джини и энтропия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Взвешенный выигрыш и перебор порогов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Неоднородность объектов в вершине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80">
            <a:extLst xmlns:a="http://schemas.openxmlformats.org/drawingml/2006/main">
              <a:ext uri="{FF2B5EF4-FFF2-40B4-BE49-F238E27FC236}">
                <a16:creationId xmlns:a16="http://schemas.microsoft.com/office/drawing/2014/main" id="{96C22F2C-5DE0-4D2D-8C38-58AB09E8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H(R) характеризует состав ответов в группе объектов R.</a:t>
            </a:r>
          </a:p>
        </p:txBody>
      </p:sp>
      <p:sp>
        <p:nvSpPr>
          <p:cNvPr id="8" name="l07-81">
            <a:extLst xmlns:a="http://schemas.openxmlformats.org/drawingml/2006/main">
              <a:ext uri="{FF2B5EF4-FFF2-40B4-BE49-F238E27FC236}">
                <a16:creationId xmlns:a16="http://schemas.microsoft.com/office/drawing/2014/main" id="{112D7074-5F01-4C3C-A104-5C04B3F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5067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Классы поровну</a:t>
            </a:r>
          </a:p>
        </p:txBody>
      </p:sp>
      <p:sp>
        <p:nvSpPr>
          <p:cNvPr id="9" name="l07-class-82">
            <a:extLst xmlns:a="http://schemas.openxmlformats.org/drawingml/2006/main">
              <a:ext uri="{FF2B5EF4-FFF2-40B4-BE49-F238E27FC236}">
                <a16:creationId xmlns:a16="http://schemas.microsoft.com/office/drawing/2014/main" id="{5C21DC74-9D04-441F-AC5B-3D16DCFA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10" name="l07-class-83">
            <a:extLst xmlns:a="http://schemas.openxmlformats.org/drawingml/2006/main">
              <a:ext uri="{FF2B5EF4-FFF2-40B4-BE49-F238E27FC236}">
                <a16:creationId xmlns:a16="http://schemas.microsoft.com/office/drawing/2014/main" id="{9073BED1-F9ED-4515-A9A3-6147857E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11" name="l07-class-84">
            <a:extLst xmlns:a="http://schemas.openxmlformats.org/drawingml/2006/main">
              <a:ext uri="{FF2B5EF4-FFF2-40B4-BE49-F238E27FC236}">
                <a16:creationId xmlns:a16="http://schemas.microsoft.com/office/drawing/2014/main" id="{5A0378A3-5E6A-4F50-AF27-7C5EBF2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12" name="l07-class-85">
            <a:extLst xmlns:a="http://schemas.openxmlformats.org/drawingml/2006/main">
              <a:ext uri="{FF2B5EF4-FFF2-40B4-BE49-F238E27FC236}">
                <a16:creationId xmlns:a16="http://schemas.microsoft.com/office/drawing/2014/main" id="{B9637CEF-5225-4654-983B-F170A164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13" name="l07-class-86">
            <a:extLst xmlns:a="http://schemas.openxmlformats.org/drawingml/2006/main">
              <a:ext uri="{FF2B5EF4-FFF2-40B4-BE49-F238E27FC236}">
                <a16:creationId xmlns:a16="http://schemas.microsoft.com/office/drawing/2014/main" id="{0B008F5A-155A-407C-8C4F-1FED56D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14" name="l07-class-87">
            <a:extLst xmlns:a="http://schemas.openxmlformats.org/drawingml/2006/main">
              <a:ext uri="{FF2B5EF4-FFF2-40B4-BE49-F238E27FC236}">
                <a16:creationId xmlns:a16="http://schemas.microsoft.com/office/drawing/2014/main" id="{E062DD5F-F65E-4B22-95BF-A184374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15" name="l07-class-88">
            <a:extLst xmlns:a="http://schemas.openxmlformats.org/drawingml/2006/main">
              <a:ext uri="{FF2B5EF4-FFF2-40B4-BE49-F238E27FC236}">
                <a16:creationId xmlns:a16="http://schemas.microsoft.com/office/drawing/2014/main" id="{F8349F46-7499-4EE9-ACE7-F69648E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16" name="l07-class-89">
            <a:extLst xmlns:a="http://schemas.openxmlformats.org/drawingml/2006/main">
              <a:ext uri="{FF2B5EF4-FFF2-40B4-BE49-F238E27FC236}">
                <a16:creationId xmlns:a16="http://schemas.microsoft.com/office/drawing/2014/main" id="{5C4061B0-15C6-44E6-8454-31E084B5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17" name="l07-class-90">
            <a:extLst xmlns:a="http://schemas.openxmlformats.org/drawingml/2006/main">
              <a:ext uri="{FF2B5EF4-FFF2-40B4-BE49-F238E27FC236}">
                <a16:creationId xmlns:a16="http://schemas.microsoft.com/office/drawing/2014/main" id="{BD56FA53-D66F-484B-92CF-05216FF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18" name="l07-class-91">
            <a:extLst xmlns:a="http://schemas.openxmlformats.org/drawingml/2006/main">
              <a:ext uri="{FF2B5EF4-FFF2-40B4-BE49-F238E27FC236}">
                <a16:creationId xmlns:a16="http://schemas.microsoft.com/office/drawing/2014/main" id="{CBD67FEF-34E9-4BBC-B03A-E85BDA24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19" name="l07-class-92">
            <a:extLst xmlns:a="http://schemas.openxmlformats.org/drawingml/2006/main">
              <a:ext uri="{FF2B5EF4-FFF2-40B4-BE49-F238E27FC236}">
                <a16:creationId xmlns:a16="http://schemas.microsoft.com/office/drawing/2014/main" id="{E2E029E8-0587-4449-98F7-C38393CE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20" name="l07-class-93">
            <a:extLst xmlns:a="http://schemas.openxmlformats.org/drawingml/2006/main">
              <a:ext uri="{FF2B5EF4-FFF2-40B4-BE49-F238E27FC236}">
                <a16:creationId xmlns:a16="http://schemas.microsoft.com/office/drawing/2014/main" id="{12A45D0D-3E46-4C6A-8977-0DC6CFD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21" name="l07-94">
            <a:extLst xmlns:a="http://schemas.openxmlformats.org/drawingml/2006/main">
              <a:ext uri="{FF2B5EF4-FFF2-40B4-BE49-F238E27FC236}">
                <a16:creationId xmlns:a16="http://schemas.microsoft.com/office/drawing/2014/main" id="{BD18D7EE-0DFA-4263-8373-DD9B272F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5067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6 A и 6 B. Высокая неоднородность.</a:t>
            </a:r>
          </a:p>
        </p:txBody>
      </p:sp>
      <p:sp>
        <p:nvSpPr>
          <p:cNvPr id="22" name="l07-95">
            <a:extLst xmlns:a="http://schemas.openxmlformats.org/drawingml/2006/main">
              <a:ext uri="{FF2B5EF4-FFF2-40B4-BE49-F238E27FC236}">
                <a16:creationId xmlns:a16="http://schemas.microsoft.com/office/drawing/2014/main" id="{16417523-C976-473E-910D-FF6E755F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5067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Почти все одного класса</a:t>
            </a:r>
          </a:p>
        </p:txBody>
      </p:sp>
      <p:sp>
        <p:nvSpPr>
          <p:cNvPr id="23" name="l07-class-96">
            <a:extLst xmlns:a="http://schemas.openxmlformats.org/drawingml/2006/main">
              <a:ext uri="{FF2B5EF4-FFF2-40B4-BE49-F238E27FC236}">
                <a16:creationId xmlns:a16="http://schemas.microsoft.com/office/drawing/2014/main" id="{A56823E2-58C9-44EC-A63B-17566F1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4" name="l07-class-97">
            <a:extLst xmlns:a="http://schemas.openxmlformats.org/drawingml/2006/main">
              <a:ext uri="{FF2B5EF4-FFF2-40B4-BE49-F238E27FC236}">
                <a16:creationId xmlns:a16="http://schemas.microsoft.com/office/drawing/2014/main" id="{1EED7D9D-598B-4A4D-B51D-C16B09DD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5" name="l07-class-98">
            <a:extLst xmlns:a="http://schemas.openxmlformats.org/drawingml/2006/main">
              <a:ext uri="{FF2B5EF4-FFF2-40B4-BE49-F238E27FC236}">
                <a16:creationId xmlns:a16="http://schemas.microsoft.com/office/drawing/2014/main" id="{324B167E-0F66-413D-98F7-B6CE3B47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6" name="l07-class-99">
            <a:extLst xmlns:a="http://schemas.openxmlformats.org/drawingml/2006/main">
              <a:ext uri="{FF2B5EF4-FFF2-40B4-BE49-F238E27FC236}">
                <a16:creationId xmlns:a16="http://schemas.microsoft.com/office/drawing/2014/main" id="{DD5D7AEC-D1F5-46CF-AE38-1E8FC8E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7" name="l07-class-100">
            <a:extLst xmlns:a="http://schemas.openxmlformats.org/drawingml/2006/main">
              <a:ext uri="{FF2B5EF4-FFF2-40B4-BE49-F238E27FC236}">
                <a16:creationId xmlns:a16="http://schemas.microsoft.com/office/drawing/2014/main" id="{74B0877C-1B50-4647-954C-21A33D4E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8" name="l07-class-101">
            <a:extLst xmlns:a="http://schemas.openxmlformats.org/drawingml/2006/main">
              <a:ext uri="{FF2B5EF4-FFF2-40B4-BE49-F238E27FC236}">
                <a16:creationId xmlns:a16="http://schemas.microsoft.com/office/drawing/2014/main" id="{84187C0B-92A6-4F5D-83D3-D3E88A41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90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29" name="l07-class-102">
            <a:extLst xmlns:a="http://schemas.openxmlformats.org/drawingml/2006/main">
              <a:ext uri="{FF2B5EF4-FFF2-40B4-BE49-F238E27FC236}">
                <a16:creationId xmlns:a16="http://schemas.microsoft.com/office/drawing/2014/main" id="{6E987235-98D7-4FAE-8089-ED64BC02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30" name="l07-class-103">
            <a:extLst xmlns:a="http://schemas.openxmlformats.org/drawingml/2006/main">
              <a:ext uri="{FF2B5EF4-FFF2-40B4-BE49-F238E27FC236}">
                <a16:creationId xmlns:a16="http://schemas.microsoft.com/office/drawing/2014/main" id="{45152A05-70CD-4CF3-AEFD-9377616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31" name="l07-class-104">
            <a:extLst xmlns:a="http://schemas.openxmlformats.org/drawingml/2006/main">
              <a:ext uri="{FF2B5EF4-FFF2-40B4-BE49-F238E27FC236}">
                <a16:creationId xmlns:a16="http://schemas.microsoft.com/office/drawing/2014/main" id="{F449B544-4908-4512-A26A-8F858B29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32" name="l07-class-105">
            <a:extLst xmlns:a="http://schemas.openxmlformats.org/drawingml/2006/main">
              <a:ext uri="{FF2B5EF4-FFF2-40B4-BE49-F238E27FC236}">
                <a16:creationId xmlns:a16="http://schemas.microsoft.com/office/drawing/2014/main" id="{73DBC6D2-DC0F-4279-940D-EF401544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33" name="l07-class-106">
            <a:extLst xmlns:a="http://schemas.openxmlformats.org/drawingml/2006/main">
              <a:ext uri="{FF2B5EF4-FFF2-40B4-BE49-F238E27FC236}">
                <a16:creationId xmlns:a16="http://schemas.microsoft.com/office/drawing/2014/main" id="{ED8D5ED4-4D48-4406-A543-0855D67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A</a:t>
            </a:r>
          </a:p>
        </p:txBody>
      </p:sp>
      <p:sp>
        <p:nvSpPr>
          <p:cNvPr id="34" name="l07-class-107">
            <a:extLst xmlns:a="http://schemas.openxmlformats.org/drawingml/2006/main">
              <a:ext uri="{FF2B5EF4-FFF2-40B4-BE49-F238E27FC236}">
                <a16:creationId xmlns:a16="http://schemas.microsoft.com/office/drawing/2014/main" id="{EB2BB892-5B26-469D-A7EA-249D2410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148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B</a:t>
            </a:r>
          </a:p>
        </p:txBody>
      </p:sp>
      <p:sp>
        <p:nvSpPr>
          <p:cNvPr id="35" name="l07-108">
            <a:extLst xmlns:a="http://schemas.openxmlformats.org/drawingml/2006/main">
              <a:ext uri="{FF2B5EF4-FFF2-40B4-BE49-F238E27FC236}">
                <a16:creationId xmlns:a16="http://schemas.microsoft.com/office/drawing/2014/main" id="{237B61AF-5DAE-494F-A11F-984AEFC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48325"/>
            <a:ext cx="5067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11 A и 1 B. Низкая неоднородность.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Критерий информативности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109">
            <a:extLst xmlns:a="http://schemas.openxmlformats.org/drawingml/2006/main">
              <a:ext uri="{FF2B5EF4-FFF2-40B4-BE49-F238E27FC236}">
                <a16:creationId xmlns:a16="http://schemas.microsoft.com/office/drawing/2014/main" id="{4DEAED49-3782-4D09-906E-546DB433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способ задать H(R): найти лучший постоянный прогноз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посчитать его среднюю потерю на объектах вершины.</a:t>
            </a:r>
          </a:p>
        </p:txBody>
      </p:sp>
      <p:pic>
        <p:nvPicPr>
          <p:cNvPr id="8" name="" descr="LaTeX: H(R)=\min_c\frac{1}{|R|}\sum_{i\in R}L(y_i,c)">
            <a:extLst xmlns:a="http://schemas.openxmlformats.org/drawingml/2006/main">
              <a:ext uri="{FF2B5EF4-FFF2-40B4-BE49-F238E27FC236}">
                <a16:creationId xmlns:a16="http://schemas.microsoft.com/office/drawing/2014/main" id="{F5F17780-A813-433C-A3EA-B5E73E7D7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e68977d4544b3">
            <a:extLst>
              <a:ext uri="{96DAC541-7B7A-43D3-8B79-37D633B846F1}">
                <asvg:svgBlip xmlns:asvg="http://schemas.microsoft.com/office/drawing/2016/SVG/main" r:embed="Rf7a64acb724849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2178" y="3687366"/>
            <a:ext cx="4026694" cy="769144"/>
          </a:xfrm>
          <a:prstGeom xmlns:a="http://schemas.openxmlformats.org/drawingml/2006/main" prst="rect">
            <a:avLst/>
          </a:prstGeom>
        </p:spPr>
      </p:pic>
      <p:sp>
        <p:nvSpPr>
          <p:cNvPr id="9" name="l07-110">
            <a:extLst xmlns:a="http://schemas.openxmlformats.org/drawingml/2006/main">
              <a:ext uri="{FF2B5EF4-FFF2-40B4-BE49-F238E27FC236}">
                <a16:creationId xmlns:a16="http://schemas.microsoft.com/office/drawing/2014/main" id="{35183E7C-7077-4D58-AA4B-CB675A0B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10299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R: объекты, попавшие в вершину.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c: один и тот же прогноз для всех этих объектов.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L: функция потерь.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Регрессия: среднее и MSE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111">
            <a:extLst xmlns:a="http://schemas.openxmlformats.org/drawingml/2006/main">
              <a:ext uri="{FF2B5EF4-FFF2-40B4-BE49-F238E27FC236}">
                <a16:creationId xmlns:a16="http://schemas.microsoft.com/office/drawing/2014/main" id="{B7D2CBA8-34BA-47ED-B63F-73F0EA39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квадратичной потере лучший прогноз в листе равен среднему ответу.</a:t>
            </a:r>
          </a:p>
        </p:txBody>
      </p:sp>
      <p:pic>
        <p:nvPicPr>
          <p:cNvPr id="8" name="" descr="LaTeX: c=\bar y,\qquad H(R)=\frac{1}{|R|}\sum_{i\in R}(y_i-\bar y)^2">
            <a:extLst xmlns:a="http://schemas.openxmlformats.org/drawingml/2006/main">
              <a:ext uri="{FF2B5EF4-FFF2-40B4-BE49-F238E27FC236}">
                <a16:creationId xmlns:a16="http://schemas.microsoft.com/office/drawing/2014/main" id="{B20CF4FB-044B-4353-9A53-293437010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c6894b4b04a02">
            <a:extLst>
              <a:ext uri="{96DAC541-7B7A-43D3-8B79-37D633B846F1}">
                <asvg:svgBlip xmlns:asvg="http://schemas.microsoft.com/office/drawing/2016/SVG/main" r:embed="Rf39485a177bc4d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72470" y="3526036"/>
            <a:ext cx="5066109" cy="748903"/>
          </a:xfrm>
          <a:prstGeom xmlns:a="http://schemas.openxmlformats.org/drawingml/2006/main" prst="rect">
            <a:avLst/>
          </a:prstGeom>
        </p:spPr>
      </p:pic>
      <p:sp>
        <p:nvSpPr>
          <p:cNvPr id="9" name="l07-112">
            <a:extLst xmlns:a="http://schemas.openxmlformats.org/drawingml/2006/main">
              <a:ext uri="{FF2B5EF4-FFF2-40B4-BE49-F238E27FC236}">
                <a16:creationId xmlns:a16="http://schemas.microsoft.com/office/drawing/2014/main" id="{75307E9B-45EC-4F25-AC76-03DC3F7E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102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H(R) измеряет разброс ответов вокруг среднего.</a:t>
            </a:r>
          </a:p>
        </p:txBody>
      </p:sp>
      <p:sp>
        <p:nvSpPr>
          <p:cNvPr id="10" name="l07-113">
            <a:extLst xmlns:a="http://schemas.openxmlformats.org/drawingml/2006/main">
              <a:ext uri="{FF2B5EF4-FFF2-40B4-BE49-F238E27FC236}">
                <a16:creationId xmlns:a16="http://schemas.microsoft.com/office/drawing/2014/main" id="{D038A242-8E97-4177-B576-AD47B8B0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102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ответов 20, 22, 24 прогноз равен 22.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MSE = (4 + 0 + 4) / 3 ≈ 2,67.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Регрессия: что даёт разбиение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B5545E6-E783-413C-8813-7EBFAD84DF2F}"/>
              </a:ext>
            </a:extLst>
          </p:cNvPr>
          <p:cNvGraphicFramePr/>
          <p:nvPr/>
        </p:nvGraphicFramePr>
        <p:xfrm>
          <a:off xmlns:a="http://schemas.openxmlformats.org/drawingml/2006/main" x="590550" y="2333625"/>
          <a:ext xmlns:a="http://schemas.openxmlformats.org/drawingml/2006/main" cx="7381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29025950aa4f2f"/>
          </a:graphicData>
        </a:graphic>
      </p:graphicFrame>
      <p:sp>
        <p:nvSpPr>
          <p:cNvPr id="8" name="l07-114">
            <a:extLst xmlns:a="http://schemas.openxmlformats.org/drawingml/2006/main">
              <a:ext uri="{FF2B5EF4-FFF2-40B4-BE49-F238E27FC236}">
                <a16:creationId xmlns:a16="http://schemas.microsoft.com/office/drawing/2014/main" id="{BD01382D-0160-452C-906A-C064C6D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717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 разбиения</a:t>
            </a:r>
          </a:p>
        </p:txBody>
      </p:sp>
      <p:sp>
        <p:nvSpPr>
          <p:cNvPr id="9" name="l07-115">
            <a:extLst xmlns:a="http://schemas.openxmlformats.org/drawingml/2006/main">
              <a:ext uri="{FF2B5EF4-FFF2-40B4-BE49-F238E27FC236}">
                <a16:creationId xmlns:a16="http://schemas.microsoft.com/office/drawing/2014/main" id="{B282CE57-7269-4CA7-9EBD-DF6377A3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19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Прогноз: 31 мин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MSE = 101 мин²</a:t>
            </a:r>
          </a:p>
        </p:txBody>
      </p:sp>
      <p:sp>
        <p:nvSpPr>
          <p:cNvPr id="10" name="l07-116">
            <a:extLst xmlns:a="http://schemas.openxmlformats.org/drawingml/2006/main">
              <a:ext uri="{FF2B5EF4-FFF2-40B4-BE49-F238E27FC236}">
                <a16:creationId xmlns:a16="http://schemas.microsoft.com/office/drawing/2014/main" id="{F5797F22-C571-4756-872C-8555CBAB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Порог: 3 км</a:t>
            </a:r>
          </a:p>
        </p:txBody>
      </p:sp>
      <p:sp>
        <p:nvSpPr>
          <p:cNvPr id="11" name="l07-117">
            <a:extLst xmlns:a="http://schemas.openxmlformats.org/drawingml/2006/main">
              <a:ext uri="{FF2B5EF4-FFF2-40B4-BE49-F238E27FC236}">
                <a16:creationId xmlns:a16="http://schemas.microsoft.com/office/drawing/2014/main" id="{BFA5EEEB-470B-48DE-ACEB-2270A8BC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48300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Прогнозы: 21 и 41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MSE = 1 мин²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Классификация: доля ошибок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118">
            <a:extLst xmlns:a="http://schemas.openxmlformats.org/drawingml/2006/main">
              <a:ext uri="{FF2B5EF4-FFF2-40B4-BE49-F238E27FC236}">
                <a16:creationId xmlns:a16="http://schemas.microsoft.com/office/drawing/2014/main" id="{2E75B951-47C7-4D20-83FA-96A00B37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Предсказываем самый частый класс в вершине.</a:t>
            </a:r>
          </a:p>
        </p:txBody>
      </p:sp>
      <p:pic>
        <p:nvPicPr>
          <p:cNvPr id="8" name="" descr="LaTeX: H(R)=1-\max_k p_k">
            <a:extLst xmlns:a="http://schemas.openxmlformats.org/drawingml/2006/main">
              <a:ext uri="{FF2B5EF4-FFF2-40B4-BE49-F238E27FC236}">
                <a16:creationId xmlns:a16="http://schemas.microsoft.com/office/drawing/2014/main" id="{9D258C2B-CBF5-4862-AA34-AE0115C6A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33a232ca445f7">
            <a:extLst>
              <a:ext uri="{96DAC541-7B7A-43D3-8B79-37D633B846F1}">
                <asvg:svgBlip xmlns:asvg="http://schemas.microsoft.com/office/drawing/2016/SVG/main" r:embed="R388fb1c7e1694d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41838" y="3255963"/>
            <a:ext cx="3127375" cy="555625"/>
          </a:xfrm>
          <a:prstGeom xmlns:a="http://schemas.openxmlformats.org/drawingml/2006/main" prst="rect">
            <a:avLst/>
          </a:prstGeom>
        </p:spPr>
      </p:pic>
      <p:sp>
        <p:nvSpPr>
          <p:cNvPr id="9" name="l07-119">
            <a:extLst xmlns:a="http://schemas.openxmlformats.org/drawingml/2006/main">
              <a:ext uri="{FF2B5EF4-FFF2-40B4-BE49-F238E27FC236}">
                <a16:creationId xmlns:a16="http://schemas.microsoft.com/office/drawing/2014/main" id="{6F862648-6637-430F-B7E4-7B01A842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pₖ: доля объектов класса k в вершине.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69121-5818-40D9-83BD-5704DBE8F242}"/>
              </a:ext>
            </a:extLst>
          </p:cNvPr>
          <p:cNvGraphicFramePr/>
          <p:nvPr/>
        </p:nvGraphicFramePr>
        <p:xfrm>
          <a:off xmlns:a="http://schemas.openxmlformats.org/drawingml/2006/main" x="590550" y="5000625"/>
          <a:ext xmlns:a="http://schemas.openxmlformats.org/drawingml/2006/main" cx="11029950" cy="1019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2667000"/>
                <a:gridCol w="2667000"/>
                <a:gridCol w="3028950"/>
              </a:tblGrid>
              <a:tr h="509588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B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</a:tr>
              <a:tr h="509588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 объекта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 объекта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объект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11" name="l07-120">
            <a:extLst xmlns:a="http://schemas.openxmlformats.org/drawingml/2006/main">
              <a:ext uri="{FF2B5EF4-FFF2-40B4-BE49-F238E27FC236}">
                <a16:creationId xmlns:a16="http://schemas.microsoft.com/office/drawing/2014/main" id="{4261F045-CCAB-4B85-AC74-3E36D373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Три объекта получат неверный ответ. Доля ошибок: 1 − 4/7 = 3/7.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Доля ошибок может не заметить разбиение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node-121">
            <a:extLst xmlns:a="http://schemas.openxmlformats.org/drawingml/2006/main">
              <a:ext uri="{FF2B5EF4-FFF2-40B4-BE49-F238E27FC236}">
                <a16:creationId xmlns:a16="http://schemas.microsoft.com/office/drawing/2014/main" id="{E3F1D301-162C-47C8-ACCA-CF8A1433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9825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6 A, 4 B</a:t>
            </a:r>
          </a:p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 A: 4 ошибки</a:t>
            </a:r>
          </a:p>
        </p:txBody>
      </p:sp>
      <p:sp>
        <p:nvSpPr>
          <p:cNvPr id="8" name="l07-edge-122">
            <a:extLst xmlns:a="http://schemas.openxmlformats.org/drawingml/2006/main">
              <a:ext uri="{FF2B5EF4-FFF2-40B4-BE49-F238E27FC236}">
                <a16:creationId xmlns:a16="http://schemas.microsoft.com/office/drawing/2014/main" id="{F0E0908D-59E2-4064-B098-98910AD2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48025"/>
            <a:ext cx="2886075" cy="819150"/>
          </a:xfrm>
          <a:custGeom xmlns:a="http://schemas.openxmlformats.org/drawingml/2006/main">
            <a:pathLst>
              <a:path w="2886075" h="819150">
                <a:moveTo>
                  <a:pt x="2886075" y="0"/>
                </a:moveTo>
                <a:lnTo>
                  <a:pt x="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9" name="l07-edge-123">
            <a:extLst xmlns:a="http://schemas.openxmlformats.org/drawingml/2006/main">
              <a:ext uri="{FF2B5EF4-FFF2-40B4-BE49-F238E27FC236}">
                <a16:creationId xmlns:a16="http://schemas.microsoft.com/office/drawing/2014/main" id="{6B7BDE5B-5FCC-4FC4-9E12-7F47477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48025"/>
            <a:ext cx="2876550" cy="819150"/>
          </a:xfrm>
          <a:custGeom xmlns:a="http://schemas.openxmlformats.org/drawingml/2006/main">
            <a:pathLst>
              <a:path w="2876550" h="819150">
                <a:moveTo>
                  <a:pt x="0" y="0"/>
                </a:moveTo>
                <a:lnTo>
                  <a:pt x="287655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0" name="l07-node-124">
            <a:extLst xmlns:a="http://schemas.openxmlformats.org/drawingml/2006/main">
              <a:ext uri="{FF2B5EF4-FFF2-40B4-BE49-F238E27FC236}">
                <a16:creationId xmlns:a16="http://schemas.microsoft.com/office/drawing/2014/main" id="{7BEAAAEC-4AF4-490D-96A4-8732AE84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67175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 A, 1 B</a:t>
            </a:r>
          </a:p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 A: 1 ошибка</a:t>
            </a:r>
          </a:p>
        </p:txBody>
      </p:sp>
      <p:sp>
        <p:nvSpPr>
          <p:cNvPr id="11" name="l07-node-125">
            <a:extLst xmlns:a="http://schemas.openxmlformats.org/drawingml/2006/main">
              <a:ext uri="{FF2B5EF4-FFF2-40B4-BE49-F238E27FC236}">
                <a16:creationId xmlns:a16="http://schemas.microsoft.com/office/drawing/2014/main" id="{7BCCD25F-1F9A-4A03-A58C-4C2DC95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67175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 A, 3 B</a:t>
            </a:r>
          </a:p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 A: 3 ошибки</a:t>
            </a:r>
          </a:p>
        </p:txBody>
      </p:sp>
      <p:sp>
        <p:nvSpPr>
          <p:cNvPr id="12" name="l07-126">
            <a:extLst xmlns:a="http://schemas.openxmlformats.org/drawingml/2006/main">
              <a:ext uri="{FF2B5EF4-FFF2-40B4-BE49-F238E27FC236}">
                <a16:creationId xmlns:a16="http://schemas.microsoft.com/office/drawing/2014/main" id="{091A5F24-2D78-46E8-BE34-556597E1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48300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До: 4 ошибки из 10</a:t>
            </a:r>
          </a:p>
        </p:txBody>
      </p:sp>
      <p:sp>
        <p:nvSpPr>
          <p:cNvPr id="13" name="l07-127">
            <a:extLst xmlns:a="http://schemas.openxmlformats.org/drawingml/2006/main">
              <a:ext uri="{FF2B5EF4-FFF2-40B4-BE49-F238E27FC236}">
                <a16:creationId xmlns:a16="http://schemas.microsoft.com/office/drawing/2014/main" id="{D6D7AF32-1977-411D-93B9-5F68547E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48300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После: 1 + 3 = 4 из 10</a:t>
            </a:r>
          </a:p>
        </p:txBody>
      </p:sp>
      <p:sp>
        <p:nvSpPr>
          <p:cNvPr id="14" name="l07-128">
            <a:extLst xmlns:a="http://schemas.openxmlformats.org/drawingml/2006/main">
              <a:ext uri="{FF2B5EF4-FFF2-40B4-BE49-F238E27FC236}">
                <a16:creationId xmlns:a16="http://schemas.microsoft.com/office/drawing/2014/main" id="{0C80A590-6B53-42D4-BF8C-346CAF9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102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Состав групп изменился, но доля ошибок не уменьшилась.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 этому критерию выигрыш равен нулю.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Критерий Джини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129">
            <a:extLst xmlns:a="http://schemas.openxmlformats.org/drawingml/2006/main">
              <a:ext uri="{FF2B5EF4-FFF2-40B4-BE49-F238E27FC236}">
                <a16:creationId xmlns:a16="http://schemas.microsoft.com/office/drawing/2014/main" id="{A24AD677-3560-4309-8D83-372A7E6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1102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Учитываем доли всех K классов, а не только самого частого.</a:t>
            </a:r>
          </a:p>
        </p:txBody>
      </p:sp>
      <p:pic>
        <p:nvPicPr>
          <p:cNvPr id="8" name="" descr="LaTeX: H(R)=\sum_{k=1}^{K}p_k(1-p_k)=1-\sum_{k=1}^{K}p_k^2">
            <a:extLst xmlns:a="http://schemas.openxmlformats.org/drawingml/2006/main">
              <a:ext uri="{FF2B5EF4-FFF2-40B4-BE49-F238E27FC236}">
                <a16:creationId xmlns:a16="http://schemas.microsoft.com/office/drawing/2014/main" id="{DD4480D8-4174-41A2-B9B5-A327FB605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9c63d27a54980">
            <a:extLst>
              <a:ext uri="{96DAC541-7B7A-43D3-8B79-37D633B846F1}">
                <asvg:svgBlip xmlns:asvg="http://schemas.microsoft.com/office/drawing/2016/SVG/main" r:embed="R6e5cd0850dd547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1062" y="3233341"/>
            <a:ext cx="5368925" cy="1010444"/>
          </a:xfrm>
          <a:prstGeom xmlns:a="http://schemas.openxmlformats.org/drawingml/2006/main" prst="rect">
            <a:avLst/>
          </a:prstGeom>
        </p:spPr>
      </p:pic>
      <p:sp>
        <p:nvSpPr>
          <p:cNvPr id="9" name="l07-130">
            <a:extLst xmlns:a="http://schemas.openxmlformats.org/drawingml/2006/main">
              <a:ext uri="{FF2B5EF4-FFF2-40B4-BE49-F238E27FC236}">
                <a16:creationId xmlns:a16="http://schemas.microsoft.com/office/drawing/2014/main" id="{0B753E86-A43F-4303-8DA2-6B44F1C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1029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класс: H(R) = 0. Два класса поровну: H(R) = 0,5.</a:t>
            </a:r>
          </a:p>
        </p:txBody>
      </p:sp>
      <p:sp>
        <p:nvSpPr>
          <p:cNvPr id="10" name="l07-131">
            <a:extLst xmlns:a="http://schemas.openxmlformats.org/drawingml/2006/main">
              <a:ext uri="{FF2B5EF4-FFF2-40B4-BE49-F238E27FC236}">
                <a16:creationId xmlns:a16="http://schemas.microsoft.com/office/drawing/2014/main" id="{77EDF7B4-EDAB-47CD-895D-BCFB6C79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1029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предыдущем примере Джини уменьшается с 0,48 до 0,45.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Это разбиение даёт небольшой выигрыш.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Энтропийный критерий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pic>
        <p:nvPicPr>
          <p:cNvPr id="7" name="" descr="LaTeX: H(R)=-\sum_{k=1}^{K}p_k\log_2 p_k">
            <a:extLst xmlns:a="http://schemas.openxmlformats.org/drawingml/2006/main">
              <a:ext uri="{FF2B5EF4-FFF2-40B4-BE49-F238E27FC236}">
                <a16:creationId xmlns:a16="http://schemas.microsoft.com/office/drawing/2014/main" id="{60D7C187-BB39-4D47-8DFC-334823244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9b6b73c4443e6">
            <a:extLst>
              <a:ext uri="{96DAC541-7B7A-43D3-8B79-37D633B846F1}">
                <asvg:svgBlip xmlns:asvg="http://schemas.microsoft.com/office/drawing/2016/SVG/main" r:embed="Rec3e025643df48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17802" y="2453283"/>
            <a:ext cx="3575447" cy="1037034"/>
          </a:xfrm>
          <a:prstGeom xmlns:a="http://schemas.openxmlformats.org/drawingml/2006/main" prst="rect">
            <a:avLst/>
          </a:prstGeom>
        </p:spPr>
      </p:pic>
      <p:sp>
        <p:nvSpPr>
          <p:cNvPr id="8" name="l07-132">
            <a:extLst xmlns:a="http://schemas.openxmlformats.org/drawingml/2006/main">
              <a:ext uri="{FF2B5EF4-FFF2-40B4-BE49-F238E27FC236}">
                <a16:creationId xmlns:a16="http://schemas.microsoft.com/office/drawing/2014/main" id="{198A0DD1-506A-4953-9102-3482A2E4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11029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класс: энтропия равна нулю.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равных долях K классов энтропия максимальна: log₂ K.</a:t>
            </a:r>
          </a:p>
        </p:txBody>
      </p:sp>
      <p:sp>
        <p:nvSpPr>
          <p:cNvPr id="9" name="l07-133">
            <a:extLst xmlns:a="http://schemas.openxmlformats.org/drawingml/2006/main">
              <a:ext uri="{FF2B5EF4-FFF2-40B4-BE49-F238E27FC236}">
                <a16:creationId xmlns:a16="http://schemas.microsoft.com/office/drawing/2014/main" id="{C90D1F3B-3BA0-4E84-99B1-DF64C229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1029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Два класса поровну: H(R) =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слагаемых с pₖ = 0 считаем 0 · log₂ 0 = 0.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Джини и энтропия для двух классов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C23A429-2FDE-4BDF-AE40-A9BC93B99198}"/>
              </a:ext>
            </a:extLst>
          </p:cNvPr>
          <p:cNvGraphicFramePr/>
          <p:nvPr/>
        </p:nvGraphicFramePr>
        <p:xfrm>
          <a:off xmlns:a="http://schemas.openxmlformats.org/drawingml/2006/main" x="590550" y="2457450"/>
          <a:ext xmlns:a="http://schemas.openxmlformats.org/drawingml/2006/main" cx="70961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7d4cdf30e7439b"/>
          </a:graphicData>
        </a:graphic>
      </p:graphicFrame>
      <p:sp>
        <p:nvSpPr>
          <p:cNvPr id="8" name="l07-134">
            <a:extLst xmlns:a="http://schemas.openxmlformats.org/drawingml/2006/main">
              <a:ext uri="{FF2B5EF4-FFF2-40B4-BE49-F238E27FC236}">
                <a16:creationId xmlns:a16="http://schemas.microsoft.com/office/drawing/2014/main" id="{1F347FB2-30C5-4667-9FC7-5A17D8D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429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Оба критерия равны нулю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чистой вершине.</a:t>
            </a:r>
          </a:p>
        </p:txBody>
      </p:sp>
      <p:sp>
        <p:nvSpPr>
          <p:cNvPr id="9" name="l07-135">
            <a:extLst xmlns:a="http://schemas.openxmlformats.org/drawingml/2006/main">
              <a:ext uri="{FF2B5EF4-FFF2-40B4-BE49-F238E27FC236}">
                <a16:creationId xmlns:a16="http://schemas.microsoft.com/office/drawing/2014/main" id="{8696632B-9862-4A6B-B600-7A2E4A5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42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Оба максимальны, когда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классы встречаются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одинаково часто.</a:t>
            </a:r>
          </a:p>
        </p:txBody>
      </p:sp>
      <p:sp>
        <p:nvSpPr>
          <p:cNvPr id="10" name="l07-136">
            <a:extLst xmlns:a="http://schemas.openxmlformats.org/drawingml/2006/main">
              <a:ext uri="{FF2B5EF4-FFF2-40B4-BE49-F238E27FC236}">
                <a16:creationId xmlns:a16="http://schemas.microsoft.com/office/drawing/2014/main" id="{2E34CFB1-DF2E-4631-B906-0D697D0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57875"/>
            <a:ext cx="3429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Они могут выбрать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разные разбиения.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выбрать предикат?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137">
            <a:extLst xmlns:a="http://schemas.openxmlformats.org/drawingml/2006/main">
              <a:ext uri="{FF2B5EF4-FFF2-40B4-BE49-F238E27FC236}">
                <a16:creationId xmlns:a16="http://schemas.microsoft.com/office/drawing/2014/main" id="{BA0841AE-1721-4D46-A55A-023AAB48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Сравниваем неоднородность до разбиения и после него.</a:t>
            </a:r>
          </a:p>
        </p:txBody>
      </p:sp>
      <p:pic>
        <p:nvPicPr>
          <p:cNvPr id="8" name="" descr="LaTeX: Q=H(R)-\frac{|R_\ell|}{|R|}H(R_\ell)-\frac{|R_r|}{|R|}H(R_r)">
            <a:extLst xmlns:a="http://schemas.openxmlformats.org/drawingml/2006/main">
              <a:ext uri="{FF2B5EF4-FFF2-40B4-BE49-F238E27FC236}">
                <a16:creationId xmlns:a16="http://schemas.microsoft.com/office/drawing/2014/main" id="{6D1B6441-1909-43D0-97A5-6F6E946D8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810b93ab1461c">
            <a:extLst>
              <a:ext uri="{96DAC541-7B7A-43D3-8B79-37D633B846F1}">
                <asvg:svgBlip xmlns:asvg="http://schemas.microsoft.com/office/drawing/2016/SVG/main" r:embed="R293bb436ac0b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6391" y="3530600"/>
            <a:ext cx="5198269" cy="587375"/>
          </a:xfrm>
          <a:prstGeom xmlns:a="http://schemas.openxmlformats.org/drawingml/2006/main" prst="rect">
            <a:avLst/>
          </a:prstGeom>
        </p:spPr>
      </p:pic>
      <p:sp>
        <p:nvSpPr>
          <p:cNvPr id="9" name="l07-138">
            <a:extLst xmlns:a="http://schemas.openxmlformats.org/drawingml/2006/main">
              <a:ext uri="{FF2B5EF4-FFF2-40B4-BE49-F238E27FC236}">
                <a16:creationId xmlns:a16="http://schemas.microsoft.com/office/drawing/2014/main" id="{D155C749-527F-426C-A8FA-C5D36BC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1029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Rℓ и Rᵣ: группы объектов после разбиения.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Их вклад учитываем пропорционально числу объектов.</a:t>
            </a:r>
          </a:p>
        </p:txBody>
      </p:sp>
      <p:sp>
        <p:nvSpPr>
          <p:cNvPr id="10" name="l07-139">
            <a:extLst xmlns:a="http://schemas.openxmlformats.org/drawingml/2006/main">
              <a:ext uri="{FF2B5EF4-FFF2-40B4-BE49-F238E27FC236}">
                <a16:creationId xmlns:a16="http://schemas.microsoft.com/office/drawing/2014/main" id="{5CC500B1-3784-4B9F-8F07-B0225310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102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Выбираем признак и порог с наибольшим выигрышем Q.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Пример расчёта выигрыша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sp>
        <p:nvSpPr>
          <p:cNvPr id="7" name="l07-140">
            <a:extLst xmlns:a="http://schemas.openxmlformats.org/drawingml/2006/main">
              <a:ext uri="{FF2B5EF4-FFF2-40B4-BE49-F238E27FC236}">
                <a16:creationId xmlns:a16="http://schemas.microsoft.com/office/drawing/2014/main" id="{100AB983-E00F-46C7-B2B0-8001ED5E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Вернёмся к 10 доставкам. Проверяем условие «расстояние &lt; 3 км».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E3157-8DC7-4774-9266-840194025C79}"/>
              </a:ext>
            </a:extLst>
          </p:cNvPr>
          <p:cNvGraphicFramePr/>
          <p:nvPr/>
        </p:nvGraphicFramePr>
        <p:xfrm>
          <a:off xmlns:a="http://schemas.openxmlformats.org/drawingml/2006/main" x="590550" y="3257550"/>
          <a:ext xmlns:a="http://schemas.openxmlformats.org/drawingml/2006/main" cx="11029950" cy="24669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1714500"/>
                <a:gridCol w="1714500"/>
                <a:gridCol w="4838700"/>
              </a:tblGrid>
              <a:tr h="616744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Группа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B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Джини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</a:tr>
              <a:tr h="616744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 разбиения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1 − 0,6² − 0,4² = 0,48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  <a:tr h="616744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Слева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Справа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1 − (2/6)² − (4/6)² ≈ 0,444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l07-141">
            <a:extLst xmlns:a="http://schemas.openxmlformats.org/drawingml/2006/main">
              <a:ext uri="{FF2B5EF4-FFF2-40B4-BE49-F238E27FC236}">
                <a16:creationId xmlns:a16="http://schemas.microsoft.com/office/drawing/2014/main" id="{C70D43B7-F9F6-44CC-B57D-F5E42C0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1029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Q = 0,48 − (4/10) · 0 − (6/10) · 0,444… ≈ 0,213.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выбрать порог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Критерии и выбор разбиения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CC04122-1734-438E-9326-5F6D7DB709CE}"/>
              </a:ext>
            </a:extLst>
          </p:cNvPr>
          <p:cNvGraphicFramePr/>
          <p:nvPr/>
        </p:nvGraphicFramePr>
        <p:xfrm>
          <a:off xmlns:a="http://schemas.openxmlformats.org/drawingml/2006/main" x="590550" y="2762250"/>
          <a:ext xmlns:a="http://schemas.openxmlformats.org/drawingml/2006/main" cx="7048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5507f0d1f74acd"/>
          </a:graphicData>
        </a:graphic>
      </p:graphicFrame>
      <p:sp>
        <p:nvSpPr>
          <p:cNvPr id="8" name="l07-142">
            <a:extLst xmlns:a="http://schemas.openxmlformats.org/drawingml/2006/main">
              <a:ext uri="{FF2B5EF4-FFF2-40B4-BE49-F238E27FC236}">
                <a16:creationId xmlns:a16="http://schemas.microsoft.com/office/drawing/2014/main" id="{D60C5DA0-8E4A-422A-B6A6-561B0B9C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Та же выборка из 10 объектов</a:t>
            </a:r>
          </a:p>
        </p:txBody>
      </p:sp>
      <p:sp>
        <p:nvSpPr>
          <p:cNvPr id="9" name="l07-143">
            <a:extLst xmlns:a="http://schemas.openxmlformats.org/drawingml/2006/main">
              <a:ext uri="{FF2B5EF4-FFF2-40B4-BE49-F238E27FC236}">
                <a16:creationId xmlns:a16="http://schemas.microsoft.com/office/drawing/2014/main" id="{3D6F552C-AF77-4F2B-9E5F-A3C5D6F1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Перебираем середины</a:t>
            </a:r>
          </a:p>
        </p:txBody>
      </p:sp>
      <p:sp>
        <p:nvSpPr>
          <p:cNvPr id="10" name="l07-144">
            <a:extLst xmlns:a="http://schemas.openxmlformats.org/drawingml/2006/main">
              <a:ext uri="{FF2B5EF4-FFF2-40B4-BE49-F238E27FC236}">
                <a16:creationId xmlns:a16="http://schemas.microsoft.com/office/drawing/2014/main" id="{F4466EFB-572C-46F6-AA14-12FDA76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3571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Между 2,5 и 3,5 км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проверяем порог 3 км.</a:t>
            </a:r>
          </a:p>
        </p:txBody>
      </p:sp>
      <p:sp>
        <p:nvSpPr>
          <p:cNvPr id="11" name="l07-145">
            <a:extLst xmlns:a="http://schemas.openxmlformats.org/drawingml/2006/main">
              <a:ext uri="{FF2B5EF4-FFF2-40B4-BE49-F238E27FC236}">
                <a16:creationId xmlns:a16="http://schemas.microsoft.com/office/drawing/2014/main" id="{C34D295A-F007-435A-86DB-18B5A58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Лучший порог: 3 км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Выигрыш ≈ 0,213</a:t>
            </a:r>
          </a:p>
        </p:txBody>
      </p:sp>
      <p:sp>
        <p:nvSpPr>
          <p:cNvPr id="12" name="l07-146">
            <a:extLst xmlns:a="http://schemas.openxmlformats.org/drawingml/2006/main">
              <a:ext uri="{FF2B5EF4-FFF2-40B4-BE49-F238E27FC236}">
                <a16:creationId xmlns:a16="http://schemas.microsoft.com/office/drawing/2014/main" id="{FDE300A7-C29A-411A-A290-3252E5E6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67350"/>
            <a:ext cx="357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Сравниваем с лучшими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разбиениями по остальным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признакам.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33625" y="2838450"/>
            <a:ext cx="9286875" cy="8096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4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Глубина и переобучение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Глубина и переобучение</a:t>
            </a:r>
          </a:p>
        </p:txBody>
      </p:sp>
      <p:sp>
        <p:nvSpPr>
          <p:cNvPr id="7" name="l07-147">
            <a:extLst xmlns:a="http://schemas.openxmlformats.org/drawingml/2006/main">
              <a:ext uri="{FF2B5EF4-FFF2-40B4-BE49-F238E27FC236}">
                <a16:creationId xmlns:a16="http://schemas.microsoft.com/office/drawing/2014/main" id="{C2BC6E37-3AE3-468D-8E6B-B7F7887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60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04</a:t>
            </a:r>
          </a:p>
        </p:txBody>
      </p:sp>
      <p:sp>
        <p:nvSpPr>
          <p:cNvPr id="8" name="l07-148">
            <a:extLst xmlns:a="http://schemas.openxmlformats.org/drawingml/2006/main">
              <a:ext uri="{FF2B5EF4-FFF2-40B4-BE49-F238E27FC236}">
                <a16:creationId xmlns:a16="http://schemas.microsoft.com/office/drawing/2014/main" id="{DA8ACC93-B613-458E-8542-92314C49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0025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Подгонка под обучающую выборку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выбор глубины по валидации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Глубина дерева и переобучение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Глубина и переобучение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0A07BF5-F32E-49E6-AE2E-B46349729D77}"/>
              </a:ext>
            </a:extLst>
          </p:cNvPr>
          <p:cNvGraphicFramePr/>
          <p:nvPr/>
        </p:nvGraphicFramePr>
        <p:xfrm>
          <a:off xmlns:a="http://schemas.openxmlformats.org/drawingml/2006/main" x="590550" y="2371725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6d74ec14444dde"/>
          </a:graphicData>
        </a:graphic>
      </p:graphicFrame>
      <p:sp>
        <p:nvSpPr>
          <p:cNvPr id="8" name="l07-149">
            <a:extLst xmlns:a="http://schemas.openxmlformats.org/drawingml/2006/main">
              <a:ext uri="{FF2B5EF4-FFF2-40B4-BE49-F238E27FC236}">
                <a16:creationId xmlns:a16="http://schemas.microsoft.com/office/drawing/2014/main" id="{77D45446-A9BC-4C41-9185-44DA497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47950"/>
            <a:ext cx="328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Глубокое дерево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подстраивается под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каждый обучающий объект.</a:t>
            </a:r>
          </a:p>
        </p:txBody>
      </p:sp>
      <p:sp>
        <p:nvSpPr>
          <p:cNvPr id="9" name="l07-150">
            <a:extLst xmlns:a="http://schemas.openxmlformats.org/drawingml/2006/main">
              <a:ext uri="{FF2B5EF4-FFF2-40B4-BE49-F238E27FC236}">
                <a16:creationId xmlns:a16="http://schemas.microsoft.com/office/drawing/2014/main" id="{17422BA0-7DA1-4EB1-81C4-78AB67F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62475"/>
            <a:ext cx="32861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Проверим, помогает ли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это на новых данных.</a:t>
            </a:r>
          </a:p>
        </p:txBody>
      </p:sp>
      <p:sp>
        <p:nvSpPr>
          <p:cNvPr id="10" name="l07-151">
            <a:extLst xmlns:a="http://schemas.openxmlformats.org/drawingml/2006/main">
              <a:ext uri="{FF2B5EF4-FFF2-40B4-BE49-F238E27FC236}">
                <a16:creationId xmlns:a16="http://schemas.microsoft.com/office/drawing/2014/main" id="{5B3FDCDF-E095-40C5-A9A5-45AB7C95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29325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Синтетические данные: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50 доставок.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Выбор глубины по валидации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Глубина и переобучение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2D38E64-51DE-48C4-8483-49576EAC9C60}"/>
              </a:ext>
            </a:extLst>
          </p:cNvPr>
          <p:cNvGraphicFramePr/>
          <p:nvPr/>
        </p:nvGraphicFramePr>
        <p:xfrm>
          <a:off xmlns:a="http://schemas.openxmlformats.org/drawingml/2006/main" x="590550" y="2409825"/>
          <a:ext xmlns:a="http://schemas.openxmlformats.org/drawingml/2006/main" cx="7381875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89dadc731e45f1"/>
          </a:graphicData>
        </a:graphic>
      </p:graphicFrame>
      <p:sp>
        <p:nvSpPr>
          <p:cNvPr id="8" name="l07-152">
            <a:extLst xmlns:a="http://schemas.openxmlformats.org/drawingml/2006/main">
              <a:ext uri="{FF2B5EF4-FFF2-40B4-BE49-F238E27FC236}">
                <a16:creationId xmlns:a16="http://schemas.microsoft.com/office/drawing/2014/main" id="{E087B96B-9A2A-44B9-9F9D-4720B96C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3190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Минимум на валидации</a:t>
            </a:r>
          </a:p>
        </p:txBody>
      </p:sp>
      <p:sp>
        <p:nvSpPr>
          <p:cNvPr id="9" name="l07-153">
            <a:extLst xmlns:a="http://schemas.openxmlformats.org/drawingml/2006/main">
              <a:ext uri="{FF2B5EF4-FFF2-40B4-BE49-F238E27FC236}">
                <a16:creationId xmlns:a16="http://schemas.microsoft.com/office/drawing/2014/main" id="{512CB625-168F-4BA1-B92F-908A0545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3190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Глубина 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RMSE ≈ 5,72 мин</a:t>
            </a:r>
          </a:p>
        </p:txBody>
      </p:sp>
      <p:sp>
        <p:nvSpPr>
          <p:cNvPr id="10" name="l07-154">
            <a:extLst xmlns:a="http://schemas.openxmlformats.org/drawingml/2006/main">
              <a:ext uri="{FF2B5EF4-FFF2-40B4-BE49-F238E27FC236}">
                <a16:creationId xmlns:a16="http://schemas.microsoft.com/office/drawing/2014/main" id="{DED98DCE-F8B0-401C-B6E6-E670682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3190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Итоговое качество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проверяем на отдельной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тестовой 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33625" y="2838450"/>
            <a:ext cx="9286875" cy="8096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4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Практические вопросы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Практические вопросы</a:t>
            </a:r>
          </a:p>
        </p:txBody>
      </p:sp>
      <p:sp>
        <p:nvSpPr>
          <p:cNvPr id="7" name="l07-155">
            <a:extLst xmlns:a="http://schemas.openxmlformats.org/drawingml/2006/main">
              <a:ext uri="{FF2B5EF4-FFF2-40B4-BE49-F238E27FC236}">
                <a16:creationId xmlns:a16="http://schemas.microsoft.com/office/drawing/2014/main" id="{D77FF9B0-A66D-4750-8DD4-C39C8FB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60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05</a:t>
            </a:r>
          </a:p>
        </p:txBody>
      </p:sp>
      <p:sp>
        <p:nvSpPr>
          <p:cNvPr id="8" name="l07-156">
            <a:extLst xmlns:a="http://schemas.openxmlformats.org/drawingml/2006/main">
              <a:ext uri="{FF2B5EF4-FFF2-40B4-BE49-F238E27FC236}">
                <a16:creationId xmlns:a16="http://schemas.microsoft.com/office/drawing/2014/main" id="{B2418819-A5C0-4E04-86AB-EE029FD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0025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Категории и пропуски, важность признаков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обучение дерева в sklearn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Разбиение по категориальному признаку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Практические вопросы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EB03F-ED08-4D5A-B569-07F6787A7870}"/>
              </a:ext>
            </a:extLst>
          </p:cNvPr>
          <p:cNvGraphicFramePr/>
          <p:nvPr/>
        </p:nvGraphicFramePr>
        <p:xfrm>
          <a:off xmlns:a="http://schemas.openxmlformats.org/drawingml/2006/main" x="590550" y="2619375"/>
          <a:ext xmlns:a="http://schemas.openxmlformats.org/drawingml/2006/main" cx="5000625" cy="2771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1381125"/>
                <a:gridCol w="1381125"/>
              </a:tblGrid>
              <a:tr h="554355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Город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B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T w="7620">
                      <a:solidFill>
                        <a:srgbClr val="A6B2C4"/>
                      </a:solidFill>
                      <a:prstDash val="solid"/>
                    </a:lnT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102D69"/>
                    </a:solidFill>
                  </a:tcPr>
                </a:tc>
              </a:tr>
              <a:tr h="554355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Москва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  <a:tr h="554355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Казань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Тула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EFF4FB"/>
                    </a:solidFill>
                  </a:tcPr>
                </a:tc>
              </a:tr>
              <a:tr h="554355"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Омск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6B2C4"/>
                      </a:solidFill>
                      <a:prstDash val="solid"/>
                    </a:lnL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95250" bIns="476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6B2C4"/>
                      </a:solidFill>
                      <a:prstDash val="solid"/>
                    </a:lnR>
                    <a:lnB w="7620">
                      <a:solidFill>
                        <a:srgbClr val="A6B2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l07-node-157">
            <a:extLst xmlns:a="http://schemas.openxmlformats.org/drawingml/2006/main">
              <a:ext uri="{FF2B5EF4-FFF2-40B4-BE49-F238E27FC236}">
                <a16:creationId xmlns:a16="http://schemas.microsoft.com/office/drawing/2014/main" id="{C77863F1-30C2-4883-A16D-3FB52DD5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5200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Город ∈ {Москва, Казань}?</a:t>
            </a:r>
          </a:p>
        </p:txBody>
      </p:sp>
      <p:sp>
        <p:nvSpPr>
          <p:cNvPr id="9" name="l07-edge-158">
            <a:extLst xmlns:a="http://schemas.openxmlformats.org/drawingml/2006/main">
              <a:ext uri="{FF2B5EF4-FFF2-40B4-BE49-F238E27FC236}">
                <a16:creationId xmlns:a16="http://schemas.microsoft.com/office/drawing/2014/main" id="{C8D5B500-A646-499A-AC92-ED978012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1495425" cy="866775"/>
          </a:xfrm>
          <a:custGeom xmlns:a="http://schemas.openxmlformats.org/drawingml/2006/main">
            <a:pathLst>
              <a:path w="1495425" h="866775">
                <a:moveTo>
                  <a:pt x="1495425" y="0"/>
                </a:moveTo>
                <a:lnTo>
                  <a:pt x="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0" name="l07-edge-159">
            <a:extLst xmlns:a="http://schemas.openxmlformats.org/drawingml/2006/main">
              <a:ext uri="{FF2B5EF4-FFF2-40B4-BE49-F238E27FC236}">
                <a16:creationId xmlns:a16="http://schemas.microsoft.com/office/drawing/2014/main" id="{0B6C514F-88BC-4A44-AC09-7AC3ECD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09950"/>
            <a:ext cx="1457325" cy="866775"/>
          </a:xfrm>
          <a:custGeom xmlns:a="http://schemas.openxmlformats.org/drawingml/2006/main">
            <a:pathLst>
              <a:path w="1457325" h="866775">
                <a:moveTo>
                  <a:pt x="0" y="0"/>
                </a:moveTo>
                <a:lnTo>
                  <a:pt x="1457325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1" name="l07-160">
            <a:extLst xmlns:a="http://schemas.openxmlformats.org/drawingml/2006/main">
              <a:ext uri="{FF2B5EF4-FFF2-40B4-BE49-F238E27FC236}">
                <a16:creationId xmlns:a16="http://schemas.microsoft.com/office/drawing/2014/main" id="{A2929A0D-AB1C-49D2-A7FD-4C070C27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2" name="l07-161">
            <a:extLst xmlns:a="http://schemas.openxmlformats.org/drawingml/2006/main">
              <a:ext uri="{FF2B5EF4-FFF2-40B4-BE49-F238E27FC236}">
                <a16:creationId xmlns:a16="http://schemas.microsoft.com/office/drawing/2014/main" id="{ADD893E8-9A6F-4D75-9CDD-39E1CB94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957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13" name="l07-node-162">
            <a:extLst xmlns:a="http://schemas.openxmlformats.org/drawingml/2006/main">
              <a:ext uri="{FF2B5EF4-FFF2-40B4-BE49-F238E27FC236}">
                <a16:creationId xmlns:a16="http://schemas.microsoft.com/office/drawing/2014/main" id="{EB2727EA-ED4B-4800-94A1-4ECA193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22193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15 A, 5 B</a:t>
            </a:r>
          </a:p>
        </p:txBody>
      </p:sp>
      <p:sp>
        <p:nvSpPr>
          <p:cNvPr id="14" name="l07-node-163">
            <a:extLst xmlns:a="http://schemas.openxmlformats.org/drawingml/2006/main">
              <a:ext uri="{FF2B5EF4-FFF2-40B4-BE49-F238E27FC236}">
                <a16:creationId xmlns:a16="http://schemas.microsoft.com/office/drawing/2014/main" id="{677C7AE7-1E64-4221-B888-88BFD344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276725"/>
            <a:ext cx="22193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 A, 17 B</a:t>
            </a:r>
          </a:p>
        </p:txBody>
      </p:sp>
      <p:sp>
        <p:nvSpPr>
          <p:cNvPr id="15" name="l07-164">
            <a:extLst xmlns:a="http://schemas.openxmlformats.org/drawingml/2006/main">
              <a:ext uri="{FF2B5EF4-FFF2-40B4-BE49-F238E27FC236}">
                <a16:creationId xmlns:a16="http://schemas.microsoft.com/office/drawing/2014/main" id="{63C1CA43-56A9-46FE-87FD-55195E1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81625"/>
            <a:ext cx="5200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левую группу попали города,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где чаще встречается класс A.</a:t>
            </a:r>
          </a:p>
        </p:txBody>
      </p:sp>
      <p:sp>
        <p:nvSpPr>
          <p:cNvPr id="16" name="l07-165">
            <a:extLst xmlns:a="http://schemas.openxmlformats.org/drawingml/2006/main">
              <a:ext uri="{FF2B5EF4-FFF2-40B4-BE49-F238E27FC236}">
                <a16:creationId xmlns:a16="http://schemas.microsoft.com/office/drawing/2014/main" id="{522D61CE-D8C8-4C6F-A416-994BE160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реализация не поддерживает такие условия, категории кодируют, например one-hot.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Важность признаков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Практические вопросы</a:t>
            </a:r>
          </a:p>
        </p:txBody>
      </p:sp>
      <p:sp>
        <p:nvSpPr>
          <p:cNvPr id="7" name="l07-node-166">
            <a:extLst xmlns:a="http://schemas.openxmlformats.org/drawingml/2006/main">
              <a:ext uri="{FF2B5EF4-FFF2-40B4-BE49-F238E27FC236}">
                <a16:creationId xmlns:a16="http://schemas.microsoft.com/office/drawing/2014/main" id="{C49221C6-85C8-4F1D-A4A0-3E020EA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288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&lt; 3 км?</a:t>
            </a:r>
          </a:p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6 A, 4 B</a:t>
            </a:r>
          </a:p>
        </p:txBody>
      </p:sp>
      <p:sp>
        <p:nvSpPr>
          <p:cNvPr id="8" name="l07-edge-167">
            <a:extLst xmlns:a="http://schemas.openxmlformats.org/drawingml/2006/main">
              <a:ext uri="{FF2B5EF4-FFF2-40B4-BE49-F238E27FC236}">
                <a16:creationId xmlns:a16="http://schemas.microsoft.com/office/drawing/2014/main" id="{3329145E-5B17-40F1-83AC-F11C5889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09925"/>
            <a:ext cx="2286000" cy="742950"/>
          </a:xfrm>
          <a:custGeom xmlns:a="http://schemas.openxmlformats.org/drawingml/2006/main">
            <a:pathLst>
              <a:path w="2286000" h="742950">
                <a:moveTo>
                  <a:pt x="2286000" y="0"/>
                </a:move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9" name="l07-edge-168">
            <a:extLst xmlns:a="http://schemas.openxmlformats.org/drawingml/2006/main">
              <a:ext uri="{FF2B5EF4-FFF2-40B4-BE49-F238E27FC236}">
                <a16:creationId xmlns:a16="http://schemas.microsoft.com/office/drawing/2014/main" id="{3A8939E7-F3B3-4633-9D15-46C0C276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09925"/>
            <a:ext cx="762000" cy="742950"/>
          </a:xfrm>
          <a:custGeom xmlns:a="http://schemas.openxmlformats.org/drawingml/2006/main">
            <a:pathLst>
              <a:path w="762000" h="742950">
                <a:moveTo>
                  <a:pt x="0" y="0"/>
                </a:moveTo>
                <a:lnTo>
                  <a:pt x="76200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0" name="l07-169">
            <a:extLst xmlns:a="http://schemas.openxmlformats.org/drawingml/2006/main">
              <a:ext uri="{FF2B5EF4-FFF2-40B4-BE49-F238E27FC236}">
                <a16:creationId xmlns:a16="http://schemas.microsoft.com/office/drawing/2014/main" id="{F047D237-4642-4EBA-B73B-5F59AB4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94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1" name="l07-170">
            <a:extLst xmlns:a="http://schemas.openxmlformats.org/drawingml/2006/main">
              <a:ext uri="{FF2B5EF4-FFF2-40B4-BE49-F238E27FC236}">
                <a16:creationId xmlns:a16="http://schemas.microsoft.com/office/drawing/2014/main" id="{2632AD7A-27AD-4073-A011-64AF4D10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194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12" name="l07-node-171">
            <a:extLst xmlns:a="http://schemas.openxmlformats.org/drawingml/2006/main">
              <a:ext uri="{FF2B5EF4-FFF2-40B4-BE49-F238E27FC236}">
                <a16:creationId xmlns:a16="http://schemas.microsoft.com/office/drawing/2014/main" id="{31102D85-F1B8-4D9E-A645-388BC46E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 A</a:t>
            </a:r>
          </a:p>
        </p:txBody>
      </p:sp>
      <p:sp>
        <p:nvSpPr>
          <p:cNvPr id="13" name="l07-node-172">
            <a:extLst xmlns:a="http://schemas.openxmlformats.org/drawingml/2006/main">
              <a:ext uri="{FF2B5EF4-FFF2-40B4-BE49-F238E27FC236}">
                <a16:creationId xmlns:a16="http://schemas.microsoft.com/office/drawing/2014/main" id="{2FE578E5-D462-41E0-8ACC-4B7520D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52875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Заказов &lt; 2?</a:t>
            </a:r>
          </a:p>
          <a:p xmlns:a="http://schemas.openxmlformats.org/drawingml/2006/main">
            <a:pPr algn="ctr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 A, 4 B</a:t>
            </a:r>
          </a:p>
        </p:txBody>
      </p:sp>
      <p:sp>
        <p:nvSpPr>
          <p:cNvPr id="14" name="l07-edge-173">
            <a:extLst xmlns:a="http://schemas.openxmlformats.org/drawingml/2006/main">
              <a:ext uri="{FF2B5EF4-FFF2-40B4-BE49-F238E27FC236}">
                <a16:creationId xmlns:a16="http://schemas.microsoft.com/office/drawing/2014/main" id="{FB43EA32-1C9B-46FE-ADBB-194D5333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33925"/>
            <a:ext cx="904875" cy="695325"/>
          </a:xfrm>
          <a:custGeom xmlns:a="http://schemas.openxmlformats.org/drawingml/2006/main">
            <a:pathLst>
              <a:path w="904875" h="695325">
                <a:moveTo>
                  <a:pt x="904875" y="0"/>
                </a:moveTo>
                <a:lnTo>
                  <a:pt x="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5" name="l07-edge-174">
            <a:extLst xmlns:a="http://schemas.openxmlformats.org/drawingml/2006/main">
              <a:ext uri="{FF2B5EF4-FFF2-40B4-BE49-F238E27FC236}">
                <a16:creationId xmlns:a16="http://schemas.microsoft.com/office/drawing/2014/main" id="{6E3F1F4B-862B-433F-92CD-7CB5A17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33925"/>
            <a:ext cx="1571625" cy="695325"/>
          </a:xfrm>
          <a:custGeom xmlns:a="http://schemas.openxmlformats.org/drawingml/2006/main">
            <a:pathLst>
              <a:path w="1571625" h="695325">
                <a:moveTo>
                  <a:pt x="0" y="0"/>
                </a:moveTo>
                <a:lnTo>
                  <a:pt x="1571625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2D69"/>
            </a:solidFill>
          </a:ln>
        </p:spPr>
      </p:sp>
      <p:sp>
        <p:nvSpPr>
          <p:cNvPr id="16" name="l07-node-175">
            <a:extLst xmlns:a="http://schemas.openxmlformats.org/drawingml/2006/main">
              <a:ext uri="{FF2B5EF4-FFF2-40B4-BE49-F238E27FC236}">
                <a16:creationId xmlns:a16="http://schemas.microsoft.com/office/drawing/2014/main" id="{8D5EAFC1-6555-416A-8344-63AEDF75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 A</a:t>
            </a:r>
          </a:p>
        </p:txBody>
      </p:sp>
      <p:sp>
        <p:nvSpPr>
          <p:cNvPr id="17" name="l07-node-176">
            <a:extLst xmlns:a="http://schemas.openxmlformats.org/drawingml/2006/main">
              <a:ext uri="{FF2B5EF4-FFF2-40B4-BE49-F238E27FC236}">
                <a16:creationId xmlns:a16="http://schemas.microsoft.com/office/drawing/2014/main" id="{6F58242F-28FE-433B-8F39-58B837D7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B"/>
          </a:solidFill>
          <a:ln xmlns:a="http://schemas.openxmlformats.org/drawingml/2006/main" w="14288">
            <a:solidFill>
              <a:srgbClr val="102D6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 B</a:t>
            </a:r>
          </a:p>
        </p:txBody>
      </p:sp>
      <p:sp>
        <p:nvSpPr>
          <p:cNvPr id="18" name="l07-177">
            <a:extLst xmlns:a="http://schemas.openxmlformats.org/drawingml/2006/main">
              <a:ext uri="{FF2B5EF4-FFF2-40B4-BE49-F238E27FC236}">
                <a16:creationId xmlns:a16="http://schemas.microsoft.com/office/drawing/2014/main" id="{986E5968-647F-4D7D-B148-6344C02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</a:t>
            </a:r>
          </a:p>
        </p:txBody>
      </p:sp>
      <p:sp>
        <p:nvSpPr>
          <p:cNvPr id="19" name="l07-178">
            <a:extLst xmlns:a="http://schemas.openxmlformats.org/drawingml/2006/main">
              <a:ext uri="{FF2B5EF4-FFF2-40B4-BE49-F238E27FC236}">
                <a16:creationId xmlns:a16="http://schemas.microsoft.com/office/drawing/2014/main" id="{75CCD7CF-5B67-48F9-8100-D229A972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Нет</a:t>
            </a:r>
          </a:p>
        </p:txBody>
      </p:sp>
      <p:sp>
        <p:nvSpPr>
          <p:cNvPr id="20" name="l07-179">
            <a:extLst xmlns:a="http://schemas.openxmlformats.org/drawingml/2006/main">
              <a:ext uri="{FF2B5EF4-FFF2-40B4-BE49-F238E27FC236}">
                <a16:creationId xmlns:a16="http://schemas.microsoft.com/office/drawing/2014/main" id="{0B57FD93-6B9F-4152-A6C3-0A6EB6E1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384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Взвешенный выигрыш</a:t>
            </a:r>
          </a:p>
        </p:txBody>
      </p:sp>
      <p:sp>
        <p:nvSpPr>
          <p:cNvPr id="21" name="l07-180">
            <a:extLst xmlns:a="http://schemas.openxmlformats.org/drawingml/2006/main">
              <a:ext uri="{FF2B5EF4-FFF2-40B4-BE49-F238E27FC236}">
                <a16:creationId xmlns:a16="http://schemas.microsoft.com/office/drawing/2014/main" id="{01AA760B-9964-439A-8F2F-6B1CEBC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432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Расстояние: все 10 объектов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 · 0,213 ≈ 0,213</a:t>
            </a:r>
          </a:p>
        </p:txBody>
      </p:sp>
      <p:sp>
        <p:nvSpPr>
          <p:cNvPr id="22" name="l07-181">
            <a:extLst xmlns:a="http://schemas.openxmlformats.org/drawingml/2006/main">
              <a:ext uri="{FF2B5EF4-FFF2-40B4-BE49-F238E27FC236}">
                <a16:creationId xmlns:a16="http://schemas.microsoft.com/office/drawing/2014/main" id="{D024A157-38B5-41BB-9002-1EC74072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Заказы: 6 из 10 объектов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0,6 · 0,444 ≈ 0,267</a:t>
            </a:r>
          </a:p>
        </p:txBody>
      </p:sp>
      <p:sp>
        <p:nvSpPr>
          <p:cNvPr id="23" name="l07-182">
            <a:extLst xmlns:a="http://schemas.openxmlformats.org/drawingml/2006/main">
              <a:ext uri="{FF2B5EF4-FFF2-40B4-BE49-F238E27FC236}">
                <a16:creationId xmlns:a16="http://schemas.microsoft.com/office/drawing/2014/main" id="{9EAC7090-EFFF-4B89-8C17-6B8553E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Делим вклады на их сумму: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44%, заказы 56%.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Проверка важности перестановкой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Практические вопросы</a:t>
            </a:r>
          </a:p>
        </p:txBody>
      </p:sp>
      <p:sp>
        <p:nvSpPr>
          <p:cNvPr id="7" name="l07-183">
            <a:extLst xmlns:a="http://schemas.openxmlformats.org/drawingml/2006/main">
              <a:ext uri="{FF2B5EF4-FFF2-40B4-BE49-F238E27FC236}">
                <a16:creationId xmlns:a16="http://schemas.microsoft.com/office/drawing/2014/main" id="{45B4D142-FC15-4458-9668-C9C5B8DB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Исходная валидация</a:t>
            </a:r>
          </a:p>
        </p:txBody>
      </p:sp>
      <p:sp>
        <p:nvSpPr>
          <p:cNvPr id="8" name="l07-184">
            <a:extLst xmlns:a="http://schemas.openxmlformats.org/drawingml/2006/main">
              <a:ext uri="{FF2B5EF4-FFF2-40B4-BE49-F238E27FC236}">
                <a16:creationId xmlns:a16="http://schemas.microsoft.com/office/drawing/2014/main" id="{27BC3AA8-CAEB-46D9-8F55-D35F47E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Расстояния перемешаны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1C51D396-F25D-4138-B2ED-E78EDD6257C9}"/>
              </a:ext>
            </a:extLst>
          </p:cNvPr>
          <p:cNvGraphicFramePr/>
          <p:nvPr/>
        </p:nvGraphicFramePr>
        <p:xfrm>
          <a:off xmlns:a="http://schemas.openxmlformats.org/drawingml/2006/main" x="590550" y="2686050"/>
          <a:ext xmlns:a="http://schemas.openxmlformats.org/drawingml/2006/main" cx="5257800" cy="2924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de2641bef34221"/>
          </a:graphicData>
        </a:graphic>
      </p:graphicFrame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40123E0D-A87C-4B13-83A8-413CC3CBB488}"/>
              </a:ext>
            </a:extLst>
          </p:cNvPr>
          <p:cNvGraphicFramePr/>
          <p:nvPr/>
        </p:nvGraphicFramePr>
        <p:xfrm>
          <a:off xmlns:a="http://schemas.openxmlformats.org/drawingml/2006/main" x="6362700" y="2686050"/>
          <a:ext xmlns:a="http://schemas.openxmlformats.org/drawingml/2006/main" cx="5257800" cy="2924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e5e791bae04399"/>
          </a:graphicData>
        </a:graphic>
      </p:graphicFrame>
      <p:sp>
        <p:nvSpPr>
          <p:cNvPr id="11" name="l07-185">
            <a:extLst xmlns:a="http://schemas.openxmlformats.org/drawingml/2006/main">
              <a:ext uri="{FF2B5EF4-FFF2-40B4-BE49-F238E27FC236}">
                <a16:creationId xmlns:a16="http://schemas.microsoft.com/office/drawing/2014/main" id="{F2EA5A81-B891-4D2A-A747-62A0E457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RMSE = 5,72 мин</a:t>
            </a:r>
          </a:p>
        </p:txBody>
      </p:sp>
      <p:sp>
        <p:nvSpPr>
          <p:cNvPr id="12" name="l07-186">
            <a:extLst xmlns:a="http://schemas.openxmlformats.org/drawingml/2006/main">
              <a:ext uri="{FF2B5EF4-FFF2-40B4-BE49-F238E27FC236}">
                <a16:creationId xmlns:a16="http://schemas.microsoft.com/office/drawing/2014/main" id="{A755F86B-279E-4B5E-A5DC-0899951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054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RMSE = 20,43 мин</a:t>
            </a:r>
          </a:p>
        </p:txBody>
      </p:sp>
      <p:sp>
        <p:nvSpPr>
          <p:cNvPr id="13" name="l07-187">
            <a:extLst xmlns:a="http://schemas.openxmlformats.org/drawingml/2006/main">
              <a:ext uri="{FF2B5EF4-FFF2-40B4-BE49-F238E27FC236}">
                <a16:creationId xmlns:a16="http://schemas.microsoft.com/office/drawing/2014/main" id="{6C7ABC4C-4FB2-45B7-9473-98ACF36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Серая линия: прогноз равен ответу. Одна перестановка расстояний.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Дерево глубины 3, 200 объектов валидации. Модель не переобучаем.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</a:t>
            </a:r>
            <a:r>
              <a:t>исследовательский </a:t>
            </a:r>
            <a:r>
              <a:t>у</a:t>
            </a:r>
            <a:r>
              <a:t>ниверситет </a:t>
            </a:r>
            <a:r>
              <a:t>«Высшая Школа Экономики»</a:t>
            </a:r>
          </a:p>
          <a:p xmlns:a="http://schemas.openxmlformats.org/drawingml/2006/main"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Решающие деревья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дерева в sklearn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Практические вопросы</a:t>
            </a:r>
          </a:p>
        </p:txBody>
      </p:sp>
      <p:sp>
        <p:nvSpPr>
          <p:cNvPr id="7" name="l07-188">
            <a:extLst xmlns:a="http://schemas.openxmlformats.org/drawingml/2006/main">
              <a:ext uri="{FF2B5EF4-FFF2-40B4-BE49-F238E27FC236}">
                <a16:creationId xmlns:a16="http://schemas.microsoft.com/office/drawing/2014/main" id="{5A510C15-7A65-46D8-92A0-F2EAC286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10299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from sklearn.tree import DecisionTreeClassifier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model = DecisionTreeClassifier(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   max_depth=3,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   min_samples_leaf=5,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   random_state=7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model.fit(X_train, y_train)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prediction = model.predict(X_valid)</a:t>
            </a:r>
          </a:p>
        </p:txBody>
      </p:sp>
      <p:sp>
        <p:nvSpPr>
          <p:cNvPr id="8" name="l07-189">
            <a:extLst xmlns:a="http://schemas.openxmlformats.org/drawingml/2006/main">
              <a:ext uri="{FF2B5EF4-FFF2-40B4-BE49-F238E27FC236}">
                <a16:creationId xmlns:a16="http://schemas.microsoft.com/office/drawing/2014/main" id="{DDEC2BB8-8BF1-4DB1-97F3-B3BF1361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регрессии: DecisionTreeRegressor. Пропуски можно заполнить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медианой по train и добавить признак наличия пропуска.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2026-10-21T14:28:22.1520000Z</dcterms:created>
  <dcterms:modified xsi:type="dcterms:W3CDTF">2026-10-21T14:28:22.1520000Z</dcterms:modified>
</coreProperties>
</file>